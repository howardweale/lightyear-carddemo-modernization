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966527d005d4a09" /><Relationship Type="http://schemas.openxmlformats.org/officeDocument/2006/relationships/extended-properties" Target="/docProps/app.xml" Id="Re892803aff42413e" /><Relationship Type="http://schemas.openxmlformats.org/officeDocument/2006/relationships/officeDocument" Target="/ppt/presentation.xml" Id="R2c416c0d64b7476f" /></Relationships>
</file>

<file path=ppt/presentation.xml><?xml version="1.0" encoding="utf-8"?>
<p:presentation xmlns:p="http://schemas.openxmlformats.org/presentationml/2006/main">
  <p:sldMasterIdLst>
    <p:sldMasterId xmlns:r="http://schemas.openxmlformats.org/officeDocument/2006/relationships" id="2147483648" r:id="Rb098e2b21f254e3f"/>
  </p:sldMasterIdLst>
  <p:notesMasterIdLst>
    <p:notesMasterId xmlns:r="http://schemas.openxmlformats.org/officeDocument/2006/relationships" r:id="R4e163d3a88e64f29"/>
  </p:notesMasterIdLst>
  <p:sldIdLst>
    <p:sldId xmlns:r="http://schemas.openxmlformats.org/officeDocument/2006/relationships" id="256" r:id="R46345b006d30462d"/>
    <p:sldId xmlns:r="http://schemas.openxmlformats.org/officeDocument/2006/relationships" id="257" r:id="R55e62ec4e7b544a6"/>
    <p:sldId xmlns:r="http://schemas.openxmlformats.org/officeDocument/2006/relationships" id="258" r:id="Rf2082afe43644732"/>
    <p:sldId xmlns:r="http://schemas.openxmlformats.org/officeDocument/2006/relationships" id="259" r:id="R91046282128e49e6"/>
    <p:sldId xmlns:r="http://schemas.openxmlformats.org/officeDocument/2006/relationships" id="260" r:id="R269beb18cddd430f"/>
    <p:sldId xmlns:r="http://schemas.openxmlformats.org/officeDocument/2006/relationships" id="261" r:id="R694bfcef8fbd407d"/>
    <p:sldId xmlns:r="http://schemas.openxmlformats.org/officeDocument/2006/relationships" id="262" r:id="R74e5fa0aed134fba"/>
    <p:sldId xmlns:r="http://schemas.openxmlformats.org/officeDocument/2006/relationships" id="263" r:id="Rab4933c365fc4b7f"/>
    <p:sldId xmlns:r="http://schemas.openxmlformats.org/officeDocument/2006/relationships" id="264" r:id="R00545ad84d914391"/>
    <p:sldId xmlns:r="http://schemas.openxmlformats.org/officeDocument/2006/relationships" id="265" r:id="R3c43bead71b94644"/>
    <p:sldId xmlns:r="http://schemas.openxmlformats.org/officeDocument/2006/relationships" id="266" r:id="Rc773277a6f8d46f2"/>
    <p:sldId xmlns:r="http://schemas.openxmlformats.org/officeDocument/2006/relationships" id="267" r:id="R5436fadbc9f6479d"/>
    <p:sldId xmlns:r="http://schemas.openxmlformats.org/officeDocument/2006/relationships" id="268" r:id="R1ba7a9394a714dd7"/>
    <p:sldId xmlns:r="http://schemas.openxmlformats.org/officeDocument/2006/relationships" id="269" r:id="Rc097fe7189554c63"/>
    <p:sldId xmlns:r="http://schemas.openxmlformats.org/officeDocument/2006/relationships" id="270" r:id="Rd4d77435696944f7"/>
    <p:sldId xmlns:r="http://schemas.openxmlformats.org/officeDocument/2006/relationships" id="271" r:id="R0780642c98694839"/>
    <p:sldId xmlns:r="http://schemas.openxmlformats.org/officeDocument/2006/relationships" id="272" r:id="R473a4a0226e14819"/>
    <p:sldId xmlns:r="http://schemas.openxmlformats.org/officeDocument/2006/relationships" id="273" r:id="Rd801d9678a5f4b92"/>
    <p:sldId xmlns:r="http://schemas.openxmlformats.org/officeDocument/2006/relationships" id="274" r:id="R39b6e116b1044f45"/>
    <p:sldId xmlns:r="http://schemas.openxmlformats.org/officeDocument/2006/relationships" id="275" r:id="Rbdd124c0a58a4095"/>
    <p:sldId xmlns:r="http://schemas.openxmlformats.org/officeDocument/2006/relationships" id="276" r:id="Rf7cbb2c27e5e4b70"/>
    <p:sldId xmlns:r="http://schemas.openxmlformats.org/officeDocument/2006/relationships" id="277" r:id="Re9d2d85ca75c464a"/>
    <p:sldId xmlns:r="http://schemas.openxmlformats.org/officeDocument/2006/relationships" id="278" r:id="Rc5e97b28de7840c7"/>
    <p:sldId xmlns:r="http://schemas.openxmlformats.org/officeDocument/2006/relationships" id="279" r:id="R03999ddaab0d419a"/>
    <p:sldId xmlns:r="http://schemas.openxmlformats.org/officeDocument/2006/relationships" id="280" r:id="R3940a1e5ff014427"/>
    <p:sldId xmlns:r="http://schemas.openxmlformats.org/officeDocument/2006/relationships" id="281" r:id="Ra5a6f6fb4d684487"/>
    <p:sldId xmlns:r="http://schemas.openxmlformats.org/officeDocument/2006/relationships" id="282" r:id="R1803505b68bf4eca"/>
    <p:sldId xmlns:r="http://schemas.openxmlformats.org/officeDocument/2006/relationships" id="283" r:id="R713662c72eb04564"/>
    <p:sldId xmlns:r="http://schemas.openxmlformats.org/officeDocument/2006/relationships" id="284" r:id="Rbb3eed1f92ad49f3"/>
    <p:sldId xmlns:r="http://schemas.openxmlformats.org/officeDocument/2006/relationships" id="285" r:id="Rdd70309a352b4e2d"/>
    <p:sldId xmlns:r="http://schemas.openxmlformats.org/officeDocument/2006/relationships" id="286" r:id="R18fb429f8e11434c"/>
    <p:sldId xmlns:r="http://schemas.openxmlformats.org/officeDocument/2006/relationships" id="287" r:id="R6b92b26653d64d58"/>
    <p:sldId xmlns:r="http://schemas.openxmlformats.org/officeDocument/2006/relationships" id="288" r:id="R9b6288b33c094e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c2fa326cc54138" /><Relationship Type="http://schemas.openxmlformats.org/officeDocument/2006/relationships/slideMaster" Target="/ppt/slideMasters/slideMaster1.xml" Id="Rb098e2b21f254e3f" /><Relationship Type="http://schemas.openxmlformats.org/officeDocument/2006/relationships/notesMaster" Target="/ppt/notesMasters/notesMaster1.xml" Id="R4e163d3a88e64f29" /><Relationship Type="http://schemas.openxmlformats.org/officeDocument/2006/relationships/presProps" Target="/ppt/presProps.xml" Id="R3e72bb596f3847ac" /><Relationship Type="http://schemas.openxmlformats.org/officeDocument/2006/relationships/tableStyles" Target="/ppt/tableStyles.xml" Id="R5f209964b98149b0" /><Relationship Type="http://schemas.openxmlformats.org/officeDocument/2006/relationships/slide" Target="/ppt/slides/slide1.xml" Id="R46345b006d30462d" /><Relationship Type="http://schemas.openxmlformats.org/officeDocument/2006/relationships/slide" Target="/ppt/slides/slide2.xml" Id="R55e62ec4e7b544a6" /><Relationship Type="http://schemas.openxmlformats.org/officeDocument/2006/relationships/slide" Target="/ppt/slides/slide3.xml" Id="Rf2082afe43644732" /><Relationship Type="http://schemas.openxmlformats.org/officeDocument/2006/relationships/slide" Target="/ppt/slides/slide4.xml" Id="R91046282128e49e6" /><Relationship Type="http://schemas.openxmlformats.org/officeDocument/2006/relationships/slide" Target="/ppt/slides/slide5.xml" Id="R269beb18cddd430f" /><Relationship Type="http://schemas.openxmlformats.org/officeDocument/2006/relationships/slide" Target="/ppt/slides/slide6.xml" Id="R694bfcef8fbd407d" /><Relationship Type="http://schemas.openxmlformats.org/officeDocument/2006/relationships/slide" Target="/ppt/slides/slide7.xml" Id="R74e5fa0aed134fba" /><Relationship Type="http://schemas.openxmlformats.org/officeDocument/2006/relationships/slide" Target="/ppt/slides/slide8.xml" Id="Rab4933c365fc4b7f" /><Relationship Type="http://schemas.openxmlformats.org/officeDocument/2006/relationships/slide" Target="/ppt/slides/slide9.xml" Id="R00545ad84d914391" /><Relationship Type="http://schemas.openxmlformats.org/officeDocument/2006/relationships/slide" Target="/ppt/slides/slide10.xml" Id="R3c43bead71b94644" /><Relationship Type="http://schemas.openxmlformats.org/officeDocument/2006/relationships/slide" Target="/ppt/slides/slide11.xml" Id="Rc773277a6f8d46f2" /><Relationship Type="http://schemas.openxmlformats.org/officeDocument/2006/relationships/slide" Target="/ppt/slides/slide12.xml" Id="R5436fadbc9f6479d" /><Relationship Type="http://schemas.openxmlformats.org/officeDocument/2006/relationships/slide" Target="/ppt/slides/slide13.xml" Id="R1ba7a9394a714dd7" /><Relationship Type="http://schemas.openxmlformats.org/officeDocument/2006/relationships/slide" Target="/ppt/slides/slide14.xml" Id="Rc097fe7189554c63" /><Relationship Type="http://schemas.openxmlformats.org/officeDocument/2006/relationships/slide" Target="/ppt/slides/slide15.xml" Id="Rd4d77435696944f7" /><Relationship Type="http://schemas.openxmlformats.org/officeDocument/2006/relationships/slide" Target="/ppt/slides/slide16.xml" Id="R0780642c98694839" /><Relationship Type="http://schemas.openxmlformats.org/officeDocument/2006/relationships/slide" Target="/ppt/slides/slide17.xml" Id="R473a4a0226e14819" /><Relationship Type="http://schemas.openxmlformats.org/officeDocument/2006/relationships/slide" Target="/ppt/slides/slide18.xml" Id="Rd801d9678a5f4b92" /><Relationship Type="http://schemas.openxmlformats.org/officeDocument/2006/relationships/slide" Target="/ppt/slides/slide19.xml" Id="R39b6e116b1044f45" /><Relationship Type="http://schemas.openxmlformats.org/officeDocument/2006/relationships/slide" Target="/ppt/slides/slide20.xml" Id="Rbdd124c0a58a4095" /><Relationship Type="http://schemas.openxmlformats.org/officeDocument/2006/relationships/slide" Target="/ppt/slides/slide21.xml" Id="Rf7cbb2c27e5e4b70" /><Relationship Type="http://schemas.openxmlformats.org/officeDocument/2006/relationships/slide" Target="/ppt/slides/slide22.xml" Id="Re9d2d85ca75c464a" /><Relationship Type="http://schemas.openxmlformats.org/officeDocument/2006/relationships/slide" Target="/ppt/slides/slide23.xml" Id="Rc5e97b28de7840c7" /><Relationship Type="http://schemas.openxmlformats.org/officeDocument/2006/relationships/slide" Target="/ppt/slides/slide24.xml" Id="R03999ddaab0d419a" /><Relationship Type="http://schemas.openxmlformats.org/officeDocument/2006/relationships/slide" Target="/ppt/slides/slide25.xml" Id="R3940a1e5ff014427" /><Relationship Type="http://schemas.openxmlformats.org/officeDocument/2006/relationships/slide" Target="/ppt/slides/slide26.xml" Id="Ra5a6f6fb4d684487" /><Relationship Type="http://schemas.openxmlformats.org/officeDocument/2006/relationships/slide" Target="/ppt/slides/slide27.xml" Id="R1803505b68bf4eca" /><Relationship Type="http://schemas.openxmlformats.org/officeDocument/2006/relationships/slide" Target="/ppt/slides/slide28.xml" Id="R713662c72eb04564" /><Relationship Type="http://schemas.openxmlformats.org/officeDocument/2006/relationships/slide" Target="/ppt/slides/slide29.xml" Id="Rbb3eed1f92ad49f3" /><Relationship Type="http://schemas.openxmlformats.org/officeDocument/2006/relationships/slide" Target="/ppt/slides/slide30.xml" Id="Rdd70309a352b4e2d" /><Relationship Type="http://schemas.openxmlformats.org/officeDocument/2006/relationships/slide" Target="/ppt/slides/slide31.xml" Id="R18fb429f8e11434c" /><Relationship Type="http://schemas.openxmlformats.org/officeDocument/2006/relationships/slide" Target="/ppt/slides/slide32.xml" Id="R6b92b26653d64d58" /><Relationship Type="http://schemas.openxmlformats.org/officeDocument/2006/relationships/slide" Target="/ppt/slides/slide33.xml" Id="R9b6288b33c094e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641be7cdfd4e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8ad2c0a9104acd" /><Relationship Type="http://schemas.openxmlformats.org/officeDocument/2006/relationships/notesMaster" Target="/ppt/notesMasters/notesMaster1.xml" Id="R866f7d3c35774e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b097634f184586" /><Relationship Type="http://schemas.openxmlformats.org/officeDocument/2006/relationships/notesMaster" Target="/ppt/notesMasters/notesMaster1.xml" Id="Re20ec90f613f45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29689bbfca4daf" /><Relationship Type="http://schemas.openxmlformats.org/officeDocument/2006/relationships/notesMaster" Target="/ppt/notesMasters/notesMaster1.xml" Id="Rafa3684caeb346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9d056d2c074358" /><Relationship Type="http://schemas.openxmlformats.org/officeDocument/2006/relationships/notesMaster" Target="/ppt/notesMasters/notesMaster1.xml" Id="Re7284354f3b548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d24808e37a4651" /><Relationship Type="http://schemas.openxmlformats.org/officeDocument/2006/relationships/notesMaster" Target="/ppt/notesMasters/notesMaster1.xml" Id="Rebd55dd0f9354e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bf8398481e4d09" /><Relationship Type="http://schemas.openxmlformats.org/officeDocument/2006/relationships/notesMaster" Target="/ppt/notesMasters/notesMaster1.xml" Id="R7aacefc5ee8546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60cf952f8c4f6e" /><Relationship Type="http://schemas.openxmlformats.org/officeDocument/2006/relationships/notesMaster" Target="/ppt/notesMasters/notesMaster1.xml" Id="Raf69a761e43a41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7531271ade54a55" /><Relationship Type="http://schemas.openxmlformats.org/officeDocument/2006/relationships/notesMaster" Target="/ppt/notesMasters/notesMaster1.xml" Id="R4988c127cb484a9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99dbe6ea17b4931" /><Relationship Type="http://schemas.openxmlformats.org/officeDocument/2006/relationships/notesMaster" Target="/ppt/notesMasters/notesMaster1.xml" Id="R2ba3e1c540e847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e06a966ca04dee" /><Relationship Type="http://schemas.openxmlformats.org/officeDocument/2006/relationships/notesMaster" Target="/ppt/notesMasters/notesMaster1.xml" Id="R259e80e799c2464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f1a4942d024dae" /><Relationship Type="http://schemas.openxmlformats.org/officeDocument/2006/relationships/notesMaster" Target="/ppt/notesMasters/notesMaster1.xml" Id="R86b1711cdb61476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e23d614c9324a06" /><Relationship Type="http://schemas.openxmlformats.org/officeDocument/2006/relationships/notesMaster" Target="/ppt/notesMasters/notesMaster1.xml" Id="Rdd3079ddd71240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dc5df25977a4b82" /><Relationship Type="http://schemas.openxmlformats.org/officeDocument/2006/relationships/notesMaster" Target="/ppt/notesMasters/notesMaster1.xml" Id="Ra316b50ae3f34e4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e020503b7cd4043" /><Relationship Type="http://schemas.openxmlformats.org/officeDocument/2006/relationships/notesMaster" Target="/ppt/notesMasters/notesMaster1.xml" Id="R15cb18f1a1254f9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3e19def328640ea" /><Relationship Type="http://schemas.openxmlformats.org/officeDocument/2006/relationships/notesMaster" Target="/ppt/notesMasters/notesMaster1.xml" Id="R65a120c3c5b94e2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b283c1a22d2495d" /><Relationship Type="http://schemas.openxmlformats.org/officeDocument/2006/relationships/notesMaster" Target="/ppt/notesMasters/notesMaster1.xml" Id="R71780b72701a450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14432359c9b4193" /><Relationship Type="http://schemas.openxmlformats.org/officeDocument/2006/relationships/notesMaster" Target="/ppt/notesMasters/notesMaster1.xml" Id="R3fe0a72be6d448f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a5dac063c4647c5" /><Relationship Type="http://schemas.openxmlformats.org/officeDocument/2006/relationships/notesMaster" Target="/ppt/notesMasters/notesMaster1.xml" Id="R6b9b83742eb0498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02216ed4f994d26" /><Relationship Type="http://schemas.openxmlformats.org/officeDocument/2006/relationships/notesMaster" Target="/ppt/notesMasters/notesMaster1.xml" Id="Re16dc08e0fea4d8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bc012ce9e3b4725" /><Relationship Type="http://schemas.openxmlformats.org/officeDocument/2006/relationships/notesMaster" Target="/ppt/notesMasters/notesMaster1.xml" Id="Re98737a2a92845d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ce78162d3ba4c0b" /><Relationship Type="http://schemas.openxmlformats.org/officeDocument/2006/relationships/notesMaster" Target="/ppt/notesMasters/notesMaster1.xml" Id="R65ac56ca8c9246a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f592a7ef7734833" /><Relationship Type="http://schemas.openxmlformats.org/officeDocument/2006/relationships/notesMaster" Target="/ppt/notesMasters/notesMaster1.xml" Id="R3ed68507e6e6494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66176df9326405a" /><Relationship Type="http://schemas.openxmlformats.org/officeDocument/2006/relationships/notesMaster" Target="/ppt/notesMasters/notesMaster1.xml" Id="R3673c791f8864e8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6e159ad971e4012" /><Relationship Type="http://schemas.openxmlformats.org/officeDocument/2006/relationships/notesMaster" Target="/ppt/notesMasters/notesMaster1.xml" Id="R7872337df8e84e7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a7e23678f94442f" /><Relationship Type="http://schemas.openxmlformats.org/officeDocument/2006/relationships/notesMaster" Target="/ppt/notesMasters/notesMaster1.xml" Id="R675865aac5bb4fa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633bfa1594b43ab" /><Relationship Type="http://schemas.openxmlformats.org/officeDocument/2006/relationships/notesMaster" Target="/ppt/notesMasters/notesMaster1.xml" Id="R62f5682a0aa2407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82ebae60d6840f4" /><Relationship Type="http://schemas.openxmlformats.org/officeDocument/2006/relationships/notesMaster" Target="/ppt/notesMasters/notesMaster1.xml" Id="R015217c95bc3454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0119a4690bf4957" /><Relationship Type="http://schemas.openxmlformats.org/officeDocument/2006/relationships/notesMaster" Target="/ppt/notesMasters/notesMaster1.xml" Id="R73192d67a97a482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a7a455762184db0" /><Relationship Type="http://schemas.openxmlformats.org/officeDocument/2006/relationships/notesMaster" Target="/ppt/notesMasters/notesMaster1.xml" Id="R44de8ea899c64b9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6f40f9c2a06437e" /><Relationship Type="http://schemas.openxmlformats.org/officeDocument/2006/relationships/notesMaster" Target="/ppt/notesMasters/notesMaster1.xml" Id="Rb5c3ebd273dd49a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6f405b493064606" /><Relationship Type="http://schemas.openxmlformats.org/officeDocument/2006/relationships/notesMaster" Target="/ppt/notesMasters/notesMaster1.xml" Id="Rbfdafec73a93420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17399337d844894" /><Relationship Type="http://schemas.openxmlformats.org/officeDocument/2006/relationships/notesMaster" Target="/ppt/notesMasters/notesMaster1.xml" Id="R433dd355e77b481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6b54d4f6178431e" /><Relationship Type="http://schemas.openxmlformats.org/officeDocument/2006/relationships/notesMaster" Target="/ppt/notesMasters/notesMaster1.xml" Id="Ra24fb0b098d247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me start with a slightly uncomfortable truth: AI can now write a lot of code, very quickly. But in a bank, an airline, or a public agency, “the code looks good” is nowhere near enough. Someone still has to answer the hard questions. Did we preserve the old behavior? Which artifact did we actually build? What failed? What remains unproven? And who is willing to sign their name to the decision? That gap between generated code and institutional approval is where LIGHTYEAR lives. We are not trying to be one more code converter. We are building the trust layer that turns an AI-generated modernization candidate into something an enterprise can inspect, challenge, and ultimately approve. That is the story I want to walk you through today.</a:t>
            </a:r>
          </a:p>
          <a:p xmlns:a="http://schemas.openxmlformats.org/drawingml/2006/main">
            <a:r>
              <a:t/>
            </a:r>
          </a:p>
          <a:p xmlns:a="http://schemas.openxmlformats.org/drawingml/2006/main">
            <a:r>
              <a:t>[Sources]</a:t>
            </a:r>
          </a:p>
          <a:p xmlns:a="http://schemas.openxmlformats.org/drawingml/2006/main">
            <a:r>
              <a:t>- https://github.com/howardweale/lightyear-carddemo-modernization - README.md, v0.28.0 release narrative</a:t>
            </a:r>
          </a:p>
          <a:p xmlns:a="http://schemas.openxmlformats.org/drawingml/2006/main">
            <a:r>
              <a:t>- Original AI-generated background artwork created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strange part of this market: generating a candidate is becoming the easy bit. Proving it is right is still painfully hard. A critical application is never just a pile of COBOL. Its real behavior is scattered across programs, JCL, files, databases, transaction managers, operations, and decades of unwritten assumptions. So a polished Java service can look convincing while quietly being wrong at the edges. Verification then becomes a heroic manual exercise—spreadsheets, screenshots, expert memory, and long approval meetings. LIGHTYEAR attacks that confidence bottleneck directly. It turns source understanding, behavior comparison, mutation testing, build provenance, data rehearsal, and operational evidence into receipts that machines and humans can verify. The product is not selling speed alone. It is selling speed that an accountable enterprise can actually use.</a:t>
            </a:r>
          </a:p>
          <a:p xmlns:a="http://schemas.openxmlformats.org/drawingml/2006/main">
            <a:r>
              <a:t/>
            </a:r>
          </a:p>
          <a:p xmlns:a="http://schemas.openxmlformats.org/drawingml/2006/main">
            <a:r>
              <a:t>[Sources]</a:t>
            </a:r>
          </a:p>
          <a:p xmlns:a="http://schemas.openxmlformats.org/drawingml/2006/main">
            <a:r>
              <a:t>- https://github.com/howardweale/lightyear-carddemo-modernization - README.md sections for v0.20 through v0.28</a:t>
            </a:r>
          </a:p>
          <a:p xmlns:a="http://schemas.openxmlformats.org/drawingml/2006/main">
            <a:r>
              <a:t>- https://github.com/howardweale/lightyear-carddemo-modernization/knowledge/capabilities/mainframe-readiness.json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why the timing is so interesting. AI has pushed the cost of creating software down, but it has not pushed accountability down with it. If anything, the opposite is happening: more generated changes mean more things that must be tested, explained, and governed. So the scarce resource is no longer code. It is trustworthy evidence. What did the legacy system do? What does this candidate do? Can our tests catch meaningful defects? Which exact binary was produced? Did the operational controls survive failure? LIGHTYEAR sits between the fast, creative world of model output and the slow, accountable world of enterprise authorization. Think of what CI, observability, and security platforms did for accelerated software delivery. LIGHTYEAR aims to play that role for modernization itself.</a:t>
            </a:r>
          </a:p>
          <a:p xmlns:a="http://schemas.openxmlformats.org/drawingml/2006/main">
            <a:r>
              <a:t/>
            </a:r>
          </a:p>
          <a:p xmlns:a="http://schemas.openxmlformats.org/drawingml/2006/main">
            <a:r>
              <a:t>[Sources]</a:t>
            </a:r>
          </a:p>
          <a:p xmlns:a="http://schemas.openxmlformats.org/drawingml/2006/main">
            <a:r>
              <a:t>- https://github.com/howardweale/lightyear-carddemo-modernization/factory/qualification/README.md</a:t>
            </a:r>
          </a:p>
          <a:p xmlns:a="http://schemas.openxmlformats.org/drawingml/2006/main">
            <a:r>
              <a:t>- https://github.com/howardweale/lightyear-carddemo-modernization/extensions/pli/attestation/README.md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what does LIGHTYEAR actually do? I like to reduce it to four verbs: understand, specify, verify, and authorize. First, understand the estate—not just files, but relationships across languages, jobs, data, and runtime systems. Second, specify the behavior we cannot afford to lose. Third, verify the candidate with differential tests, mutations, reproducible builds, model qualification, data rehearsals, and operational fault tests. Finally, authorize only the claim the evidence supports. The key idea is that trust is not assembled in a glossy report at the end. Every stage leaves behind a machine-verifiable artifact. By the time a decision reaches architecture, security, risk, or audit, the evidence chain already exists. Everyone can inspect the same facts instead of debating competing status narratives.</a:t>
            </a:r>
          </a:p>
          <a:p xmlns:a="http://schemas.openxmlformats.org/drawingml/2006/main">
            <a:r>
              <a:t/>
            </a:r>
          </a:p>
          <a:p xmlns:a="http://schemas.openxmlformats.org/drawingml/2006/main">
            <a:r>
              <a:t>[Sources]</a:t>
            </a:r>
          </a:p>
          <a:p xmlns:a="http://schemas.openxmlformats.org/drawingml/2006/main">
            <a:r>
              <a:t>- https://github.com/howardweale/lightyear-carddemo-modernization/knowledge/README.md</a:t>
            </a:r>
          </a:p>
          <a:p xmlns:a="http://schemas.openxmlformats.org/drawingml/2006/main">
            <a:r>
              <a:t>- https://github.com/howardweale/lightyear-carddemo-modernization/extensions/README.md</a:t>
            </a:r>
          </a:p>
          <a:p xmlns:a="http://schemas.openxmlformats.org/drawingml/2006/main">
            <a:r>
              <a:t>- https://github.com/howardweale/lightyear-carddemo-modernization/knowledge/capabilities/mainframe-readiness.json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recent milestones, LIGHTYEAR had already built the hard substrate. The first cell proved source behavior against a Java and Spring Batch candidate. The next phase made the full estate navigable through a content-addressed graph, a visual Explorer, and grounded questions. Then the platform governed autonomous work with factory gates, runtime evidence, audit, sealed quality evaluation, and verified memory. Portfolio scheduling, durable recovery, and the live Control Tower turned those pieces into an operating system. MS #20 through #28 did not start the product; they extended a substantial evidence platform into mixed languages, builds, models, data movement, and enterprise collection.</a:t>
            </a:r>
          </a:p>
          <a:p xmlns:a="http://schemas.openxmlformats.org/drawingml/2006/main">
            <a:r>
              <a:t/>
            </a:r>
          </a:p>
          <a:p xmlns:a="http://schemas.openxmlformats.org/drawingml/2006/main">
            <a:r>
              <a:t>[Sources]</a:t>
            </a:r>
          </a:p>
          <a:p xmlns:a="http://schemas.openxmlformats.org/drawingml/2006/main">
            <a:r>
              <a:t>- https://github.com/howardweale/lightyear-carddemo-modernization/CHANGELOG.md — v0.3.0 through v0.19.0</a:t>
            </a:r>
          </a:p>
          <a:p xmlns:a="http://schemas.openxmlformats.org/drawingml/2006/main">
            <a:r>
              <a:t>- https://github.com/howardweale/lightyear-carddemo-modernization/README.md — first engineering cell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heart of the product experience. Instead of beginning with a translation prompt, LIGHTYEAR builds a map of the estate—programs, jobs, files, database objects, rules, tests, and the relationships between them. The current composite view contains 11,328 nodes and 13,470 relationships. In this example, a developer can follow the PL/I program ACCTPL1 into its COBOL call and its Db2 SQL path to AUTHFRDS. The subtle but important design choice is that the PL/I fragment remains separately governed while the Explorer presents one navigable estate. Customers get simplicity without losing provenance.</a:t>
            </a:r>
          </a:p>
          <a:p xmlns:a="http://schemas.openxmlformats.org/drawingml/2006/main">
            <a:r>
              <a:t/>
            </a:r>
          </a:p>
          <a:p xmlns:a="http://schemas.openxmlformats.org/drawingml/2006/main">
            <a:r>
              <a:t>[Sources]</a:t>
            </a:r>
          </a:p>
          <a:p xmlns:a="http://schemas.openxmlformats.org/drawingml/2006/main">
            <a:r>
              <a:t>- https://github.com/howardweale/lightyear-carddemo-modernization/knowledge/composite/estate.receipt.json</a:t>
            </a:r>
          </a:p>
          <a:p xmlns:a="http://schemas.openxmlformats.org/drawingml/2006/main">
            <a:r>
              <a:t>- https://github.com/howardweale/lightyear-carddemo-modernization/knowledge/viewer/index.html</a:t>
            </a:r>
          </a:p>
          <a:p xmlns:a="http://schemas.openxmlformats.org/drawingml/2006/main">
            <a:r>
              <a:t>- https://github.com/howardweale/lightyear-carddemo-modernization/README.md — v0.23.0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has ten modes because modernization has ten recurring questions. Inspector and Ask graph help people understand the estate. Factory, Portfolio and Recovery show autonomous work being executed, coordinated and recovered. Quality and Memory decide what deserves promotion and what the system is allowed to learn. Data and Runtime connect static understanding to operational proof. Audit reconstructs the final decision. These are not separate products glued together. The graph stays at the center, and each mode opens a different evidence-bound lens on the right.</a:t>
            </a:r>
          </a:p>
          <a:p xmlns:a="http://schemas.openxmlformats.org/drawingml/2006/main">
            <a:r>
              <a:t/>
            </a:r>
          </a:p>
          <a:p xmlns:a="http://schemas.openxmlformats.org/drawingml/2006/main">
            <a:r>
              <a:t>[Sources]</a:t>
            </a:r>
          </a:p>
          <a:p xmlns:a="http://schemas.openxmlformats.org/drawingml/2006/main">
            <a:r>
              <a:t>- https://github.com/howardweale/lightyear-carddemo-modernization/knowledge/viewer/index.html</a:t>
            </a:r>
          </a:p>
          <a:p xmlns:a="http://schemas.openxmlformats.org/drawingml/2006/main">
            <a:r>
              <a:t>- https://github.com/howardweale/lightyear-carddemo-modernization/knowledge/viewer/app.js</a:t>
            </a:r>
          </a:p>
          <a:p xmlns:a="http://schemas.openxmlformats.org/drawingml/2006/main">
            <a:r>
              <a:t>- https://github.com/howardweale/lightyear-carddemo-modernization/control-tower/README.md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Inspector is the microscope. Click a program, field, job step, database table, or relationship and the platform shows what it means, where the fact came from, what has been observed at runtime, and what connects to it. For a customer, this replaces the familiar archaeology exercise—opening five tools and asking three experts—with one evidence-linked view. The important part is not just convenience. Every claim is attached to an exact graph identity and supporting source, so a review can move from a high-level relationship down to the line of evidence that justifies it.</a:t>
            </a:r>
          </a:p>
          <a:p xmlns:a="http://schemas.openxmlformats.org/drawingml/2006/main">
            <a:r>
              <a:t/>
            </a:r>
          </a:p>
          <a:p xmlns:a="http://schemas.openxmlformats.org/drawingml/2006/main">
            <a:r>
              <a:t>[Sources]</a:t>
            </a:r>
          </a:p>
          <a:p xmlns:a="http://schemas.openxmlformats.org/drawingml/2006/main">
            <a:r>
              <a:t>- https://github.com/howardweale/lightyear-carddemo-modernization/knowledge/viewer/index.html — Inspector view</a:t>
            </a:r>
          </a:p>
          <a:p xmlns:a="http://schemas.openxmlformats.org/drawingml/2006/main">
            <a:r>
              <a:t>- https://github.com/howardweale/lightyear-carddemo-modernization/control-tower/README.md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graph turns the estate into a conversation. A new developer can ask how a calculation works, why a dependency exists, or what would be affected by a change. The answer is grounded in retrieved graph evidence and includes citations, confidence, and limitations. It can run locally without a model, or use OpenAI for higher-quality language while the server keeps credentials and evidence boundaries under control. This matters commercially because the graph stops being an expert-only asset; it becomes an onboarding and decision surface for the whole modernization team.</a:t>
            </a:r>
          </a:p>
          <a:p xmlns:a="http://schemas.openxmlformats.org/drawingml/2006/main">
            <a:r>
              <a:t/>
            </a:r>
          </a:p>
          <a:p xmlns:a="http://schemas.openxmlformats.org/drawingml/2006/main">
            <a:r>
              <a:t>[Sources]</a:t>
            </a:r>
          </a:p>
          <a:p xmlns:a="http://schemas.openxmlformats.org/drawingml/2006/main">
            <a:r>
              <a:t>- https://github.com/howardweale/lightyear-carddemo-modernization/knowledge/viewer/index.html — Ask graph view</a:t>
            </a:r>
          </a:p>
          <a:p xmlns:a="http://schemas.openxmlformats.org/drawingml/2006/main">
            <a:r>
              <a:t>- https://github.com/howardweale/lightyear-carddemo-modernization/control-tower/README.md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Factory is where autonomous work becomes governable. It shows each run as a sequence of stations—planning, building, verification—and exposes the acceptance gates, changed files, security posture, event timeline, and final receipt. The worker can propose a patch, but deterministic policy decides whether it is admitted. That separation is a core part of the product story: LIGHTYEAR is not asking customers to trust an agent’s confidence. It gives them a control room where every autonomous action leaves a bounded, inspectable trail.</a:t>
            </a:r>
          </a:p>
          <a:p xmlns:a="http://schemas.openxmlformats.org/drawingml/2006/main">
            <a:r>
              <a:t/>
            </a:r>
          </a:p>
          <a:p xmlns:a="http://schemas.openxmlformats.org/drawingml/2006/main">
            <a:r>
              <a:t>[Sources]</a:t>
            </a:r>
          </a:p>
          <a:p xmlns:a="http://schemas.openxmlformats.org/drawingml/2006/main">
            <a:r>
              <a:t>- https://github.com/howardweale/lightyear-carddemo-modernization/knowledge/viewer/index.html — Factory view</a:t>
            </a:r>
          </a:p>
          <a:p xmlns:a="http://schemas.openxmlformats.org/drawingml/2006/main">
            <a:r>
              <a:t>- https://github.com/howardweale/lightyear-carddemo-modernization/control-tower/README.md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section the deck was missing. Everything before it describes what LIGHTYEAR produces. This describes who does the work.</a:t>
            </a:r>
          </a:p>
          <a:p xmlns:a="http://schemas.openxmlformats.org/drawingml/2006/main"/>
          <a:p xmlns:a="http://schemas.openxmlformats.org/drawingml/2006/main">
            <a:r>
              <a:t>Say the headline out loud and pause on it: four workers, one of them is not a model. That is the whole architecture in a sentence, and it is the thing competitors get wrong.</a:t>
            </a:r>
          </a:p>
          <a:p xmlns:a="http://schemas.openxmlformats.org/drawingml/2006/main"/>
          <a:p xmlns:a="http://schemas.openxmlformats.org/drawingml/2006/main">
            <a:r>
              <a:t>The instinct in this market is to make everything an agent — planner agent, builder agent, reviewer agent, critic agent — and let them argue toward consensus. That produces a system whose confidence is a function of how persuasive its models are. Ours is the opposite: three models propose, one deterministic station disposes, and the deterministic one holds the answer key.</a:t>
            </a:r>
          </a:p>
          <a:p xmlns:a="http://schemas.openxmlformats.org/drawingml/2006/main"/>
          <a:p xmlns:a="http://schemas.openxmlformats.org/drawingml/2006/main">
            <a:r>
              <a:t>The next four slides are a build. Each one lights up a single station so the room can see where authority sits and, more importantly, where it does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STATION 1 — THE PLANNER.</a:t>
            </a:r>
          </a:p>
          <a:p xmlns:a="http://schemas.openxmlformats.org/drawingml/2006/main"/>
          <a:p xmlns:a="http://schemas.openxmlformats.org/drawingml/2006/main">
            <a:r>
              <a:t>It reads two things: the work order, and the slice of the knowledge graph that work order authorises. It emits a bounded plan.</a:t>
            </a:r>
          </a:p>
          <a:p xmlns:a="http://schemas.openxmlformats.org/drawingml/2006/main"/>
          <a:p xmlns:a="http://schemas.openxmlformats.org/drawingml/2006/main">
            <a:r>
              <a:t>Why this matters commercially: an unbounded agent loose in a five-million-line estate is unsellable to a bank. The work order is a contract — allowed paths, graph scope, gate commands, timeouts — and the plan is validated against it before anything executes. Scope is a precondition, not an outcome.</a:t>
            </a:r>
          </a:p>
          <a:p xmlns:a="http://schemas.openxmlformats.org/drawingml/2006/main"/>
          <a:p xmlns:a="http://schemas.openxmlformats.org/drawingml/2006/main">
            <a:r>
              <a:t>Note what the planner does NOT do: it does not decide whether the result is correct. No model in this system does.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STATION 2 — THE BUILDER.</a:t>
            </a:r>
          </a:p>
          <a:p xmlns:a="http://schemas.openxmlformats.org/drawingml/2006/main"/>
          <a:p xmlns:a="http://schemas.openxmlformats.org/drawingml/2006/main">
            <a:r>
              <a:t>This is the station everyone else in the market is selling, and it is the one we treat as replaceable. Swap the model, swap the vendor — the architecture is unchanged, because correctness is decided elsewhere.</a:t>
            </a:r>
          </a:p>
          <a:p xmlns:a="http://schemas.openxmlformats.org/drawingml/2006/main"/>
          <a:p xmlns:a="http://schemas.openxmlformats.org/drawingml/2006/main">
            <a:r>
              <a:t>Two controls worth naming. Every edit passes through an atomic patch broker that validates it against the declared allowlist, so a builder cannot touch a file the work order did not authorise. And the builder never receives expected output — only which gate failed.</a:t>
            </a:r>
          </a:p>
          <a:p xmlns:a="http://schemas.openxmlformats.org/drawingml/2006/main"/>
          <a:p xmlns:a="http://schemas.openxmlformats.org/drawingml/2006/main">
            <a:r>
              <a:t>That second point is not fastidiousness. Give a generation agent the answer key and it will learn to emit the answer key. You ship a system that reproduces your test corpus instead of the customer's behaviour, and every receipt above it says green. This is the failure mode that ends a modernization programme, and it is invisible until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STATION 3 — THE VERIFIER. This is the slide to slow down on.</a:t>
            </a:r>
          </a:p>
          <a:p xmlns:a="http://schemas.openxmlformats.org/drawingml/2006/main"/>
          <a:p xmlns:a="http://schemas.openxmlformats.org/drawingml/2006/main">
            <a:r>
              <a:t>It is not a model. It is deterministic gates running in a digest-pinned container, and it holds the private holdout cases.</a:t>
            </a:r>
          </a:p>
          <a:p xmlns:a="http://schemas.openxmlformats.org/drawingml/2006/main"/>
          <a:p xmlns:a="http://schemas.openxmlformats.org/drawingml/2006/main">
            <a:r>
              <a:t>Three consequences a technical partner will care about. It cannot be prompted, so there is no jailbreak surface on the thing that decides correctness. It is reproducible, so the same inputs give the same verdict next quarter and the audit still stands. And it is the only station with access to expected outputs — the asymmetry is deliberate and enforced by an allowlist that defaults closed.</a:t>
            </a:r>
          </a:p>
          <a:p xmlns:a="http://schemas.openxmlformats.org/drawingml/2006/main"/>
          <a:p xmlns:a="http://schemas.openxmlformats.org/drawingml/2006/main">
            <a:r>
              <a:t>The competitive point: everyone can buy the builder. Nobody can buy this, because the hard part is not running gates — it is manufacturing ground truth for a system that has no tests, and being trusted when you say the answer is no.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STATION 4 — THE ANALYST.</a:t>
            </a:r>
          </a:p>
          <a:p xmlns:a="http://schemas.openxmlformats.org/drawingml/2006/main"/>
          <a:p xmlns:a="http://schemas.openxmlformats.org/drawingml/2006/main">
            <a:r>
              <a:t>When gates fail, something has to decide what to try next. The analyst does that, and it works from the redacted envelope: which field diverged, in what class, how often. Frequencies are banded rather than exact so the count cannot be used to binary-search the value.</a:t>
            </a:r>
          </a:p>
          <a:p xmlns:a="http://schemas.openxmlformats.org/drawingml/2006/main"/>
          <a:p xmlns:a="http://schemas.openxmlformats.org/drawingml/2006/main">
            <a:r>
              <a:t>This is the hardest engineering in the loop. Too little signal and the factory cannot converge. Too much and you have leaked the answer key through the feedback channel. The line we hold is: location and shape, never value.</a:t>
            </a:r>
          </a:p>
          <a:p xmlns:a="http://schemas.openxmlformats.org/drawingml/2006/main"/>
          <a:p xmlns:a="http://schemas.openxmlformats.org/drawingml/2006/main">
            <a:r>
              <a:t>And when the loop closes, the outcome becomes governed memory — verified repairs may carry bounded edit templates, verified failures retain only non-executable text. The factory gets better at this workload without memorising anything it should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slide that answers "how are you different from the twelve other agentic modernization companies I saw this month."</a:t>
            </a:r>
          </a:p>
          <a:p xmlns:a="http://schemas.openxmlformats.org/drawingml/2006/main"/>
          <a:p xmlns:a="http://schemas.openxmlformats.org/drawingml/2006/main">
            <a:r>
              <a:t>The common pattern is a debating society: several agents, a critic, consensus. It demos beautifully. It fails the only question that matters in a regulated estate — what is your confidence a function of? In that architecture it is a function of how persuasive your models are, and it moves every time a model is updated.</a:t>
            </a:r>
          </a:p>
          <a:p xmlns:a="http://schemas.openxmlformats.org/drawingml/2006/main"/>
          <a:p xmlns:a="http://schemas.openxmlformats.org/drawingml/2006/main">
            <a:r>
              <a:t>Ours is a function of captured evidence, which does not move.</a:t>
            </a:r>
          </a:p>
          <a:p xmlns:a="http://schemas.openxmlformats.org/drawingml/2006/main"/>
          <a:p xmlns:a="http://schemas.openxmlformats.org/drawingml/2006/main">
            <a:r>
              <a:t>Land the closing line deliberately: a bank does not have to trust our models. It has to trust the gate. Deterministic, reproducible, replayable. That is a question a risk committee can answer in a meeting, and it is why this shape gets through procurement.</a:t>
            </a:r>
          </a:p>
          <a:p xmlns:a="http://schemas.openxmlformats.org/drawingml/2006/main"/>
          <a:p xmlns:a="http://schemas.openxmlformats.org/drawingml/2006/main">
            <a:r>
              <a:t>If pushed on defensibility: the models are rented and everyone rents the same ones. The ground truth beneath the line is manufactured per estate and compounds. That is the asset.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 story does not end when the loop converges. It ends when someone can reconstruct what happened six months later, in front of an auditor, without the original engineers in the room.</a:t>
            </a:r>
          </a:p>
          <a:p xmlns:a="http://schemas.openxmlformats.org/drawingml/2006/main"/>
          <a:p xmlns:a="http://schemas.openxmlformats.org/drawingml/2006/main">
            <a:r>
              <a:t>Each station emits a receipt, the receipts are content-addressed, and the run is hash-chained into the audit ledger. That is what turns autonomy from a liability into something a bank can sign.</a:t>
            </a:r>
          </a:p>
          <a:p xmlns:a="http://schemas.openxmlformats.org/drawingml/2006/main"/>
          <a:p xmlns:a="http://schemas.openxmlformats.org/drawingml/2006/main">
            <a:r>
              <a:t>The last line is the discipline that makes the rest credible. Simulated evidence cannot satisfy an equivalence claim — enforced in code, not in a policy document. Today every technology in the platform reports development-proven and mainframe-equivalent false, because we have not yet run against an authorised z/OS baseline.</a:t>
            </a:r>
          </a:p>
          <a:p xmlns:a="http://schemas.openxmlformats.org/drawingml/2006/main"/>
          <a:p xmlns:a="http://schemas.openxmlformats.org/drawingml/2006/main">
            <a:r>
              <a:t>If someone reads that as weakness, it is the wrong read and worth saying so directly: a verification company that overstates its evidence has no product. The willingness to leave that flag false is the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Portfolio zooms out from one program to many. It groups safe work into parallel waves, detects overlapping files and graph dependencies, exposes conflicts, and keeps high-risk decisions behind explicit approval. For an executive, this is where a successful proof cell starts to become a modernization program. The view answers a practical question: how do we scale autonomous work without allowing speed to erase coordination or human authority? The plan is content-addressed, so the portfolio decision can be reconstructed later.</a:t>
            </a:r>
          </a:p>
          <a:p xmlns:a="http://schemas.openxmlformats.org/drawingml/2006/main">
            <a:r>
              <a:t/>
            </a:r>
          </a:p>
          <a:p xmlns:a="http://schemas.openxmlformats.org/drawingml/2006/main">
            <a:r>
              <a:t>[Sources]</a:t>
            </a:r>
          </a:p>
          <a:p xmlns:a="http://schemas.openxmlformats.org/drawingml/2006/main">
            <a:r>
              <a:t>- https://github.com/howardweale/lightyear-carddemo-modernization/knowledge/viewer/index.html — Portfolio view</a:t>
            </a:r>
          </a:p>
          <a:p xmlns:a="http://schemas.openxmlformats.org/drawingml/2006/main">
            <a:r>
              <a:t>- https://github.com/howardweale/lightyear-carddemo-modernization/control-tower/README.md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Recovery is the difference between a clever demo and an operating system for long-running work. Workers lease tasks, send heartbeats, and can fail without forcing the whole portfolio to start again. Passed cells are not repeated; expired work is recovered with bounded retry and backoff; terminal failures are visible instead of disappearing. This is important because modernization runs are expensive, stateful, and often interrupted by ordinary infrastructure failures. Recovery makes the factory durable enough to be trusted with real portfolios.</a:t>
            </a:r>
          </a:p>
          <a:p xmlns:a="http://schemas.openxmlformats.org/drawingml/2006/main">
            <a:r>
              <a:t/>
            </a:r>
          </a:p>
          <a:p xmlns:a="http://schemas.openxmlformats.org/drawingml/2006/main">
            <a:r>
              <a:t>[Sources]</a:t>
            </a:r>
          </a:p>
          <a:p xmlns:a="http://schemas.openxmlformats.org/drawingml/2006/main">
            <a:r>
              <a:t>- https://github.com/howardweale/lightyear-carddemo-modernization/knowledge/viewer/index.html — Recovery view</a:t>
            </a:r>
          </a:p>
          <a:p xmlns:a="http://schemas.openxmlformats.org/drawingml/2006/main">
            <a:r>
              <a:t>- https://github.com/howardweale/lightyear-carddemo-modernization/control-tower/README.md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Quality answers the question every enterprise asks about AI: which model can we trust for which job? It displays independently sealed evaluations, repair and no-change performance, false acceptances, cost and latency, and the exact blockers to promotion. The dashboard deliberately withholds private holdout answers, so a worker cannot learn the test while being evaluated. A model does not become qualified because one demo worked; promotion requires repeated evidence across workloads and a successful portfolio run.</a:t>
            </a:r>
          </a:p>
          <a:p xmlns:a="http://schemas.openxmlformats.org/drawingml/2006/main">
            <a:r>
              <a:t/>
            </a:r>
          </a:p>
          <a:p xmlns:a="http://schemas.openxmlformats.org/drawingml/2006/main">
            <a:r>
              <a:t>[Sources]</a:t>
            </a:r>
          </a:p>
          <a:p xmlns:a="http://schemas.openxmlformats.org/drawingml/2006/main">
            <a:r>
              <a:t>- https://github.com/howardweale/lightyear-carddemo-modernization/knowledge/viewer/index.html — Quality view</a:t>
            </a:r>
          </a:p>
          <a:p xmlns:a="http://schemas.openxmlformats.org/drawingml/2006/main">
            <a:r>
              <a:t>- https://github.com/howardweale/lightyear-carddemo-modernization/control-tower/README.md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Memory lets the factory improve without turning every past run into folklore. It stores lessons only when they are bound to verified outcomes, source evidence, graph nodes, patches, gates, and run identities. Failed or unapproved evidence is quarantined, and sealed holdouts never become implementer memory. This creates a compounding asset—the platform gets better at choosing plans and avoiding known traps—while preserving the separation that makes future evaluations meaningful.</a:t>
            </a:r>
          </a:p>
          <a:p xmlns:a="http://schemas.openxmlformats.org/drawingml/2006/main">
            <a:r>
              <a:t/>
            </a:r>
          </a:p>
          <a:p xmlns:a="http://schemas.openxmlformats.org/drawingml/2006/main">
            <a:r>
              <a:t>[Sources]</a:t>
            </a:r>
          </a:p>
          <a:p xmlns:a="http://schemas.openxmlformats.org/drawingml/2006/main">
            <a:r>
              <a:t>- https://github.com/howardweale/lightyear-carddemo-modernization/knowledge/viewer/index.html — Memory view</a:t>
            </a:r>
          </a:p>
          <a:p xmlns:a="http://schemas.openxmlformats.org/drawingml/2006/main">
            <a:r>
              <a:t>- https://github.com/howardweale/lightyear-carddemo-modernization/control-tower/README.md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makes the modernization story operational. It connects Db2 lineage to a target-neutral model, compares PostgreSQL and Oracle behavior, and shows the status of an ordered migration rehearsal—including checkpoint resume, target reconciliation, divergence detection, and rollback. The view is equally clear about what it is not: the committed evidence is offline and deterministic, not a live customer CDC pipeline. That honesty lets teams use the proof now without confusing it with production cutover evidence.</a:t>
            </a:r>
          </a:p>
          <a:p xmlns:a="http://schemas.openxmlformats.org/drawingml/2006/main">
            <a:r>
              <a:t/>
            </a:r>
          </a:p>
          <a:p xmlns:a="http://schemas.openxmlformats.org/drawingml/2006/main">
            <a:r>
              <a:t>[Sources]</a:t>
            </a:r>
          </a:p>
          <a:p xmlns:a="http://schemas.openxmlformats.org/drawingml/2006/main">
            <a:r>
              <a:t>- https://github.com/howardweale/lightyear-carddemo-modernization/knowledge/viewer/index.html — Data view</a:t>
            </a:r>
          </a:p>
          <a:p xmlns:a="http://schemas.openxmlformats.org/drawingml/2006/main">
            <a:r>
              <a:t>- https://github.com/howardweale/lightyear-carddemo-modernization/control-tower/README.md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Runtime is where the platform distinguishes what the source suggests from what an environment actually did. Observations are bound to existing graph entities, labeled by trust class, and accompanied by source identity, artifacts, and limitations. A simulated observation can prove that a parser or policy works, but it cannot masquerade as a live mainframe event. This is the bridge that will eventually turn today’s development proofs into authorized equivalence evidence.</a:t>
            </a:r>
          </a:p>
          <a:p xmlns:a="http://schemas.openxmlformats.org/drawingml/2006/main">
            <a:r>
              <a:t/>
            </a:r>
          </a:p>
          <a:p xmlns:a="http://schemas.openxmlformats.org/drawingml/2006/main">
            <a:r>
              <a:t>[Sources]</a:t>
            </a:r>
          </a:p>
          <a:p xmlns:a="http://schemas.openxmlformats.org/drawingml/2006/main">
            <a:r>
              <a:t>- https://github.com/howardweale/lightyear-carddemo-modernization/knowledge/viewer/index.html — Runtime view</a:t>
            </a:r>
          </a:p>
          <a:p xmlns:a="http://schemas.openxmlformats.org/drawingml/2006/main">
            <a:r>
              <a:t>- https://github.com/howardweale/lightyear-carddemo-modernization/control-tower/README.md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Audit is the final shared language between engineering, risk, and leadership. It reconstructs who did what, which evidence was considered, how a readiness or promotion decision was derived, and which gaps remained. The ledger detects mutation, deletion, reordering, duplication, broken chains, stale projections, and checkpoint tampering. The dashboard itself is read-only; the authoritative record remains the signed, content-addressed evidence chain.</a:t>
            </a:r>
          </a:p>
          <a:p xmlns:a="http://schemas.openxmlformats.org/drawingml/2006/main">
            <a:r>
              <a:t/>
            </a:r>
          </a:p>
          <a:p xmlns:a="http://schemas.openxmlformats.org/drawingml/2006/main">
            <a:r>
              <a:t>[Sources]</a:t>
            </a:r>
          </a:p>
          <a:p xmlns:a="http://schemas.openxmlformats.org/drawingml/2006/main">
            <a:r>
              <a:t>- https://github.com/howardweale/lightyear-carddemo-modernization/knowledge/viewer/index.html — Audit view</a:t>
            </a:r>
          </a:p>
          <a:p xmlns:a="http://schemas.openxmlformats.org/drawingml/2006/main">
            <a:r>
              <a:t>- https://github.com/howardweale/lightyear-carddemo-modernization/control-tower/README.md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architecture in one sentence: LIGHTYEAR lays a horizontal trust plane across the entire modernization stack. Most products work vertically. They discover, translate, test, or deploy. We connect those layers with a common set of controls: exact content identity, evidence class, provenance, signatures, policy, and audit. That means a simulated test cannot dress itself up as a live observation. A stale receipt cannot quietly survive a source change. A new language pack, model, target database, or collector can plug in without collapsing everything into one vague green check mark. This is important commercially as well as technically. The trust plane lets LIGHTYEAR sit above a changing ecosystem of models and tools. We do not have to predict which generator wins; we make their outputs governable.</a:t>
            </a:r>
          </a:p>
          <a:p xmlns:a="http://schemas.openxmlformats.org/drawingml/2006/main">
            <a:r>
              <a:t/>
            </a:r>
          </a:p>
          <a:p xmlns:a="http://schemas.openxmlformats.org/drawingml/2006/main">
            <a:r>
              <a:t>[Sources]</a:t>
            </a:r>
          </a:p>
          <a:p xmlns:a="http://schemas.openxmlformats.org/drawingml/2006/main">
            <a:r>
              <a:t>- https://github.com/howardweale/lightyear-carddemo-modernization/extensions/README.md</a:t>
            </a:r>
          </a:p>
          <a:p xmlns:a="http://schemas.openxmlformats.org/drawingml/2006/main">
            <a:r>
              <a:t>- https://github.com/howardweale/lightyear-carddemo-modernization/knowledge/composite/README.md</a:t>
            </a:r>
          </a:p>
          <a:p xmlns:a="http://schemas.openxmlformats.org/drawingml/2006/main">
            <a:r>
              <a:t>- https://github.com/howardweale/lightyear-carddemo-modernization/audit/README.md</a:t>
            </a:r>
          </a:p>
          <a:p xmlns:a="http://schemas.openxmlformats.org/drawingml/2006/main">
            <a:r>
              <a:t>- Original AI-generated background artwork created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where the story stops being a thesis and becomes execution. In nine milestones, the platform moved from trusted extension contracts to a deployment-shaped evidence appliance. We added safe read-only access, a real mixed PL/I–COBOL–Db2 proof cell, a composite estate view, broader PL/I coverage, reproducible build attestation, multi-workload model qualification, migration rehearsal, and resilient collection. Notice the pattern: each milestone closes a different way modernization can fool us. The graph can be stale. The behavior can drift. The build can change. A model can pass one lucky demo. A migration can fail halfway through. A collector can lose the network. The roadmap is building controls around those failure modes one by one—and leaving the unsupported claims visibly blocked.</a:t>
            </a:r>
          </a:p>
          <a:p xmlns:a="http://schemas.openxmlformats.org/drawingml/2006/main">
            <a:r>
              <a:t/>
            </a:r>
          </a:p>
          <a:p xmlns:a="http://schemas.openxmlformats.org/drawingml/2006/main">
            <a:r>
              <a:t>[Sources]</a:t>
            </a:r>
          </a:p>
          <a:p xmlns:a="http://schemas.openxmlformats.org/drawingml/2006/main">
            <a:r>
              <a:t>- https://github.com/howardweale/lightyear-carddemo-modernization - README.md, v0.20.0 through v0.28.0</a:t>
            </a:r>
          </a:p>
          <a:p xmlns:a="http://schemas.openxmlformats.org/drawingml/2006/main">
            <a:r>
              <a:t>- https://github.com/howardweale/lightyear-carddemo-modernization/CHANGELOG.md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make this concrete. We chose a deliberately awkward little workload: PL/I calling COBOL and reading Db2. That is exactly the kind of mixed boundary where modernization projects get surprised. LIGHTYEAR discovers the relationships, pins the fixed-width and decimal behavior, models the COBOL invocation contract, runs seven behavioral cases, and checks nine deliberate semantic mutations. Then it compiles the Java candidate into a byte-reproducible JAR and binds the tests, dependency inventory, SBOM, and provenance into evidence. The result is genuinely development-ready. But here is the part I care about most: the platform still refuses to call it IBM Enterprise PL/I runtime-equivalent without an authorized native baseline. That restraint is not a weakness in the demo. It is the product behaving correctly.</a:t>
            </a:r>
          </a:p>
          <a:p xmlns:a="http://schemas.openxmlformats.org/drawingml/2006/main">
            <a:r>
              <a:t/>
            </a:r>
          </a:p>
          <a:p xmlns:a="http://schemas.openxmlformats.org/drawingml/2006/main">
            <a:r>
              <a:t>[Sources]</a:t>
            </a:r>
          </a:p>
          <a:p xmlns:a="http://schemas.openxmlformats.org/drawingml/2006/main">
            <a:r>
              <a:t>- https://github.com/howardweale/lightyear-carddemo-modernization/extensions/pli/modernization/development.receipt.json</a:t>
            </a:r>
          </a:p>
          <a:p xmlns:a="http://schemas.openxmlformats.org/drawingml/2006/main">
            <a:r>
              <a:t>- https://github.com/howardweale/lightyear-carddemo-modernization/extensions/pli/attestation/README.md</a:t>
            </a:r>
          </a:p>
          <a:p xmlns:a="http://schemas.openxmlformats.org/drawingml/2006/main">
            <a:r>
              <a:t>- https://github.com/howardweale/lightyear-carddemo-modernization - README.md, v0.22.0 and v0.25.1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becomes defensible here? It is not a secret prompt or one clever translation pattern. Those are copyable. The moat is the accumulated evidence history. Every workload adds cross-language lineage, behavior contracts, edge cases, mutations, build identities, model evaluations, operational failures, and policy decisions. Over time, LIGHTYEAR learns something much more valuable than “how to generate code.” It learns what actually breaks transformations, which tests expose the break, and what evidence an enterprise accepts before it moves forward. A competitor can reproduce a demo. It cannot instantly reproduce years of content-addressed proof showing what passed, what failed, what changed, and what was authorized across heterogeneous estates. That evidence corpus can improve routing, qualification, risk prediction, and customer trust with every engagement.</a:t>
            </a:r>
          </a:p>
          <a:p xmlns:a="http://schemas.openxmlformats.org/drawingml/2006/main">
            <a:r>
              <a:t/>
            </a:r>
          </a:p>
          <a:p xmlns:a="http://schemas.openxmlformats.org/drawingml/2006/main">
            <a:r>
              <a:t>[Sources]</a:t>
            </a:r>
          </a:p>
          <a:p xmlns:a="http://schemas.openxmlformats.org/drawingml/2006/main">
            <a:r>
              <a:t>- https://github.com/howardweale/lightyear-carddemo-modernization/knowledge/README.md</a:t>
            </a:r>
          </a:p>
          <a:p xmlns:a="http://schemas.openxmlformats.org/drawingml/2006/main">
            <a:r>
              <a:t>- https://github.com/howardweale/lightyear-carddemo-modernization/factory/qualification/README.md</a:t>
            </a:r>
          </a:p>
          <a:p xmlns:a="http://schemas.openxmlformats.org/drawingml/2006/main">
            <a:r>
              <a:t>- https://github.com/howardweale/lightyear-carddemo-modernization/factory/memory/README.md</a:t>
            </a:r>
          </a:p>
          <a:p xmlns:a="http://schemas.openxmlformats.org/drawingml/2006/main">
            <a:r>
              <a:t>- https://github.com/howardweale/lightyear-carddemo-modernization/audit/README.md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put that moat into motion. More workloads create richer evidence. Richer evidence improves model and candidate qualification. Better qualification lets customers automate with more confidence. Safer automation produces more successful approvals. Those approvals attract more workloads, partners, and data—and the loop starts again. The important design choice is neutrality. LIGHTYEAR does not need to insist that one model, one translator, or one target architecture wins forever. It can evaluate many of them behind the same evidence contract. That makes the flywheel broader than a single generation engine. As the modernization ecosystem gets noisier and faster, the neutral trust layer becomes more valuable, not less.</a:t>
            </a:r>
          </a:p>
          <a:p xmlns:a="http://schemas.openxmlformats.org/drawingml/2006/main">
            <a:r>
              <a:t/>
            </a:r>
          </a:p>
          <a:p xmlns:a="http://schemas.openxmlformats.org/drawingml/2006/main">
            <a:r>
              <a:t>[Sources]</a:t>
            </a:r>
          </a:p>
          <a:p xmlns:a="http://schemas.openxmlformats.org/drawingml/2006/main">
            <a:r>
              <a:t>- https://github.com/howardweale/lightyear-carddemo-modernization/factory/qualification/README.md</a:t>
            </a:r>
          </a:p>
          <a:p xmlns:a="http://schemas.openxmlformats.org/drawingml/2006/main">
            <a:r>
              <a:t>- https://github.com/howardweale/lightyear-carddemo-modernization/factory/README.md</a:t>
            </a:r>
          </a:p>
          <a:p xmlns:a="http://schemas.openxmlformats.org/drawingml/2006/main">
            <a:r>
              <a:t>- https://github.com/howardweale/lightyear-carddemo-modernization/knowledge/composite/README.md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How do we sell this without asking a customer to bet the bank on day one? We start small and useful. Land with a read-only evidence appliance and one bounded, high-value proof cell. That gives engineering, architecture, risk, and audit something tangible almost immediately. From there, expansion is natural: qualify more models and candidates, attest builds, rehearse data movement, and then govern the modernization portfolio continuously. The initial conversation is about reducing uncertainty around one program. The long-term platform becomes the control plane for many programs, models, partners, and targets. That creates recurring value because the evidence problem does not disappear after the first conversion. It grows as the estate and toolchain change.</a:t>
            </a:r>
          </a:p>
          <a:p xmlns:a="http://schemas.openxmlformats.org/drawingml/2006/main">
            <a:r>
              <a:t/>
            </a:r>
          </a:p>
          <a:p xmlns:a="http://schemas.openxmlformats.org/drawingml/2006/main">
            <a:r>
              <a:t>[Sources]</a:t>
            </a:r>
          </a:p>
          <a:p xmlns:a="http://schemas.openxmlformats.org/drawingml/2006/main">
            <a:r>
              <a:t>- https://github.com/howardweale/lightyear-carddemo-modernization/extensions/adapters/appliance/README.md</a:t>
            </a:r>
          </a:p>
          <a:p xmlns:a="http://schemas.openxmlformats.org/drawingml/2006/main">
            <a:r>
              <a:t>- https://github.com/howardweale/lightyear-carddemo-modernization/factory/qualification/README.md</a:t>
            </a:r>
          </a:p>
          <a:p xmlns:a="http://schemas.openxmlformats.org/drawingml/2006/main">
            <a:r>
              <a:t>- https://github.com/howardweale/lightyear-carddemo-modernization/data-modernization/rehearsal/README.md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of my favorite things about this product is that the same evidence creates value for people who normally speak very different languages. A developer can see exactly which source, candidate, test, and receipt changed. An executive can distinguish real progress from an optimistic production claim. Risk and audit teams can verify identities, evidence classes, signatures, checkpoints, and open gaps. Partners can bring their own models and tools without being allowed to grade their own homework. LIGHTYEAR gives all of them a shared operating language. That matters because modernization projects often slow down after the technical work appears finished. The remaining friction is organizational: who trusts what, based on which proof? A common evidence plane shortens that argument.</a:t>
            </a:r>
          </a:p>
          <a:p xmlns:a="http://schemas.openxmlformats.org/drawingml/2006/main">
            <a:r>
              <a:t/>
            </a:r>
          </a:p>
          <a:p xmlns:a="http://schemas.openxmlformats.org/drawingml/2006/main">
            <a:r>
              <a:t>[Sources]</a:t>
            </a:r>
          </a:p>
          <a:p xmlns:a="http://schemas.openxmlformats.org/drawingml/2006/main">
            <a:r>
              <a:t>- https://github.com/howardweale/lightyear-carddemo-modernization/knowledge/capabilities/mainframe-readiness.json</a:t>
            </a:r>
          </a:p>
          <a:p xmlns:a="http://schemas.openxmlformats.org/drawingml/2006/main">
            <a:r>
              <a:t>- https://github.com/howardweale/lightyear-carddemo-modernization/audit/README.md</a:t>
            </a:r>
          </a:p>
          <a:p xmlns:a="http://schemas.openxmlformats.org/drawingml/2006/main">
            <a:r>
              <a:t>- https://github.com/howardweale/lightyear-carddemo-modernization/control-tower/README.md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be candid about where we are. The mechanism is real, but the proof is still bounded. The next major value inflection is live, authorized evidence: native z/OS execution, compiler and binder provenance, live Db2 catalog and data or log capture, production-scale operation, enterprise key governance, and multiple customer estates. What gives me confidence is that these are not hidden roadmap footnotes. They already appear as blocked gates in the product. We do not need to invent a new trust model when customer access arrives. We need to connect the existing contracts to authorized environments and scale them. That honesty is strategically useful. In a market full of impressive demos, the company that clearly distinguishes “built,” “mechanism-ready,” and “proven live” can earn unusual credibility.</a:t>
            </a:r>
          </a:p>
          <a:p xmlns:a="http://schemas.openxmlformats.org/drawingml/2006/main">
            <a:r>
              <a:t/>
            </a:r>
          </a:p>
          <a:p xmlns:a="http://schemas.openxmlformats.org/drawingml/2006/main">
            <a:r>
              <a:t>[Sources]</a:t>
            </a:r>
          </a:p>
          <a:p xmlns:a="http://schemas.openxmlformats.org/drawingml/2006/main">
            <a:r>
              <a:t>- https://github.com/howardweale/lightyear-carddemo-modernization - README.md claim boundaries for v0.20 through v0.28</a:t>
            </a:r>
          </a:p>
          <a:p xmlns:a="http://schemas.openxmlformats.org/drawingml/2006/main">
            <a:r>
              <a:t>- https://github.com/howardweale/lightyear-carddemo-modernization/knowledge/capabilities/mainframe-readiness.json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leave you with one idea. AI is going to create more modernization candidates than enterprises can safely approve. The winner may not be the model that writes the most code. It may be the system that can prove what changed, detect semantic drift, bind the artifact that actually ships, survive operational failure, and say—without hand-waving—what is still unknown. LIGHTYEAR has built the early version of that system across languages, models, builds, data, and mainframe collection. The next chapter is about turning bounded proof into an enterprise platform through design partners, ecosystem integrations, live environments, and capital to scale. In short: do not just automate the transformation. Make the transformation approvable.</a:t>
            </a:r>
          </a:p>
          <a:p xmlns:a="http://schemas.openxmlformats.org/drawingml/2006/main">
            <a:r>
              <a:t/>
            </a:r>
          </a:p>
          <a:p xmlns:a="http://schemas.openxmlformats.org/drawingml/2006/main">
            <a:r>
              <a:t>[Sources]</a:t>
            </a:r>
          </a:p>
          <a:p xmlns:a="http://schemas.openxmlformats.org/drawingml/2006/main">
            <a:r>
              <a:t>- https://github.com/howardweale/lightyear-carddemo-modernization - complete MS #20-28 implementation history</a:t>
            </a:r>
          </a:p>
          <a:p xmlns:a="http://schemas.openxmlformats.org/drawingml/2006/main">
            <a:r>
              <a:t>- Original AI-generated background artwork created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30e7bb8d3546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764d82441548a0" /><Relationship Type="http://schemas.openxmlformats.org/officeDocument/2006/relationships/slideLayout" Target="/ppt/slideLayouts/slideLayout1.xml" Id="R1359207dfbfb4f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59207dfbfb4f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8fe2d3a08594a6b" /><Relationship Type="http://schemas.openxmlformats.org/officeDocument/2006/relationships/image" Target="/ppt/media/image.png" Id="R784481b6954d4eda" /><Relationship Type="http://schemas.openxmlformats.org/officeDocument/2006/relationships/image" Target="/ppt/media/image.svg" Id="R36f8418d801642cb" /><Relationship Type="http://schemas.openxmlformats.org/officeDocument/2006/relationships/image" Target="/ppt/media/image2.png" Id="R6552529c685f433f" /><Relationship Type="http://schemas.openxmlformats.org/officeDocument/2006/relationships/image" Target="/ppt/media/image2.svg" Id="R28dd37e067e44043" /><Relationship Type="http://schemas.openxmlformats.org/officeDocument/2006/relationships/notesSlide" Target="/ppt/notesSlides/notesSlide1.xml" Id="R62cb02b7b0544e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0c4aa4c9e34667" /><Relationship Type="http://schemas.openxmlformats.org/officeDocument/2006/relationships/image" Target="/ppt/media/image3.png" Id="Rb7f8c070d6434dbd" /><Relationship Type="http://schemas.openxmlformats.org/officeDocument/2006/relationships/image" Target="/ppt/media/image4.png" Id="Rfcf133621512413d" /><Relationship Type="http://schemas.openxmlformats.org/officeDocument/2006/relationships/image" Target="/ppt/media/image3.svg" Id="R0c2010f43d394304" /><Relationship Type="http://schemas.openxmlformats.org/officeDocument/2006/relationships/image" Target="/ppt/media/image5.png" Id="R3ae682ee80724567" /><Relationship Type="http://schemas.openxmlformats.org/officeDocument/2006/relationships/image" Target="/ppt/media/image4.svg" Id="R9d2238dea5654cc0" /><Relationship Type="http://schemas.openxmlformats.org/officeDocument/2006/relationships/notesSlide" Target="/ppt/notesSlides/notesSlide2.xml" Id="Re81115c4fc8f44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495403173f7487e" /><Relationship Type="http://schemas.openxmlformats.org/officeDocument/2006/relationships/image" Target="/ppt/media/image6.png" Id="Re254e65e567944cc" /><Relationship Type="http://schemas.openxmlformats.org/officeDocument/2006/relationships/image" Target="/ppt/media/image5.svg" Id="R91a4a5f7a31f4f33" /><Relationship Type="http://schemas.openxmlformats.org/officeDocument/2006/relationships/image" Target="/ppt/media/image3.png" Id="R004f9d8fe2804cb4" /><Relationship Type="http://schemas.openxmlformats.org/officeDocument/2006/relationships/image" Target="/ppt/media/image7.png" Id="Ra291a31616dd4c11" /><Relationship Type="http://schemas.openxmlformats.org/officeDocument/2006/relationships/image" Target="/ppt/media/image6.svg" Id="R912627cac3334bee" /><Relationship Type="http://schemas.openxmlformats.org/officeDocument/2006/relationships/notesSlide" Target="/ppt/notesSlides/notesSlide3.xml" Id="R66082b25b8c342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571a51e12c6470c" /><Relationship Type="http://schemas.openxmlformats.org/officeDocument/2006/relationships/image" Target="/ppt/media/image8.png" Id="R653899638ae14df0" /><Relationship Type="http://schemas.openxmlformats.org/officeDocument/2006/relationships/image" Target="/ppt/media/image9.png" Id="R20facd333d484ee7" /><Relationship Type="http://schemas.openxmlformats.org/officeDocument/2006/relationships/image" Target="/ppt/media/image7.svg" Id="Ra914131af5d044b2" /><Relationship Type="http://schemas.openxmlformats.org/officeDocument/2006/relationships/image" Target="/ppt/media/image10.png" Id="Rba86d656122543b1" /><Relationship Type="http://schemas.openxmlformats.org/officeDocument/2006/relationships/image" Target="/ppt/media/image8.svg" Id="Re9df2c3feb4745f6" /><Relationship Type="http://schemas.openxmlformats.org/officeDocument/2006/relationships/notesSlide" Target="/ppt/notesSlides/notesSlide4.xml" Id="Rccae3e0ab08e4ca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62d1b67f7ed454b" /><Relationship Type="http://schemas.openxmlformats.org/officeDocument/2006/relationships/image" Target="/ppt/media/image9.svg" Id="R05336fb875544b62" /><Relationship Type="http://schemas.openxmlformats.org/officeDocument/2006/relationships/image" Target="/ppt/media/image6.png" Id="Rdbf640c98cd54905" /><Relationship Type="http://schemas.openxmlformats.org/officeDocument/2006/relationships/image" Target="/ppt/media/image11.png" Id="Rfc7b809835f44adf" /><Relationship Type="http://schemas.openxmlformats.org/officeDocument/2006/relationships/image" Target="/ppt/media/image10.svg" Id="Ra32a365499404a8a" /><Relationship Type="http://schemas.openxmlformats.org/officeDocument/2006/relationships/notesSlide" Target="/ppt/notesSlides/notesSlide5.xml" Id="R9333dd99b29247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02f009d4f5e4264" /><Relationship Type="http://schemas.openxmlformats.org/officeDocument/2006/relationships/image" Target="/ppt/media/image12.png" Id="Rf32c960665124fb0" /><Relationship Type="http://schemas.openxmlformats.org/officeDocument/2006/relationships/image" Target="/ppt/media/image11.svg" Id="Rff9566d7112141ef" /><Relationship Type="http://schemas.openxmlformats.org/officeDocument/2006/relationships/image" Target="/ppt/media/image13.png" Id="R039dfef40166415b" /><Relationship Type="http://schemas.openxmlformats.org/officeDocument/2006/relationships/image" Target="/ppt/media/image12.svg" Id="Rb461b1f0562f4ab9" /><Relationship Type="http://schemas.openxmlformats.org/officeDocument/2006/relationships/notesSlide" Target="/ppt/notesSlides/notesSlide6.xml" Id="R80ff8b95de2547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05d7bce9c4e4e9f" /><Relationship Type="http://schemas.openxmlformats.org/officeDocument/2006/relationships/image" Target="/ppt/media/image13.svg" Id="R8b518f34622f4423" /><Relationship Type="http://schemas.openxmlformats.org/officeDocument/2006/relationships/image" Target="/ppt/media/image8.png" Id="R3a74545934104f9a" /><Relationship Type="http://schemas.openxmlformats.org/officeDocument/2006/relationships/image" Target="/ppt/media/image14.png" Id="R3ebaed82e57d4138" /><Relationship Type="http://schemas.openxmlformats.org/officeDocument/2006/relationships/image" Target="/ppt/media/image14.svg" Id="R07e0e2a2b23043f5" /><Relationship Type="http://schemas.openxmlformats.org/officeDocument/2006/relationships/notesSlide" Target="/ppt/notesSlides/notesSlide7.xml" Id="Rc89172ed6bab46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e938bd7f63c424a" /><Relationship Type="http://schemas.openxmlformats.org/officeDocument/2006/relationships/image" Target="/ppt/media/image15.png" Id="R9ec9a026f62d459f" /><Relationship Type="http://schemas.openxmlformats.org/officeDocument/2006/relationships/image" Target="/ppt/media/image15.svg" Id="Rf6114b2637654d45" /><Relationship Type="http://schemas.openxmlformats.org/officeDocument/2006/relationships/image" Target="/ppt/media/image16.png" Id="R2c2d458f4ba54333" /><Relationship Type="http://schemas.openxmlformats.org/officeDocument/2006/relationships/image" Target="/ppt/media/image16.svg" Id="R5587782360b04ec1" /><Relationship Type="http://schemas.openxmlformats.org/officeDocument/2006/relationships/notesSlide" Target="/ppt/notesSlides/notesSlide8.xml" Id="R9a2c176221b14fb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175c77cf4e14524" /><Relationship Type="http://schemas.openxmlformats.org/officeDocument/2006/relationships/image" Target="/ppt/media/image17.png" Id="R59655beac47749d4" /><Relationship Type="http://schemas.openxmlformats.org/officeDocument/2006/relationships/image" Target="/ppt/media/image17.svg" Id="R6ba5f27edab944e4" /><Relationship Type="http://schemas.openxmlformats.org/officeDocument/2006/relationships/image" Target="/ppt/media/image18.png" Id="R1ccf834b4e9c4617" /><Relationship Type="http://schemas.openxmlformats.org/officeDocument/2006/relationships/image" Target="/ppt/media/image18.svg" Id="R4b04a70e81684db3" /><Relationship Type="http://schemas.openxmlformats.org/officeDocument/2006/relationships/notesSlide" Target="/ppt/notesSlides/notesSlide9.xml" Id="R45d364fa8bba49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aceab3ebc384e17" /><Relationship Type="http://schemas.openxmlformats.org/officeDocument/2006/relationships/image" Target="/ppt/media/image19.png" Id="Rb97c979fe4464a8b" /><Relationship Type="http://schemas.openxmlformats.org/officeDocument/2006/relationships/image" Target="/ppt/media/image19.svg" Id="R66d46a9874f649ca" /><Relationship Type="http://schemas.openxmlformats.org/officeDocument/2006/relationships/image" Target="/ppt/media/image20.png" Id="R75a02723adea4faf" /><Relationship Type="http://schemas.openxmlformats.org/officeDocument/2006/relationships/image" Target="/ppt/media/image20.svg" Id="R9f5ddf02a6b64cb9" /><Relationship Type="http://schemas.openxmlformats.org/officeDocument/2006/relationships/notesSlide" Target="/ppt/notesSlides/notesSlide10.xml" Id="R690aa80f1a0041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ce19d2aa570426a" /><Relationship Type="http://schemas.openxmlformats.org/officeDocument/2006/relationships/image" Target="/ppt/media/image21.png" Id="R11fdf90361514737" /><Relationship Type="http://schemas.openxmlformats.org/officeDocument/2006/relationships/image" Target="/ppt/media/image21.svg" Id="R78ed154ca8584362" /><Relationship Type="http://schemas.openxmlformats.org/officeDocument/2006/relationships/image" Target="/ppt/media/image22.png" Id="R56b3b09734f94b1c" /><Relationship Type="http://schemas.openxmlformats.org/officeDocument/2006/relationships/image" Target="/ppt/media/image22.svg" Id="R9fe622a4028f4b3b" /><Relationship Type="http://schemas.openxmlformats.org/officeDocument/2006/relationships/notesSlide" Target="/ppt/notesSlides/notesSlide11.xml" Id="Ra5341a3d94694ac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06d2977a10a42c2" /><Relationship Type="http://schemas.openxmlformats.org/officeDocument/2006/relationships/image" Target="/ppt/media/image23.png" Id="Rb5b13cbb987a4c5a" /><Relationship Type="http://schemas.openxmlformats.org/officeDocument/2006/relationships/image" Target="/ppt/media/image23.svg" Id="Rb59d1b4c0842450d" /><Relationship Type="http://schemas.openxmlformats.org/officeDocument/2006/relationships/image" Target="/ppt/media/image24.png" Id="R9191df715eed455d" /><Relationship Type="http://schemas.openxmlformats.org/officeDocument/2006/relationships/image" Target="/ppt/media/image24.svg" Id="Rf92982ff04064465" /><Relationship Type="http://schemas.openxmlformats.org/officeDocument/2006/relationships/notesSlide" Target="/ppt/notesSlides/notesSlide12.xml" Id="R4db30a57027142c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08cdd2a0ae94127" /><Relationship Type="http://schemas.openxmlformats.org/officeDocument/2006/relationships/image" Target="/ppt/media/image25.png" Id="R9d654ff407664c98" /><Relationship Type="http://schemas.openxmlformats.org/officeDocument/2006/relationships/image" Target="/ppt/media/image25.svg" Id="Re9f3a896e1aa48f7" /><Relationship Type="http://schemas.openxmlformats.org/officeDocument/2006/relationships/image" Target="/ppt/media/image26.png" Id="Rcbde87e1a97c4044" /><Relationship Type="http://schemas.openxmlformats.org/officeDocument/2006/relationships/image" Target="/ppt/media/image26.svg" Id="Rc42826b5d53240dd" /><Relationship Type="http://schemas.openxmlformats.org/officeDocument/2006/relationships/notesSlide" Target="/ppt/notesSlides/notesSlide13.xml" Id="R742518b652064d1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f2ef4ae4f954a3b" /><Relationship Type="http://schemas.openxmlformats.org/officeDocument/2006/relationships/image" Target="/ppt/media/image27.png" Id="R641a9dce0725439a" /><Relationship Type="http://schemas.openxmlformats.org/officeDocument/2006/relationships/image" Target="/ppt/media/image27.svg" Id="R6655c00888374d3a" /><Relationship Type="http://schemas.openxmlformats.org/officeDocument/2006/relationships/image" Target="/ppt/media/image28.png" Id="R26765297caef4ed0" /><Relationship Type="http://schemas.openxmlformats.org/officeDocument/2006/relationships/image" Target="/ppt/media/image28.svg" Id="Rbc22d6687ae042bf" /><Relationship Type="http://schemas.openxmlformats.org/officeDocument/2006/relationships/notesSlide" Target="/ppt/notesSlides/notesSlide14.xml" Id="R47b5a4eaaac74e3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b79a7b819634c92" /><Relationship Type="http://schemas.openxmlformats.org/officeDocument/2006/relationships/image" Target="/ppt/media/image29.png" Id="R158d890a70fb429a" /><Relationship Type="http://schemas.openxmlformats.org/officeDocument/2006/relationships/image" Target="/ppt/media/image29.svg" Id="Rb8de4775161f48dd" /><Relationship Type="http://schemas.openxmlformats.org/officeDocument/2006/relationships/image" Target="/ppt/media/image30.png" Id="R4e48bec06bab479f" /><Relationship Type="http://schemas.openxmlformats.org/officeDocument/2006/relationships/image" Target="/ppt/media/image30.svg" Id="R03ae15741cb94988" /><Relationship Type="http://schemas.openxmlformats.org/officeDocument/2006/relationships/notesSlide" Target="/ppt/notesSlides/notesSlide15.xml" Id="R48d5eb6b2000432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6a1b928ee68416a" /><Relationship Type="http://schemas.openxmlformats.org/officeDocument/2006/relationships/image" Target="/ppt/media/image31.png" Id="R109cf01763cf45b5" /><Relationship Type="http://schemas.openxmlformats.org/officeDocument/2006/relationships/image" Target="/ppt/media/image31.svg" Id="R31d7aa73f6e942da" /><Relationship Type="http://schemas.openxmlformats.org/officeDocument/2006/relationships/image" Target="/ppt/media/image32.png" Id="Rd95c73c89fc749ba" /><Relationship Type="http://schemas.openxmlformats.org/officeDocument/2006/relationships/image" Target="/ppt/media/image32.svg" Id="R43516cdc9aa54a76" /><Relationship Type="http://schemas.openxmlformats.org/officeDocument/2006/relationships/notesSlide" Target="/ppt/notesSlides/notesSlide16.xml" Id="Re830156f0aa2478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2bbb3a2ae7e499d" /><Relationship Type="http://schemas.openxmlformats.org/officeDocument/2006/relationships/image" Target="/ppt/media/image33.png" Id="R08ed5eb1bd5349a1" /><Relationship Type="http://schemas.openxmlformats.org/officeDocument/2006/relationships/image" Target="/ppt/media/image33.svg" Id="Re4beb0496e5c4bf3" /><Relationship Type="http://schemas.openxmlformats.org/officeDocument/2006/relationships/image" Target="/ppt/media/image34.png" Id="R3227d0d36dcd41b0" /><Relationship Type="http://schemas.openxmlformats.org/officeDocument/2006/relationships/image" Target="/ppt/media/image34.svg" Id="R1db019f3953349d8" /><Relationship Type="http://schemas.openxmlformats.org/officeDocument/2006/relationships/notesSlide" Target="/ppt/notesSlides/notesSlide17.xml" Id="R8a8dde2209fa402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9d820d22e514da0" /><Relationship Type="http://schemas.openxmlformats.org/officeDocument/2006/relationships/image" Target="/ppt/media/image35.png" Id="R7c03a63c20ba48df" /><Relationship Type="http://schemas.openxmlformats.org/officeDocument/2006/relationships/image" Target="/ppt/media/image35.svg" Id="Re87eccd106ab4c3c" /><Relationship Type="http://schemas.openxmlformats.org/officeDocument/2006/relationships/image" Target="/ppt/media/image36.png" Id="Rf8775c6178684352" /><Relationship Type="http://schemas.openxmlformats.org/officeDocument/2006/relationships/image" Target="/ppt/media/image36.svg" Id="R49e9acc65ab14478" /><Relationship Type="http://schemas.openxmlformats.org/officeDocument/2006/relationships/notesSlide" Target="/ppt/notesSlides/notesSlide18.xml" Id="R77d10ceaa6e04c8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695cc3c797842fd" /><Relationship Type="http://schemas.openxmlformats.org/officeDocument/2006/relationships/image" Target="/ppt/media/image37.png" Id="Ra15d991a2a994bdb" /><Relationship Type="http://schemas.openxmlformats.org/officeDocument/2006/relationships/image" Target="/ppt/media/image37.svg" Id="R2557d9da08b848f7" /><Relationship Type="http://schemas.openxmlformats.org/officeDocument/2006/relationships/image" Target="/ppt/media/image38.png" Id="Ra72f3daae4ad4b33" /><Relationship Type="http://schemas.openxmlformats.org/officeDocument/2006/relationships/image" Target="/ppt/media/image38.svg" Id="Rdc9c9d6c1d094b30" /><Relationship Type="http://schemas.openxmlformats.org/officeDocument/2006/relationships/notesSlide" Target="/ppt/notesSlides/notesSlide19.xml" Id="R11dd4ce7cd1f4ee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cd8a0a6b3824626" /><Relationship Type="http://schemas.openxmlformats.org/officeDocument/2006/relationships/image" Target="/ppt/media/image39.png" Id="R97a15af521584f74" /><Relationship Type="http://schemas.openxmlformats.org/officeDocument/2006/relationships/image" Target="/ppt/media/image39.svg" Id="R0c3ce9eea8d642f0" /><Relationship Type="http://schemas.openxmlformats.org/officeDocument/2006/relationships/image" Target="/ppt/media/image40.png" Id="Re64143e9984842b5" /><Relationship Type="http://schemas.openxmlformats.org/officeDocument/2006/relationships/image" Target="/ppt/media/image40.svg" Id="R4736602331084e36" /><Relationship Type="http://schemas.openxmlformats.org/officeDocument/2006/relationships/notesSlide" Target="/ppt/notesSlides/notesSlide20.xml" Id="Ra3b3f96a81f842d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863df232ccd4926" /><Relationship Type="http://schemas.openxmlformats.org/officeDocument/2006/relationships/image" Target="/ppt/media/image41.png" Id="R16e46eab1ab74b24" /><Relationship Type="http://schemas.openxmlformats.org/officeDocument/2006/relationships/image" Target="/ppt/media/image41.svg" Id="R7ee124db67054f17" /><Relationship Type="http://schemas.openxmlformats.org/officeDocument/2006/relationships/image" Target="/ppt/media/image42.png" Id="R46dabaa787864e68" /><Relationship Type="http://schemas.openxmlformats.org/officeDocument/2006/relationships/image" Target="/ppt/media/image42.svg" Id="R06bf6ec4f90647f8" /><Relationship Type="http://schemas.openxmlformats.org/officeDocument/2006/relationships/notesSlide" Target="/ppt/notesSlides/notesSlide21.xml" Id="R9ce4c2425e944dc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2bb370ebb0846fe" /><Relationship Type="http://schemas.openxmlformats.org/officeDocument/2006/relationships/image" Target="/ppt/media/image43.png" Id="R06c8952ee9c943af" /><Relationship Type="http://schemas.openxmlformats.org/officeDocument/2006/relationships/image" Target="/ppt/media/image43.svg" Id="R10d9c5e3781e443c" /><Relationship Type="http://schemas.openxmlformats.org/officeDocument/2006/relationships/image" Target="/ppt/media/image44.png" Id="R06d4671c68ec4b8b" /><Relationship Type="http://schemas.openxmlformats.org/officeDocument/2006/relationships/image" Target="/ppt/media/image44.svg" Id="Rad4b30e276f1438d" /><Relationship Type="http://schemas.openxmlformats.org/officeDocument/2006/relationships/notesSlide" Target="/ppt/notesSlides/notesSlide22.xml" Id="R6d196b0f0a504f4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3d99cd4e90649ec" /><Relationship Type="http://schemas.openxmlformats.org/officeDocument/2006/relationships/image" Target="/ppt/media/image45.png" Id="Rcb4fa69af45a4d4d" /><Relationship Type="http://schemas.openxmlformats.org/officeDocument/2006/relationships/image" Target="/ppt/media/image45.svg" Id="Rf1df5477cc2c405c" /><Relationship Type="http://schemas.openxmlformats.org/officeDocument/2006/relationships/image" Target="/ppt/media/image46.png" Id="R652ccbcf59974d83" /><Relationship Type="http://schemas.openxmlformats.org/officeDocument/2006/relationships/image" Target="/ppt/media/image46.svg" Id="Rfaeb61dd6a5b4b82" /><Relationship Type="http://schemas.openxmlformats.org/officeDocument/2006/relationships/notesSlide" Target="/ppt/notesSlides/notesSlide23.xml" Id="R4a0d5632af284bf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98bfcc86a174940" /><Relationship Type="http://schemas.openxmlformats.org/officeDocument/2006/relationships/image" Target="/ppt/media/image47.png" Id="R761167120b9a4416" /><Relationship Type="http://schemas.openxmlformats.org/officeDocument/2006/relationships/image" Target="/ppt/media/image47.svg" Id="R23476804ee8e44a3" /><Relationship Type="http://schemas.openxmlformats.org/officeDocument/2006/relationships/image" Target="/ppt/media/image48.png" Id="Rfa2ec2e516c04402" /><Relationship Type="http://schemas.openxmlformats.org/officeDocument/2006/relationships/image" Target="/ppt/media/image48.svg" Id="Rc5115eb7f49f4822" /><Relationship Type="http://schemas.openxmlformats.org/officeDocument/2006/relationships/notesSlide" Target="/ppt/notesSlides/notesSlide24.xml" Id="R7869f015215e4c1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88853540498451d" /><Relationship Type="http://schemas.openxmlformats.org/officeDocument/2006/relationships/image" Target="/ppt/media/image49.png" Id="Rf383c669d13848df" /><Relationship Type="http://schemas.openxmlformats.org/officeDocument/2006/relationships/image" Target="/ppt/media/image50.png" Id="R76a56d21266d41d1" /><Relationship Type="http://schemas.openxmlformats.org/officeDocument/2006/relationships/image" Target="/ppt/media/image49.svg" Id="Rb28fd2fae178490b" /><Relationship Type="http://schemas.openxmlformats.org/officeDocument/2006/relationships/image" Target="/ppt/media/image51.png" Id="R10030e0c8054429d" /><Relationship Type="http://schemas.openxmlformats.org/officeDocument/2006/relationships/image" Target="/ppt/media/image50.svg" Id="R63be0ef029834e99" /><Relationship Type="http://schemas.openxmlformats.org/officeDocument/2006/relationships/notesSlide" Target="/ppt/notesSlides/notesSlide25.xml" Id="Rf2fd5065f55c4ea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fc81d83278b4f21" /><Relationship Type="http://schemas.openxmlformats.org/officeDocument/2006/relationships/image" Target="/ppt/media/image52.png" Id="R4d09bdf45a05474a" /><Relationship Type="http://schemas.openxmlformats.org/officeDocument/2006/relationships/image" Target="/ppt/media/image53.png" Id="Rc7ee32979a7b471c" /><Relationship Type="http://schemas.openxmlformats.org/officeDocument/2006/relationships/image" Target="/ppt/media/image51.svg" Id="R8cbb1cfcb3a34f98" /><Relationship Type="http://schemas.openxmlformats.org/officeDocument/2006/relationships/image" Target="/ppt/media/image54.png" Id="Rd7e80e1e02094c00" /><Relationship Type="http://schemas.openxmlformats.org/officeDocument/2006/relationships/image" Target="/ppt/media/image52.svg" Id="R8b0d09b9e47e48e3" /><Relationship Type="http://schemas.openxmlformats.org/officeDocument/2006/relationships/notesSlide" Target="/ppt/notesSlides/notesSlide26.xml" Id="R085f7f594d92499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1f53992793c4579" /><Relationship Type="http://schemas.openxmlformats.org/officeDocument/2006/relationships/image" Target="/ppt/media/image55.png" Id="R64858aea65624347" /><Relationship Type="http://schemas.openxmlformats.org/officeDocument/2006/relationships/image" Target="/ppt/media/image56.png" Id="Raa8b2accdbc34383" /><Relationship Type="http://schemas.openxmlformats.org/officeDocument/2006/relationships/image" Target="/ppt/media/image53.svg" Id="R4d00fb1c5f1a4984" /><Relationship Type="http://schemas.openxmlformats.org/officeDocument/2006/relationships/image" Target="/ppt/media/image57.png" Id="Rab034670270a4875" /><Relationship Type="http://schemas.openxmlformats.org/officeDocument/2006/relationships/image" Target="/ppt/media/image54.svg" Id="R1c3dff61a608471f" /><Relationship Type="http://schemas.openxmlformats.org/officeDocument/2006/relationships/notesSlide" Target="/ppt/notesSlides/notesSlide27.xml" Id="R212eada0713542c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e267f0267114d12" /><Relationship Type="http://schemas.openxmlformats.org/officeDocument/2006/relationships/image" Target="/ppt/media/image58.png" Id="Rb28d74afa0c4494b" /><Relationship Type="http://schemas.openxmlformats.org/officeDocument/2006/relationships/image" Target="/ppt/media/image59.png" Id="Rc9b7be48373245ec" /><Relationship Type="http://schemas.openxmlformats.org/officeDocument/2006/relationships/image" Target="/ppt/media/image55.svg" Id="Rf87e37e0cf234de9" /><Relationship Type="http://schemas.openxmlformats.org/officeDocument/2006/relationships/image" Target="/ppt/media/image60.png" Id="Rc0280580ad374601" /><Relationship Type="http://schemas.openxmlformats.org/officeDocument/2006/relationships/image" Target="/ppt/media/image56.svg" Id="R175c58e77e0b422b" /><Relationship Type="http://schemas.openxmlformats.org/officeDocument/2006/relationships/notesSlide" Target="/ppt/notesSlides/notesSlide28.xml" Id="R3e1ea6f0b5d44cc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4bd8a84eaf84ec8" /><Relationship Type="http://schemas.openxmlformats.org/officeDocument/2006/relationships/image" Target="/ppt/media/image61.png" Id="R2b7dd4ad16e149dd" /><Relationship Type="http://schemas.openxmlformats.org/officeDocument/2006/relationships/image" Target="/ppt/media/image57.svg" Id="Rf3949d089c594b8b" /><Relationship Type="http://schemas.openxmlformats.org/officeDocument/2006/relationships/image" Target="/ppt/media/image49.png" Id="Ra04ce7534bce4019" /><Relationship Type="http://schemas.openxmlformats.org/officeDocument/2006/relationships/image" Target="/ppt/media/image62.png" Id="R597165c2c2874fab" /><Relationship Type="http://schemas.openxmlformats.org/officeDocument/2006/relationships/image" Target="/ppt/media/image58.svg" Id="Rc20a6c8830bb44f6" /><Relationship Type="http://schemas.openxmlformats.org/officeDocument/2006/relationships/notesSlide" Target="/ppt/notesSlides/notesSlide29.xml" Id="Rd3351042482340c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818901c27144894" /><Relationship Type="http://schemas.openxmlformats.org/officeDocument/2006/relationships/image" Target="/ppt/media/image63.png" Id="R50a4d65f57cc46d6" /><Relationship Type="http://schemas.openxmlformats.org/officeDocument/2006/relationships/image" Target="/ppt/media/image64.png" Id="R0c4da88e09bb475e" /><Relationship Type="http://schemas.openxmlformats.org/officeDocument/2006/relationships/image" Target="/ppt/media/image59.svg" Id="Rf7caaf9b990342f5" /><Relationship Type="http://schemas.openxmlformats.org/officeDocument/2006/relationships/image" Target="/ppt/media/image65.png" Id="R2f3115bb2e684b2b" /><Relationship Type="http://schemas.openxmlformats.org/officeDocument/2006/relationships/image" Target="/ppt/media/image60.svg" Id="R570497128c6b4598" /><Relationship Type="http://schemas.openxmlformats.org/officeDocument/2006/relationships/notesSlide" Target="/ppt/notesSlides/notesSlide30.xml" Id="Rd37845bbe00c4e8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27aa2fc2d8f4164" /><Relationship Type="http://schemas.openxmlformats.org/officeDocument/2006/relationships/image" Target="/ppt/media/image66.png" Id="Rcc0430faa9a94603" /><Relationship Type="http://schemas.openxmlformats.org/officeDocument/2006/relationships/image" Target="/ppt/media/image61.svg" Id="R9316059243054b04" /><Relationship Type="http://schemas.openxmlformats.org/officeDocument/2006/relationships/image" Target="/ppt/media/image52.png" Id="R0963fcf197d94181" /><Relationship Type="http://schemas.openxmlformats.org/officeDocument/2006/relationships/image" Target="/ppt/media/image67.png" Id="Rc5a27a6976e54ae9" /><Relationship Type="http://schemas.openxmlformats.org/officeDocument/2006/relationships/image" Target="/ppt/media/image62.svg" Id="Ra9574e5f87934fd4" /><Relationship Type="http://schemas.openxmlformats.org/officeDocument/2006/relationships/notesSlide" Target="/ppt/notesSlides/notesSlide31.xml" Id="Rffd78fea5f6d46b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5a1599836f04e4b" /><Relationship Type="http://schemas.openxmlformats.org/officeDocument/2006/relationships/image" Target="/ppt/media/image68.png" Id="Rff309464c47142dd" /><Relationship Type="http://schemas.openxmlformats.org/officeDocument/2006/relationships/image" Target="/ppt/media/image69.png" Id="R2e25b4f098374873" /><Relationship Type="http://schemas.openxmlformats.org/officeDocument/2006/relationships/image" Target="/ppt/media/image63.svg" Id="R7bd3062745ce4842" /><Relationship Type="http://schemas.openxmlformats.org/officeDocument/2006/relationships/image" Target="/ppt/media/image70.png" Id="Ra75f21e0f297452c" /><Relationship Type="http://schemas.openxmlformats.org/officeDocument/2006/relationships/image" Target="/ppt/media/image64.svg" Id="Re0af752c1f824a93" /><Relationship Type="http://schemas.openxmlformats.org/officeDocument/2006/relationships/notesSlide" Target="/ppt/notesSlides/notesSlide32.xml" Id="Rc631dc92518546f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769b84becf049e3" /><Relationship Type="http://schemas.openxmlformats.org/officeDocument/2006/relationships/image" Target="/ppt/media/image71.png" Id="Re0e264858fb74578" /><Relationship Type="http://schemas.openxmlformats.org/officeDocument/2006/relationships/image" Target="/ppt/media/image65.svg" Id="R851bfc9bdde541c6" /><Relationship Type="http://schemas.openxmlformats.org/officeDocument/2006/relationships/image" Target="/ppt/media/image55.png" Id="R2a159215bda64726" /><Relationship Type="http://schemas.openxmlformats.org/officeDocument/2006/relationships/image" Target="/ppt/media/image72.png" Id="R101768c842cf4ad5" /><Relationship Type="http://schemas.openxmlformats.org/officeDocument/2006/relationships/image" Target="/ppt/media/image66.svg" Id="R67183f6721cc4d59" /><Relationship Type="http://schemas.openxmlformats.org/officeDocument/2006/relationships/notesSlide" Target="/ppt/notesSlides/notesSlide33.xml" Id="Rf25998ff6f2e4167" /></Relationships>
</file>

<file path=ppt/slides/slide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84481b6954d4ed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CFC63DB-514F-4BF4-9982-D15DA28FDE8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20202">
              <a:alpha val="30000"/>
            </a:srgb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D1EAF4A8-3EB4-4EC7-9DF9-A6A8F63A6A2A}"/>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gradFill xmlns:a="http://schemas.openxmlformats.org/drawingml/2006/main">
            <a:gsLst>
              <a:gs pos="0">
                <a:srgbClr val="030303">
                  <a:alpha val="98000"/>
                </a:srgbClr>
              </a:gs>
              <a:gs pos="72000">
                <a:srgbClr val="030303">
                  <a:alpha val="78000"/>
                </a:srgbClr>
              </a:gs>
              <a:gs pos="100000">
                <a:srgbClr val="030303">
                  <a:alpha val="0"/>
                </a:srgbClr>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BEF80C4E-19A2-46FD-893E-5CDE2FBDD0B8}"/>
              </a:ext>
            </a:extLst>
          </p:cNvPr>
          <p:cNvSpPr>
            <a:spLocks xmlns:a="http://schemas.openxmlformats.org/drawingml/2006/main" noGrp="1"/>
          </p:cNvSpPr>
          <p:nvPr/>
        </p:nvSpPr>
        <p:spPr>
          <a:xfrm xmlns:a="http://schemas.openxmlformats.org/drawingml/2006/main">
            <a:off x="685800" y="7239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2B84B"/>
                </a:solidFill>
              </a:defRPr>
            </a:pPr>
            <a:r>
              <a:rPr sz="1125" b="1" i="0">
                <a:solidFill>
                  <a:srgbClr val="F2B84B"/>
                </a:solidFill>
              </a:rPr>
              <a:t>LIGHTYEAR</a:t>
            </a:r>
          </a:p>
        </p:txBody>
      </p:sp>
      <p:sp>
        <p:nvSpPr>
          <p:cNvPr id="5" name="">
            <a:extLst xmlns:a="http://schemas.openxmlformats.org/drawingml/2006/main">
              <a:ext uri="{FF2B5EF4-FFF2-40B4-BE49-F238E27FC236}">
                <a16:creationId xmlns:a16="http://schemas.microsoft.com/office/drawing/2014/main" id="{947F1F36-AA14-4DA3-8E62-BFD4476868C9}"/>
              </a:ext>
            </a:extLst>
          </p:cNvPr>
          <p:cNvSpPr>
            <a:spLocks xmlns:a="http://schemas.openxmlformats.org/drawingml/2006/main" noGrp="1"/>
          </p:cNvSpPr>
          <p:nvPr/>
        </p:nvSpPr>
        <p:spPr>
          <a:xfrm xmlns:a="http://schemas.openxmlformats.org/drawingml/2006/main">
            <a:off x="685800" y="1466850"/>
            <a:ext cx="6572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050" b="1" i="0">
                <a:solidFill>
                  <a:srgbClr val="F8F4EC"/>
                </a:solidFill>
              </a:defRPr>
            </a:pPr>
            <a:r>
              <a:rPr sz="4050" b="1" i="0">
                <a:solidFill>
                  <a:srgbClr val="F8F4EC"/>
                </a:solidFill>
              </a:rPr>
              <a:t>The trust layer for</a:t>
            </a:r>
          </a:p>
          <a:p xmlns:a="http://schemas.openxmlformats.org/drawingml/2006/main">
            <a:pPr algn="l">
              <a:buNone/>
              <a:defRPr sz="4050" b="1" i="0">
                <a:solidFill>
                  <a:srgbClr val="F8F4EC"/>
                </a:solidFill>
              </a:defRPr>
            </a:pPr>
            <a:r>
              <a:rPr sz="4050" b="1" i="0">
                <a:solidFill>
                  <a:srgbClr val="F8F4EC"/>
                </a:solidFill>
              </a:rPr>
              <a:t>autonomous modernization</a:t>
            </a:r>
          </a:p>
        </p:txBody>
      </p:sp>
      <p:sp>
        <p:nvSpPr>
          <p:cNvPr id="6" name="">
            <a:extLst xmlns:a="http://schemas.openxmlformats.org/drawingml/2006/main">
              <a:ext uri="{FF2B5EF4-FFF2-40B4-BE49-F238E27FC236}">
                <a16:creationId xmlns:a16="http://schemas.microsoft.com/office/drawing/2014/main" id="{9BE0C3A2-D1C5-4955-B6B7-A99A08A19409}"/>
              </a:ext>
            </a:extLst>
          </p:cNvPr>
          <p:cNvSpPr>
            <a:spLocks xmlns:a="http://schemas.openxmlformats.org/drawingml/2006/main" noGrp="1"/>
          </p:cNvSpPr>
          <p:nvPr/>
        </p:nvSpPr>
        <p:spPr>
          <a:xfrm xmlns:a="http://schemas.openxmlformats.org/drawingml/2006/main">
            <a:off x="704850" y="3619500"/>
            <a:ext cx="561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i="0">
                <a:solidFill>
                  <a:srgbClr val="C5BDAF"/>
                </a:solidFill>
              </a:defRPr>
            </a:pPr>
            <a:r>
              <a:rPr sz="1800" b="0" i="0">
                <a:solidFill>
                  <a:srgbClr val="C5BDAF"/>
                </a:solidFill>
              </a:rPr>
              <a:t>Turn AI-generated change into evidence enterprises can approve.</a:t>
            </a:r>
          </a:p>
        </p:txBody>
      </p:sp>
      <p:sp>
        <p:nvSpPr>
          <p:cNvPr id="7" name="">
            <a:extLst xmlns:a="http://schemas.openxmlformats.org/drawingml/2006/main">
              <a:ext uri="{FF2B5EF4-FFF2-40B4-BE49-F238E27FC236}">
                <a16:creationId xmlns:a16="http://schemas.microsoft.com/office/drawing/2014/main" id="{B5F50899-2C88-4ACF-BFEF-18582DC5421C}"/>
              </a:ext>
            </a:extLst>
          </p:cNvPr>
          <p:cNvSpPr>
            <a:spLocks xmlns:a="http://schemas.openxmlformats.org/drawingml/2006/main" noGrp="1"/>
          </p:cNvSpPr>
          <p:nvPr/>
        </p:nvSpPr>
        <p:spPr>
          <a:xfrm xmlns:a="http://schemas.openxmlformats.org/drawingml/2006/main">
            <a:off x="704850" y="4629150"/>
            <a:ext cx="20955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1DAB8058-B62C-47ED-9111-A08ECB6D9FD4}"/>
              </a:ext>
            </a:extLst>
          </p:cNvPr>
          <p:cNvSpPr>
            <a:spLocks xmlns:a="http://schemas.openxmlformats.org/drawingml/2006/main" noGrp="1"/>
          </p:cNvSpPr>
          <p:nvPr/>
        </p:nvSpPr>
        <p:spPr>
          <a:xfrm xmlns:a="http://schemas.openxmlformats.org/drawingml/2006/main">
            <a:off x="704850" y="48577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F2B84B"/>
                </a:solidFill>
              </a:defRPr>
            </a:pPr>
            <a:r>
              <a:rPr sz="1200" b="1" i="0">
                <a:solidFill>
                  <a:srgbClr val="F2B84B"/>
                </a:solidFill>
              </a:rPr>
              <a:t>Investor narrative  |  MS #20-28</a:t>
            </a:r>
          </a:p>
        </p:txBody>
      </p:sp>
      <p:sp>
        <p:nvSpPr>
          <p:cNvPr id="10" name="">
            <a:extLst xmlns:a="http://schemas.openxmlformats.org/drawingml/2006/main">
              <a:ext uri="{FF2B5EF4-FFF2-40B4-BE49-F238E27FC236}">
                <a16:creationId xmlns:a16="http://schemas.microsoft.com/office/drawing/2014/main" id="{BB08D08D-50E3-41D1-A8C0-A4A32F3E92B1}"/>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2" name="">
            <a:extLst xmlns:a="http://schemas.openxmlformats.org/drawingml/2006/main">
              <a:ext uri="{FF2B5EF4-FFF2-40B4-BE49-F238E27FC236}">
                <a16:creationId xmlns:a16="http://schemas.microsoft.com/office/drawing/2014/main" id="{880839B1-C204-454F-9C06-FAD74CD7C330}"/>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3" name="">
            <a:extLst xmlns:a="http://schemas.openxmlformats.org/drawingml/2006/main">
              <a:ext uri="{FF2B5EF4-FFF2-40B4-BE49-F238E27FC236}">
                <a16:creationId xmlns:a16="http://schemas.microsoft.com/office/drawing/2014/main" id="{7216EDCA-2DEA-4F08-8D09-8BBE59DF8A26}"/>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01</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84481b6954d4eda">
            <a:extLst>
              <a:ext uri="{96DAC541-7B7A-43D3-8B79-37D633B846F1}">
                <asvg:svgBlip xmlns:asvg="http://schemas.microsoft.com/office/drawing/2016/SVG/main" r:embed="R36f8418d801642cb"/>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6552529c685f433f">
            <a:extLst>
              <a:ext uri="{96DAC541-7B7A-43D3-8B79-37D633B846F1}">
                <asvg:svgBlip xmlns:asvg="http://schemas.microsoft.com/office/drawing/2016/SVG/main" r:embed="R28dd37e067e44043"/>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115461329"/>
      </p:ext>
    </p:extLst>
  </p:cSld>
</p:sld>
</file>

<file path=ppt/slides/slide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7f8c070d6434db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1BFB040-B13C-4AEF-84B2-83D80E54070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alpha val="86000"/>
            </a:srgb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165F193E-7B4B-4993-B249-23990782FC5D}"/>
              </a:ext>
            </a:extLst>
          </p:cNvPr>
          <p:cNvSpPr>
            <a:spLocks xmlns:a="http://schemas.openxmlformats.org/drawingml/2006/main" noGrp="1"/>
          </p:cNvSpPr>
          <p:nvPr/>
        </p:nvSpPr>
        <p:spPr>
          <a:xfrm xmlns:a="http://schemas.openxmlformats.org/drawingml/2006/main">
            <a:off x="6096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2B84B"/>
                </a:solidFill>
              </a:defRPr>
            </a:pPr>
            <a:r>
              <a:rPr sz="1125" b="1" i="0">
                <a:solidFill>
                  <a:srgbClr val="F2B84B"/>
                </a:solidFill>
              </a:rPr>
              <a:t>THE CONSTRAINT</a:t>
            </a:r>
          </a:p>
        </p:txBody>
      </p:sp>
      <p:sp>
        <p:nvSpPr>
          <p:cNvPr id="4" name="">
            <a:extLst xmlns:a="http://schemas.openxmlformats.org/drawingml/2006/main">
              <a:ext uri="{FF2B5EF4-FFF2-40B4-BE49-F238E27FC236}">
                <a16:creationId xmlns:a16="http://schemas.microsoft.com/office/drawing/2014/main" id="{00414B70-E908-4AC7-BBF4-D7C6B708C07D}"/>
              </a:ext>
            </a:extLst>
          </p:cNvPr>
          <p:cNvSpPr>
            <a:spLocks xmlns:a="http://schemas.openxmlformats.org/drawingml/2006/main" noGrp="1"/>
          </p:cNvSpPr>
          <p:nvPr/>
        </p:nvSpPr>
        <p:spPr>
          <a:xfrm xmlns:a="http://schemas.openxmlformats.org/drawingml/2006/main">
            <a:off x="609600" y="8001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i="0">
                <a:solidFill>
                  <a:srgbClr val="F8F4EC"/>
                </a:solidFill>
              </a:defRPr>
            </a:pPr>
            <a:r>
              <a:rPr sz="2850" b="1" i="0">
                <a:solidFill>
                  <a:srgbClr val="F8F4EC"/>
                </a:solidFill>
              </a:rPr>
              <a:t>Modernization is blocked by confidence, not code</a:t>
            </a:r>
          </a:p>
        </p:txBody>
      </p:sp>
      <p:sp>
        <p:nvSpPr>
          <p:cNvPr id="5" name="">
            <a:extLst xmlns:a="http://schemas.openxmlformats.org/drawingml/2006/main">
              <a:ext uri="{FF2B5EF4-FFF2-40B4-BE49-F238E27FC236}">
                <a16:creationId xmlns:a16="http://schemas.microsoft.com/office/drawing/2014/main" id="{0CE18C21-AD9A-4293-8DEF-6EF748909C26}"/>
              </a:ext>
            </a:extLst>
          </p:cNvPr>
          <p:cNvSpPr>
            <a:spLocks xmlns:a="http://schemas.openxmlformats.org/drawingml/2006/main" noGrp="1"/>
          </p:cNvSpPr>
          <p:nvPr/>
        </p:nvSpPr>
        <p:spPr>
          <a:xfrm xmlns:a="http://schemas.openxmlformats.org/drawingml/2006/main">
            <a:off x="609600" y="1409700"/>
            <a:ext cx="8953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
            <a:extLst xmlns:a="http://schemas.openxmlformats.org/drawingml/2006/main">
              <a:ext uri="{FF2B5EF4-FFF2-40B4-BE49-F238E27FC236}">
                <a16:creationId xmlns:a16="http://schemas.microsoft.com/office/drawing/2014/main" id="{86FC73A7-B833-48AF-B7BD-BC236C5B6ABE}"/>
              </a:ext>
            </a:extLst>
          </p:cNvPr>
          <p:cNvSpPr>
            <a:spLocks xmlns:a="http://schemas.openxmlformats.org/drawingml/2006/main" noGrp="1"/>
          </p:cNvSpPr>
          <p:nvPr/>
        </p:nvSpPr>
        <p:spPr>
          <a:xfrm xmlns:a="http://schemas.openxmlformats.org/drawingml/2006/main">
            <a:off x="666750" y="1962150"/>
            <a:ext cx="57150" cy="5715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 name="">
            <a:extLst xmlns:a="http://schemas.openxmlformats.org/drawingml/2006/main">
              <a:ext uri="{FF2B5EF4-FFF2-40B4-BE49-F238E27FC236}">
                <a16:creationId xmlns:a16="http://schemas.microsoft.com/office/drawing/2014/main" id="{3E912B64-EDF4-4D67-91C1-B964D2F7971C}"/>
              </a:ext>
            </a:extLst>
          </p:cNvPr>
          <p:cNvSpPr>
            <a:spLocks xmlns:a="http://schemas.openxmlformats.org/drawingml/2006/main" noGrp="1"/>
          </p:cNvSpPr>
          <p:nvPr/>
        </p:nvSpPr>
        <p:spPr>
          <a:xfrm xmlns:a="http://schemas.openxmlformats.org/drawingml/2006/main">
            <a:off x="933450" y="1924050"/>
            <a:ext cx="61150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i="0">
                <a:solidFill>
                  <a:srgbClr val="F8F4EC"/>
                </a:solidFill>
              </a:defRPr>
            </a:pPr>
            <a:r>
              <a:rPr sz="2325" b="1" i="0">
                <a:solidFill>
                  <a:srgbClr val="F8F4EC"/>
                </a:solidFill>
              </a:rPr>
              <a:t>A generated candidate can look right long before anyone can prove it is right.</a:t>
            </a:r>
          </a:p>
        </p:txBody>
      </p:sp>
      <p:sp>
        <p:nvSpPr>
          <p:cNvPr id="8" name="">
            <a:extLst xmlns:a="http://schemas.openxmlformats.org/drawingml/2006/main">
              <a:ext uri="{FF2B5EF4-FFF2-40B4-BE49-F238E27FC236}">
                <a16:creationId xmlns:a16="http://schemas.microsoft.com/office/drawing/2014/main" id="{283C0AB8-C5F9-4539-A2E7-4C1701F9FEC3}"/>
              </a:ext>
            </a:extLst>
          </p:cNvPr>
          <p:cNvSpPr>
            <a:spLocks xmlns:a="http://schemas.openxmlformats.org/drawingml/2006/main" noGrp="1"/>
          </p:cNvSpPr>
          <p:nvPr/>
        </p:nvSpPr>
        <p:spPr>
          <a:xfrm xmlns:a="http://schemas.openxmlformats.org/drawingml/2006/main">
            <a:off x="7858125" y="18097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F2B84B"/>
                </a:solidFill>
              </a:defRPr>
            </a:pPr>
            <a:r>
              <a:rPr sz="3450" b="1" i="0">
                <a:solidFill>
                  <a:srgbClr val="F2B84B"/>
                </a:solidFill>
              </a:rPr>
              <a:t>01</a:t>
            </a:r>
          </a:p>
        </p:txBody>
      </p:sp>
      <p:sp>
        <p:nvSpPr>
          <p:cNvPr id="9" name="">
            <a:extLst xmlns:a="http://schemas.openxmlformats.org/drawingml/2006/main">
              <a:ext uri="{FF2B5EF4-FFF2-40B4-BE49-F238E27FC236}">
                <a16:creationId xmlns:a16="http://schemas.microsoft.com/office/drawing/2014/main" id="{44230399-49D5-4DB4-9596-42689FAF602D}"/>
              </a:ext>
            </a:extLst>
          </p:cNvPr>
          <p:cNvSpPr>
            <a:spLocks xmlns:a="http://schemas.openxmlformats.org/drawingml/2006/main" noGrp="1"/>
          </p:cNvSpPr>
          <p:nvPr/>
        </p:nvSpPr>
        <p:spPr>
          <a:xfrm xmlns:a="http://schemas.openxmlformats.org/drawingml/2006/main">
            <a:off x="7858125" y="241935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C5BDAF"/>
                </a:solidFill>
              </a:defRPr>
            </a:pPr>
            <a:r>
              <a:rPr sz="1350" b="0" i="0">
                <a:solidFill>
                  <a:srgbClr val="C5BDAF"/>
                </a:solidFill>
              </a:rPr>
              <a:t>Source truth is fragmented across code, jobs, data, and runtime systems.</a:t>
            </a:r>
          </a:p>
        </p:txBody>
      </p:sp>
      <p:sp>
        <p:nvSpPr>
          <p:cNvPr id="10" name="">
            <a:extLst xmlns:a="http://schemas.openxmlformats.org/drawingml/2006/main">
              <a:ext uri="{FF2B5EF4-FFF2-40B4-BE49-F238E27FC236}">
                <a16:creationId xmlns:a16="http://schemas.microsoft.com/office/drawing/2014/main" id="{31411EC2-08D1-4B5E-95D5-D489C3D806FB}"/>
              </a:ext>
            </a:extLst>
          </p:cNvPr>
          <p:cNvSpPr>
            <a:spLocks xmlns:a="http://schemas.openxmlformats.org/drawingml/2006/main" noGrp="1"/>
          </p:cNvSpPr>
          <p:nvPr/>
        </p:nvSpPr>
        <p:spPr>
          <a:xfrm xmlns:a="http://schemas.openxmlformats.org/drawingml/2006/main">
            <a:off x="7858125" y="323850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F2B84B"/>
                </a:solidFill>
              </a:defRPr>
            </a:pPr>
            <a:r>
              <a:rPr sz="3450" b="1" i="0">
                <a:solidFill>
                  <a:srgbClr val="F2B84B"/>
                </a:solidFill>
              </a:rPr>
              <a:t>02</a:t>
            </a:r>
          </a:p>
        </p:txBody>
      </p:sp>
      <p:sp>
        <p:nvSpPr>
          <p:cNvPr id="11" name="">
            <a:extLst xmlns:a="http://schemas.openxmlformats.org/drawingml/2006/main">
              <a:ext uri="{FF2B5EF4-FFF2-40B4-BE49-F238E27FC236}">
                <a16:creationId xmlns:a16="http://schemas.microsoft.com/office/drawing/2014/main" id="{DC3E8A6B-26A6-4C38-8BBB-E0869F5BF9D0}"/>
              </a:ext>
            </a:extLst>
          </p:cNvPr>
          <p:cNvSpPr>
            <a:spLocks xmlns:a="http://schemas.openxmlformats.org/drawingml/2006/main" noGrp="1"/>
          </p:cNvSpPr>
          <p:nvPr/>
        </p:nvSpPr>
        <p:spPr>
          <a:xfrm xmlns:a="http://schemas.openxmlformats.org/drawingml/2006/main">
            <a:off x="7858125" y="384810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C5BDAF"/>
                </a:solidFill>
              </a:defRPr>
            </a:pPr>
            <a:r>
              <a:rPr sz="1350" b="0" i="0">
                <a:solidFill>
                  <a:srgbClr val="C5BDAF"/>
                </a:solidFill>
              </a:rPr>
              <a:t>Verification is manual, episodic, and difficult to audit.</a:t>
            </a:r>
          </a:p>
        </p:txBody>
      </p:sp>
      <p:sp>
        <p:nvSpPr>
          <p:cNvPr id="12" name="">
            <a:extLst xmlns:a="http://schemas.openxmlformats.org/drawingml/2006/main">
              <a:ext uri="{FF2B5EF4-FFF2-40B4-BE49-F238E27FC236}">
                <a16:creationId xmlns:a16="http://schemas.microsoft.com/office/drawing/2014/main" id="{49C797C0-07C6-456F-9737-DE0AD7FEE07A}"/>
              </a:ext>
            </a:extLst>
          </p:cNvPr>
          <p:cNvSpPr>
            <a:spLocks xmlns:a="http://schemas.openxmlformats.org/drawingml/2006/main" noGrp="1"/>
          </p:cNvSpPr>
          <p:nvPr/>
        </p:nvSpPr>
        <p:spPr>
          <a:xfrm xmlns:a="http://schemas.openxmlformats.org/drawingml/2006/main">
            <a:off x="7858125" y="46672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F2B84B"/>
                </a:solidFill>
              </a:defRPr>
            </a:pPr>
            <a:r>
              <a:rPr sz="3450" b="1" i="0">
                <a:solidFill>
                  <a:srgbClr val="F2B84B"/>
                </a:solidFill>
              </a:rPr>
              <a:t>03</a:t>
            </a:r>
          </a:p>
        </p:txBody>
      </p:sp>
      <p:sp>
        <p:nvSpPr>
          <p:cNvPr id="13" name="">
            <a:extLst xmlns:a="http://schemas.openxmlformats.org/drawingml/2006/main">
              <a:ext uri="{FF2B5EF4-FFF2-40B4-BE49-F238E27FC236}">
                <a16:creationId xmlns:a16="http://schemas.microsoft.com/office/drawing/2014/main" id="{3C31E726-EC81-441C-AC0F-4A012E033EA4}"/>
              </a:ext>
            </a:extLst>
          </p:cNvPr>
          <p:cNvSpPr>
            <a:spLocks xmlns:a="http://schemas.openxmlformats.org/drawingml/2006/main" noGrp="1"/>
          </p:cNvSpPr>
          <p:nvPr/>
        </p:nvSpPr>
        <p:spPr>
          <a:xfrm xmlns:a="http://schemas.openxmlformats.org/drawingml/2006/main">
            <a:off x="7858125" y="527685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C5BDAF"/>
                </a:solidFill>
              </a:defRPr>
            </a:pPr>
            <a:r>
              <a:rPr sz="1350" b="0" i="0">
                <a:solidFill>
                  <a:srgbClr val="C5BDAF"/>
                </a:solidFill>
              </a:rPr>
              <a:t>The last mile - authorization - remains the expensive bottleneck.</a:t>
            </a:r>
          </a:p>
        </p:txBody>
      </p:sp>
      <p:sp>
        <p:nvSpPr>
          <p:cNvPr id="14" name="">
            <a:extLst xmlns:a="http://schemas.openxmlformats.org/drawingml/2006/main">
              <a:ext uri="{FF2B5EF4-FFF2-40B4-BE49-F238E27FC236}">
                <a16:creationId xmlns:a16="http://schemas.microsoft.com/office/drawing/2014/main" id="{4F4F7BAC-B6C8-46EB-B4F7-571C490F64EF}"/>
              </a:ext>
            </a:extLst>
          </p:cNvPr>
          <p:cNvSpPr>
            <a:spLocks xmlns:a="http://schemas.openxmlformats.org/drawingml/2006/main" noGrp="1"/>
          </p:cNvSpPr>
          <p:nvPr/>
        </p:nvSpPr>
        <p:spPr>
          <a:xfrm xmlns:a="http://schemas.openxmlformats.org/drawingml/2006/main">
            <a:off x="533400" y="651510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C5BDAF"/>
                </a:solidFill>
              </a:defRPr>
            </a:pPr>
            <a:r>
              <a:rPr sz="975" b="1" i="0">
                <a:solidFill>
                  <a:srgbClr val="C5BDAF"/>
                </a:solidFill>
              </a:rPr>
              <a:t>THE PROBLEM</a:t>
            </a:r>
          </a:p>
        </p:txBody>
      </p:sp>
      <p:sp>
        <p:nvSpPr>
          <p:cNvPr id="15" name="">
            <a:extLst xmlns:a="http://schemas.openxmlformats.org/drawingml/2006/main">
              <a:ext uri="{FF2B5EF4-FFF2-40B4-BE49-F238E27FC236}">
                <a16:creationId xmlns:a16="http://schemas.microsoft.com/office/drawing/2014/main" id="{F2DEBF61-1D2D-4653-83EA-12847C8E1EA6}"/>
              </a:ext>
            </a:extLst>
          </p:cNvPr>
          <p:cNvSpPr>
            <a:spLocks xmlns:a="http://schemas.openxmlformats.org/drawingml/2006/main" noGrp="1"/>
          </p:cNvSpPr>
          <p:nvPr/>
        </p:nvSpPr>
        <p:spPr>
          <a:xfrm xmlns:a="http://schemas.openxmlformats.org/drawingml/2006/main">
            <a:off x="110299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i="0">
                <a:solidFill>
                  <a:srgbClr val="C5BDAF"/>
                </a:solidFill>
              </a:defRPr>
            </a:pPr>
            <a:r>
              <a:rPr sz="975" b="1" i="0">
                <a:solidFill>
                  <a:srgbClr val="C5BDAF"/>
                </a:solidFill>
              </a:rPr>
              <a:t>02</a:t>
            </a:r>
          </a:p>
        </p:txBody>
      </p:sp>
      <p:sp>
        <p:nvSpPr>
          <p:cNvPr id="17" name="">
            <a:extLst xmlns:a="http://schemas.openxmlformats.org/drawingml/2006/main">
              <a:ext uri="{FF2B5EF4-FFF2-40B4-BE49-F238E27FC236}">
                <a16:creationId xmlns:a16="http://schemas.microsoft.com/office/drawing/2014/main" id="{2CC392BB-3725-42CC-832A-F02B0EC72A5A}"/>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3FF6E90-4073-4C95-B7B5-69451FD00923}"/>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E52317A-8CE1-4AF0-A45F-4EC472B73A6E}"/>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02</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fcf133621512413d">
            <a:extLst>
              <a:ext uri="{96DAC541-7B7A-43D3-8B79-37D633B846F1}">
                <asvg:svgBlip xmlns:asvg="http://schemas.microsoft.com/office/drawing/2016/SVG/main" r:embed="R0c2010f43d394304"/>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3ae682ee80724567">
            <a:extLst>
              <a:ext uri="{96DAC541-7B7A-43D3-8B79-37D633B846F1}">
                <asvg:svgBlip xmlns:asvg="http://schemas.microsoft.com/office/drawing/2016/SVG/main" r:embed="R9d2238dea5654cc0"/>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1050827920"/>
      </p:ext>
    </p:extLst>
  </p:cSld>
</p:sld>
</file>

<file path=ppt/slides/slide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pic>
        <p:nvPicPr>
          <p:cNvPr id="120" name=""/>
          <p:cNvPicPr>
            <a:picLocks xmlns:a="http://schemas.openxmlformats.org/drawingml/2006/main" noChangeAspect="1"/>
          </p:cNvPicPr>
          <p:nvPr/>
        </p:nvPicPr>
        <p:blipFill>
          <a:blip xmlns:r="http://schemas.openxmlformats.org/officeDocument/2006/relationships" xmlns:a="http://schemas.openxmlformats.org/drawingml/2006/main" r:embed="Re254e65e567944c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F8555FB-EE2B-4F1C-BB9E-4EFC2E1994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alpha val="90000"/>
            </a:srgb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5AD316AC-B53B-41C2-A72B-1FD039C0DCA1}"/>
              </a:ext>
            </a:extLst>
          </p:cNvPr>
          <p:cNvSpPr>
            <a:spLocks xmlns:a="http://schemas.openxmlformats.org/drawingml/2006/main" noGrp="1"/>
          </p:cNvSpPr>
          <p:nvPr/>
        </p:nvSpPr>
        <p:spPr>
          <a:xfrm xmlns:a="http://schemas.openxmlformats.org/drawingml/2006/main">
            <a:off x="6096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2B84B"/>
                </a:solidFill>
              </a:defRPr>
            </a:pPr>
            <a:r>
              <a:rPr sz="1125" b="1" i="0">
                <a:solidFill>
                  <a:srgbClr val="F2B84B"/>
                </a:solidFill>
              </a:rPr>
              <a:t>WHY NOW</a:t>
            </a:r>
          </a:p>
        </p:txBody>
      </p:sp>
      <p:sp>
        <p:nvSpPr>
          <p:cNvPr id="4" name="">
            <a:extLst xmlns:a="http://schemas.openxmlformats.org/drawingml/2006/main">
              <a:ext uri="{FF2B5EF4-FFF2-40B4-BE49-F238E27FC236}">
                <a16:creationId xmlns:a16="http://schemas.microsoft.com/office/drawing/2014/main" id="{32E6A2BC-05FC-4DD3-8DF7-D42D5A50C19F}"/>
              </a:ext>
            </a:extLst>
          </p:cNvPr>
          <p:cNvSpPr>
            <a:spLocks xmlns:a="http://schemas.openxmlformats.org/drawingml/2006/main" noGrp="1"/>
          </p:cNvSpPr>
          <p:nvPr/>
        </p:nvSpPr>
        <p:spPr>
          <a:xfrm xmlns:a="http://schemas.openxmlformats.org/drawingml/2006/main">
            <a:off x="609600" y="8001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i="0">
                <a:solidFill>
                  <a:srgbClr val="F8F4EC"/>
                </a:solidFill>
              </a:defRPr>
            </a:pPr>
            <a:r>
              <a:rPr sz="2850" b="1" i="0">
                <a:solidFill>
                  <a:srgbClr val="F8F4EC"/>
                </a:solidFill>
              </a:rPr>
              <a:t>AI moved the bottleneck downstream</a:t>
            </a:r>
          </a:p>
        </p:txBody>
      </p:sp>
      <p:sp>
        <p:nvSpPr>
          <p:cNvPr id="5" name="">
            <a:extLst xmlns:a="http://schemas.openxmlformats.org/drawingml/2006/main">
              <a:ext uri="{FF2B5EF4-FFF2-40B4-BE49-F238E27FC236}">
                <a16:creationId xmlns:a16="http://schemas.microsoft.com/office/drawing/2014/main" id="{A1968560-284D-48D7-96A0-E619BB2E5A7E}"/>
              </a:ext>
            </a:extLst>
          </p:cNvPr>
          <p:cNvSpPr>
            <a:spLocks xmlns:a="http://schemas.openxmlformats.org/drawingml/2006/main" noGrp="1"/>
          </p:cNvSpPr>
          <p:nvPr/>
        </p:nvSpPr>
        <p:spPr>
          <a:xfrm xmlns:a="http://schemas.openxmlformats.org/drawingml/2006/main">
            <a:off x="609600" y="1409700"/>
            <a:ext cx="8953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
            <a:extLst xmlns:a="http://schemas.openxmlformats.org/drawingml/2006/main">
              <a:ext uri="{FF2B5EF4-FFF2-40B4-BE49-F238E27FC236}">
                <a16:creationId xmlns:a16="http://schemas.microsoft.com/office/drawing/2014/main" id="{F0FA586C-E51F-437C-9342-EBB16732DDB2}"/>
              </a:ext>
            </a:extLst>
          </p:cNvPr>
          <p:cNvSpPr>
            <a:spLocks xmlns:a="http://schemas.openxmlformats.org/drawingml/2006/main" noGrp="1"/>
          </p:cNvSpPr>
          <p:nvPr/>
        </p:nvSpPr>
        <p:spPr>
          <a:xfrm xmlns:a="http://schemas.openxmlformats.org/drawingml/2006/main">
            <a:off x="1714500" y="1333500"/>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i="0">
                <a:solidFill>
                  <a:srgbClr val="C5BDAF"/>
                </a:solidFill>
              </a:defRPr>
            </a:pPr>
            <a:r>
              <a:rPr sz="1500" b="0" i="0">
                <a:solidFill>
                  <a:srgbClr val="C5BDAF"/>
                </a:solidFill>
              </a:rPr>
              <a:t>Generation is abundant. Governed proof is scarce.</a:t>
            </a:r>
          </a:p>
        </p:txBody>
      </p:sp>
      <p:sp>
        <p:nvSpPr>
          <p:cNvPr id="7" name="">
            <a:extLst xmlns:a="http://schemas.openxmlformats.org/drawingml/2006/main">
              <a:ext uri="{FF2B5EF4-FFF2-40B4-BE49-F238E27FC236}">
                <a16:creationId xmlns:a16="http://schemas.microsoft.com/office/drawing/2014/main" id="{31AF23C5-75FB-4D48-BE10-A71E82E43EC8}"/>
              </a:ext>
            </a:extLst>
          </p:cNvPr>
          <p:cNvSpPr>
            <a:spLocks xmlns:a="http://schemas.openxmlformats.org/drawingml/2006/main" noGrp="1"/>
          </p:cNvSpPr>
          <p:nvPr/>
        </p:nvSpPr>
        <p:spPr>
          <a:xfrm xmlns:a="http://schemas.openxmlformats.org/drawingml/2006/main">
            <a:off x="857250" y="2247900"/>
            <a:ext cx="2667000" cy="1066800"/>
          </a:xfrm>
          <a:prstGeom xmlns:a="http://schemas.openxmlformats.org/drawingml/2006/main" prst="roundRect">
            <a:avLst>
              <a:gd name="adj" fmla="val 10714"/>
            </a:avLst>
          </a:prstGeom>
          <a:solidFill xmlns:a="http://schemas.openxmlformats.org/drawingml/2006/main">
            <a:srgbClr val="17130D">
              <a:alpha val="94000"/>
            </a:srgbClr>
          </a:solidFill>
          <a:ln xmlns:a="http://schemas.openxmlformats.org/drawingml/2006/main" w="14288">
            <a:solidFill>
              <a:srgbClr val="B98635"/>
            </a:solidFill>
            <a:prstDash val="solid"/>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B46339CB-77F0-488E-A87C-AFF349D53582}"/>
              </a:ext>
            </a:extLst>
          </p:cNvPr>
          <p:cNvSpPr>
            <a:spLocks xmlns:a="http://schemas.openxmlformats.org/drawingml/2006/main" noGrp="1"/>
          </p:cNvSpPr>
          <p:nvPr/>
        </p:nvSpPr>
        <p:spPr>
          <a:xfrm xmlns:a="http://schemas.openxmlformats.org/drawingml/2006/main">
            <a:off x="1009650" y="2371725"/>
            <a:ext cx="2362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i="0">
                <a:solidFill>
                  <a:srgbClr val="F8F4EC"/>
                </a:solidFill>
              </a:defRPr>
            </a:pPr>
            <a:r>
              <a:rPr sz="1425" b="1" i="0">
                <a:solidFill>
                  <a:srgbClr val="F8F4EC"/>
                </a:solidFill>
              </a:rPr>
              <a:t>AI creates candidates</a:t>
            </a:r>
          </a:p>
        </p:txBody>
      </p:sp>
      <p:sp>
        <p:nvSpPr>
          <p:cNvPr id="9" name="">
            <a:extLst xmlns:a="http://schemas.openxmlformats.org/drawingml/2006/main">
              <a:ext uri="{FF2B5EF4-FFF2-40B4-BE49-F238E27FC236}">
                <a16:creationId xmlns:a16="http://schemas.microsoft.com/office/drawing/2014/main" id="{9A02229F-345C-4249-925C-A9F4DC0DA602}"/>
              </a:ext>
            </a:extLst>
          </p:cNvPr>
          <p:cNvSpPr>
            <a:spLocks xmlns:a="http://schemas.openxmlformats.org/drawingml/2006/main" noGrp="1"/>
          </p:cNvSpPr>
          <p:nvPr/>
        </p:nvSpPr>
        <p:spPr>
          <a:xfrm xmlns:a="http://schemas.openxmlformats.org/drawingml/2006/main">
            <a:off x="990600" y="265747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0" i="0">
                <a:solidFill>
                  <a:srgbClr val="C5BDAF"/>
                </a:solidFill>
              </a:defRPr>
            </a:pPr>
            <a:r>
              <a:rPr sz="1050" b="0" i="0">
                <a:solidFill>
                  <a:srgbClr val="C5BDAF"/>
                </a:solidFill>
              </a:rPr>
              <a:t>Fast, cheap, variable</a:t>
            </a:r>
          </a:p>
        </p:txBody>
      </p:sp>
      <p:sp>
        <p:nvSpPr>
          <p:cNvPr id="10" name="">
            <a:extLst xmlns:a="http://schemas.openxmlformats.org/drawingml/2006/main">
              <a:ext uri="{FF2B5EF4-FFF2-40B4-BE49-F238E27FC236}">
                <a16:creationId xmlns:a16="http://schemas.microsoft.com/office/drawing/2014/main" id="{7FD369DF-67E2-48A8-B9BB-C30496D73F22}"/>
              </a:ext>
            </a:extLst>
          </p:cNvPr>
          <p:cNvSpPr>
            <a:spLocks xmlns:a="http://schemas.openxmlformats.org/drawingml/2006/main" noGrp="1"/>
          </p:cNvSpPr>
          <p:nvPr/>
        </p:nvSpPr>
        <p:spPr>
          <a:xfrm xmlns:a="http://schemas.openxmlformats.org/drawingml/2006/main">
            <a:off x="4762500" y="2247900"/>
            <a:ext cx="2667000" cy="1066800"/>
          </a:xfrm>
          <a:prstGeom xmlns:a="http://schemas.openxmlformats.org/drawingml/2006/main" prst="roundRect">
            <a:avLst>
              <a:gd name="adj" fmla="val 10714"/>
            </a:avLst>
          </a:prstGeom>
          <a:solidFill xmlns:a="http://schemas.openxmlformats.org/drawingml/2006/main">
            <a:srgbClr val="3A250C">
              <a:alpha val="92000"/>
            </a:srgbClr>
          </a:solidFill>
          <a:ln xmlns:a="http://schemas.openxmlformats.org/drawingml/2006/main" w="14288">
            <a:solidFill>
              <a:srgbClr val="B98635"/>
            </a:solidFill>
            <a:prstDash val="solid"/>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4A5D19DB-7AC9-454C-A696-3EF478754235}"/>
              </a:ext>
            </a:extLst>
          </p:cNvPr>
          <p:cNvSpPr>
            <a:spLocks xmlns:a="http://schemas.openxmlformats.org/drawingml/2006/main" noGrp="1"/>
          </p:cNvSpPr>
          <p:nvPr/>
        </p:nvSpPr>
        <p:spPr>
          <a:xfrm xmlns:a="http://schemas.openxmlformats.org/drawingml/2006/main">
            <a:off x="4914900" y="2371725"/>
            <a:ext cx="2362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i="0">
                <a:solidFill>
                  <a:srgbClr val="F8F4EC"/>
                </a:solidFill>
              </a:defRPr>
            </a:pPr>
            <a:r>
              <a:rPr sz="1425" b="1" i="0">
                <a:solidFill>
                  <a:srgbClr val="F8F4EC"/>
                </a:solidFill>
              </a:rPr>
              <a:t>Evidence gap</a:t>
            </a:r>
          </a:p>
        </p:txBody>
      </p:sp>
      <p:sp>
        <p:nvSpPr>
          <p:cNvPr id="12" name="">
            <a:extLst xmlns:a="http://schemas.openxmlformats.org/drawingml/2006/main">
              <a:ext uri="{FF2B5EF4-FFF2-40B4-BE49-F238E27FC236}">
                <a16:creationId xmlns:a16="http://schemas.microsoft.com/office/drawing/2014/main" id="{5F49AAAF-7762-49E0-9DD3-AAEB126A1A24}"/>
              </a:ext>
            </a:extLst>
          </p:cNvPr>
          <p:cNvSpPr>
            <a:spLocks xmlns:a="http://schemas.openxmlformats.org/drawingml/2006/main" noGrp="1"/>
          </p:cNvSpPr>
          <p:nvPr/>
        </p:nvSpPr>
        <p:spPr>
          <a:xfrm xmlns:a="http://schemas.openxmlformats.org/drawingml/2006/main">
            <a:off x="4895850" y="265747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0" i="0">
                <a:solidFill>
                  <a:srgbClr val="C5BDAF"/>
                </a:solidFill>
              </a:defRPr>
            </a:pPr>
            <a:r>
              <a:rPr sz="1050" b="0" i="0">
                <a:solidFill>
                  <a:srgbClr val="C5BDAF"/>
                </a:solidFill>
              </a:rPr>
              <a:t>Behavior, provenance, operations</a:t>
            </a:r>
          </a:p>
        </p:txBody>
      </p:sp>
      <p:sp>
        <p:nvSpPr>
          <p:cNvPr id="13" name="">
            <a:extLst xmlns:a="http://schemas.openxmlformats.org/drawingml/2006/main">
              <a:ext uri="{FF2B5EF4-FFF2-40B4-BE49-F238E27FC236}">
                <a16:creationId xmlns:a16="http://schemas.microsoft.com/office/drawing/2014/main" id="{F35E3852-4C5B-4786-99CB-985F7325071E}"/>
              </a:ext>
            </a:extLst>
          </p:cNvPr>
          <p:cNvSpPr>
            <a:spLocks xmlns:a="http://schemas.openxmlformats.org/drawingml/2006/main" noGrp="1"/>
          </p:cNvSpPr>
          <p:nvPr/>
        </p:nvSpPr>
        <p:spPr>
          <a:xfrm xmlns:a="http://schemas.openxmlformats.org/drawingml/2006/main">
            <a:off x="8667750" y="2247900"/>
            <a:ext cx="2667000" cy="1066800"/>
          </a:xfrm>
          <a:prstGeom xmlns:a="http://schemas.openxmlformats.org/drawingml/2006/main" prst="roundRect">
            <a:avLst>
              <a:gd name="adj" fmla="val 10714"/>
            </a:avLst>
          </a:prstGeom>
          <a:solidFill xmlns:a="http://schemas.openxmlformats.org/drawingml/2006/main">
            <a:srgbClr val="17130D">
              <a:alpha val="94000"/>
            </a:srgbClr>
          </a:solidFill>
          <a:ln xmlns:a="http://schemas.openxmlformats.org/drawingml/2006/main" w="14288">
            <a:solidFill>
              <a:srgbClr val="B98635"/>
            </a:solidFill>
            <a:prstDash val="solid"/>
          </a:ln>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62D6223E-7B1D-4120-AC1E-607D251C5959}"/>
              </a:ext>
            </a:extLst>
          </p:cNvPr>
          <p:cNvSpPr>
            <a:spLocks xmlns:a="http://schemas.openxmlformats.org/drawingml/2006/main" noGrp="1"/>
          </p:cNvSpPr>
          <p:nvPr/>
        </p:nvSpPr>
        <p:spPr>
          <a:xfrm xmlns:a="http://schemas.openxmlformats.org/drawingml/2006/main">
            <a:off x="8820150" y="2371725"/>
            <a:ext cx="2362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i="0">
                <a:solidFill>
                  <a:srgbClr val="F8F4EC"/>
                </a:solidFill>
              </a:defRPr>
            </a:pPr>
            <a:r>
              <a:rPr sz="1425" b="1" i="0">
                <a:solidFill>
                  <a:srgbClr val="F8F4EC"/>
                </a:solidFill>
              </a:rPr>
              <a:t>Enterprise approval</a:t>
            </a:r>
          </a:p>
        </p:txBody>
      </p:sp>
      <p:sp>
        <p:nvSpPr>
          <p:cNvPr id="15" name="">
            <a:extLst xmlns:a="http://schemas.openxmlformats.org/drawingml/2006/main">
              <a:ext uri="{FF2B5EF4-FFF2-40B4-BE49-F238E27FC236}">
                <a16:creationId xmlns:a16="http://schemas.microsoft.com/office/drawing/2014/main" id="{45508E56-5D8B-4EB3-95F4-33D67E001F09}"/>
              </a:ext>
            </a:extLst>
          </p:cNvPr>
          <p:cNvSpPr>
            <a:spLocks xmlns:a="http://schemas.openxmlformats.org/drawingml/2006/main" noGrp="1"/>
          </p:cNvSpPr>
          <p:nvPr/>
        </p:nvSpPr>
        <p:spPr>
          <a:xfrm xmlns:a="http://schemas.openxmlformats.org/drawingml/2006/main">
            <a:off x="8801100" y="265747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0" i="0">
                <a:solidFill>
                  <a:srgbClr val="C5BDAF"/>
                </a:solidFill>
              </a:defRPr>
            </a:pPr>
            <a:r>
              <a:rPr sz="1050" b="0" i="0">
                <a:solidFill>
                  <a:srgbClr val="C5BDAF"/>
                </a:solidFill>
              </a:rPr>
              <a:t>Slow, accountable, regulated</a:t>
            </a:r>
          </a:p>
        </p:txBody>
      </p:sp>
      <p:cxnSp>
        <p:nvCxnSpPr>
          <p:cNvPr id="135" name=""/>
          <p:cNvCxnSpPr>
            <a:stCxn xmlns:a="http://schemas.openxmlformats.org/drawingml/2006/main" id="7" idx="3"/>
            <a:endCxn xmlns:a="http://schemas.openxmlformats.org/drawingml/2006/main" id="10" idx="1"/>
          </p:cNvCxnSpPr>
          <p:nvPr/>
        </p:nvCxnSpPr>
        <p:spPr>
          <a:xfrm xmlns:a="http://schemas.openxmlformats.org/drawingml/2006/main">
            <a:off x="3524250" y="2781300"/>
            <a:ext cx="1238250" cy="0"/>
          </a:xfrm>
          <a:prstGeom xmlns:a="http://schemas.openxmlformats.org/drawingml/2006/main" prst="straightConnector1">
            <a:avLst/>
          </a:prstGeom>
          <a:ln xmlns:a="http://schemas.openxmlformats.org/drawingml/2006/main" w="23813">
            <a:solidFill>
              <a:srgbClr val="B98635"/>
            </a:solidFill>
            <a:prstDash val="solid"/>
            <a:tailEnd type="arrow" w="med" len="med"/>
          </a:ln>
        </p:spPr>
      </p:cxnSp>
      <p:cxnSp>
        <p:nvCxnSpPr>
          <p:cNvPr id="136" name=""/>
          <p:cNvCxnSpPr>
            <a:stCxn xmlns:a="http://schemas.openxmlformats.org/drawingml/2006/main" id="10" idx="3"/>
            <a:endCxn xmlns:a="http://schemas.openxmlformats.org/drawingml/2006/main" id="13" idx="1"/>
          </p:cNvCxnSpPr>
          <p:nvPr/>
        </p:nvCxnSpPr>
        <p:spPr>
          <a:xfrm xmlns:a="http://schemas.openxmlformats.org/drawingml/2006/main">
            <a:off x="7429500" y="2781300"/>
            <a:ext cx="1238250" cy="0"/>
          </a:xfrm>
          <a:prstGeom xmlns:a="http://schemas.openxmlformats.org/drawingml/2006/main" prst="straightConnector1">
            <a:avLst/>
          </a:prstGeom>
          <a:ln xmlns:a="http://schemas.openxmlformats.org/drawingml/2006/main" w="23813">
            <a:solidFill>
              <a:srgbClr val="B98635"/>
            </a:solidFill>
            <a:prstDash val="solid"/>
            <a:tailEnd type="arrow" w="med" len="med"/>
          </a:ln>
        </p:spPr>
      </p:cxnSp>
      <p:sp>
        <p:nvSpPr>
          <p:cNvPr id="18" name="">
            <a:extLst xmlns:a="http://schemas.openxmlformats.org/drawingml/2006/main">
              <a:ext uri="{FF2B5EF4-FFF2-40B4-BE49-F238E27FC236}">
                <a16:creationId xmlns:a16="http://schemas.microsoft.com/office/drawing/2014/main" id="{0A47B70D-918E-48A7-8656-A5758ACCC3F8}"/>
              </a:ext>
            </a:extLst>
          </p:cNvPr>
          <p:cNvSpPr>
            <a:spLocks xmlns:a="http://schemas.openxmlformats.org/drawingml/2006/main" noGrp="1"/>
          </p:cNvSpPr>
          <p:nvPr/>
        </p:nvSpPr>
        <p:spPr>
          <a:xfrm xmlns:a="http://schemas.openxmlformats.org/drawingml/2006/main">
            <a:off x="838200" y="3962400"/>
            <a:ext cx="10515600" cy="895350"/>
          </a:xfrm>
          <a:prstGeom xmlns:a="http://schemas.openxmlformats.org/drawingml/2006/main" prst="roundRect">
            <a:avLst>
              <a:gd name="adj" fmla="val 12766"/>
            </a:avLst>
          </a:prstGeom>
          <a:solidFill xmlns:a="http://schemas.openxmlformats.org/drawingml/2006/main">
            <a:srgbClr val="F2B84B">
              <a:alpha val="14000"/>
            </a:srgbClr>
          </a:solidFill>
          <a:ln xmlns:a="http://schemas.openxmlformats.org/drawingml/2006/main" w="14288">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19" name="">
            <a:extLst xmlns:a="http://schemas.openxmlformats.org/drawingml/2006/main">
              <a:ext uri="{FF2B5EF4-FFF2-40B4-BE49-F238E27FC236}">
                <a16:creationId xmlns:a16="http://schemas.microsoft.com/office/drawing/2014/main" id="{52F7F7E5-E46D-4AD2-8BBF-0E39DC234949}"/>
              </a:ext>
            </a:extLst>
          </p:cNvPr>
          <p:cNvSpPr>
            <a:spLocks xmlns:a="http://schemas.openxmlformats.org/drawingml/2006/main" noGrp="1"/>
          </p:cNvSpPr>
          <p:nvPr/>
        </p:nvSpPr>
        <p:spPr>
          <a:xfrm xmlns:a="http://schemas.openxmlformats.org/drawingml/2006/main">
            <a:off x="1104900" y="417195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F2B84B"/>
                </a:solidFill>
              </a:defRPr>
            </a:pPr>
            <a:r>
              <a:rPr sz="1650" b="1" i="0">
                <a:solidFill>
                  <a:srgbClr val="F2B84B"/>
                </a:solidFill>
              </a:rPr>
              <a:t>LIGHTYEAR product opportunity</a:t>
            </a:r>
          </a:p>
        </p:txBody>
      </p:sp>
      <p:sp>
        <p:nvSpPr>
          <p:cNvPr id="20" name="">
            <a:extLst xmlns:a="http://schemas.openxmlformats.org/drawingml/2006/main">
              <a:ext uri="{FF2B5EF4-FFF2-40B4-BE49-F238E27FC236}">
                <a16:creationId xmlns:a16="http://schemas.microsoft.com/office/drawing/2014/main" id="{39B233BD-5888-4247-8DE7-0C945CCB66AB}"/>
              </a:ext>
            </a:extLst>
          </p:cNvPr>
          <p:cNvSpPr>
            <a:spLocks xmlns:a="http://schemas.openxmlformats.org/drawingml/2006/main" noGrp="1"/>
          </p:cNvSpPr>
          <p:nvPr/>
        </p:nvSpPr>
        <p:spPr>
          <a:xfrm xmlns:a="http://schemas.openxmlformats.org/drawingml/2006/main">
            <a:off x="4191000" y="41338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i="0">
                <a:solidFill>
                  <a:srgbClr val="F8F4EC"/>
                </a:solidFill>
              </a:defRPr>
            </a:pPr>
            <a:r>
              <a:rPr sz="1950" b="1" i="0">
                <a:solidFill>
                  <a:srgbClr val="F8F4EC"/>
                </a:solidFill>
              </a:rPr>
              <a:t>Own the control plane between model output and production authorization.</a:t>
            </a:r>
          </a:p>
        </p:txBody>
      </p:sp>
      <p:sp>
        <p:nvSpPr>
          <p:cNvPr id="21" name="">
            <a:extLst xmlns:a="http://schemas.openxmlformats.org/drawingml/2006/main">
              <a:ext uri="{FF2B5EF4-FFF2-40B4-BE49-F238E27FC236}">
                <a16:creationId xmlns:a16="http://schemas.microsoft.com/office/drawing/2014/main" id="{D468C963-671E-4CAE-BD99-6D5D6D471F17}"/>
              </a:ext>
            </a:extLst>
          </p:cNvPr>
          <p:cNvSpPr>
            <a:spLocks xmlns:a="http://schemas.openxmlformats.org/drawingml/2006/main" noGrp="1"/>
          </p:cNvSpPr>
          <p:nvPr/>
        </p:nvSpPr>
        <p:spPr>
          <a:xfrm xmlns:a="http://schemas.openxmlformats.org/drawingml/2006/main">
            <a:off x="533400" y="651510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C5BDAF"/>
                </a:solidFill>
              </a:defRPr>
            </a:pPr>
            <a:r>
              <a:rPr sz="975" b="1" i="0">
                <a:solidFill>
                  <a:srgbClr val="C5BDAF"/>
                </a:solidFill>
              </a:rPr>
              <a:t>WHY NOW</a:t>
            </a:r>
          </a:p>
        </p:txBody>
      </p:sp>
      <p:sp>
        <p:nvSpPr>
          <p:cNvPr id="22" name="">
            <a:extLst xmlns:a="http://schemas.openxmlformats.org/drawingml/2006/main">
              <a:ext uri="{FF2B5EF4-FFF2-40B4-BE49-F238E27FC236}">
                <a16:creationId xmlns:a16="http://schemas.microsoft.com/office/drawing/2014/main" id="{5146F3D1-4B36-41E8-BEB9-9488A66CE626}"/>
              </a:ext>
            </a:extLst>
          </p:cNvPr>
          <p:cNvSpPr>
            <a:spLocks xmlns:a="http://schemas.openxmlformats.org/drawingml/2006/main" noGrp="1"/>
          </p:cNvSpPr>
          <p:nvPr/>
        </p:nvSpPr>
        <p:spPr>
          <a:xfrm xmlns:a="http://schemas.openxmlformats.org/drawingml/2006/main">
            <a:off x="110299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i="0">
                <a:solidFill>
                  <a:srgbClr val="C5BDAF"/>
                </a:solidFill>
              </a:defRPr>
            </a:pPr>
            <a:r>
              <a:rPr sz="975" b="1" i="0">
                <a:solidFill>
                  <a:srgbClr val="C5BDAF"/>
                </a:solidFill>
              </a:rPr>
              <a:t>03</a:t>
            </a:r>
          </a:p>
        </p:txBody>
      </p:sp>
      <p:sp>
        <p:nvSpPr>
          <p:cNvPr id="59" name="">
            <a:extLst xmlns:a="http://schemas.openxmlformats.org/drawingml/2006/main">
              <a:ext uri="{FF2B5EF4-FFF2-40B4-BE49-F238E27FC236}">
                <a16:creationId xmlns:a16="http://schemas.microsoft.com/office/drawing/2014/main" id="{7990ABBF-76F2-4B94-8EF2-61AAD6DACFD5}"/>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1C01267D-AC04-4ACE-84A5-F1A60B134888}"/>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1058441C-F3DB-42D9-A7B2-6587BD17D358}"/>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03</a:t>
            </a:r>
          </a:p>
        </p:txBody>
      </p:sp>
      <p:pic>
        <p:nvPicPr>
          <p:cNvPr id="145" name=""/>
          <p:cNvPicPr>
            <a:picLocks xmlns:a="http://schemas.openxmlformats.org/drawingml/2006/main" noChangeAspect="1"/>
          </p:cNvPicPr>
          <p:nvPr/>
        </p:nvPicPr>
        <p:blipFill>
          <a:blip xmlns:r="http://schemas.openxmlformats.org/officeDocument/2006/relationships" xmlns:a="http://schemas.openxmlformats.org/drawingml/2006/main" r:embed="R004f9d8fe2804cb4">
            <a:extLst>
              <a:ext uri="{96DAC541-7B7A-43D3-8B79-37D633B846F1}">
                <asvg:svgBlip xmlns:asvg="http://schemas.microsoft.com/office/drawing/2016/SVG/main" r:embed="R91a4a5f7a31f4f33"/>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146" name=""/>
          <p:cNvPicPr>
            <a:picLocks xmlns:a="http://schemas.openxmlformats.org/drawingml/2006/main" noChangeAspect="1"/>
          </p:cNvPicPr>
          <p:nvPr/>
        </p:nvPicPr>
        <p:blipFill>
          <a:blip xmlns:r="http://schemas.openxmlformats.org/officeDocument/2006/relationships" xmlns:a="http://schemas.openxmlformats.org/drawingml/2006/main" r:embed="Ra291a31616dd4c11">
            <a:extLst>
              <a:ext uri="{96DAC541-7B7A-43D3-8B79-37D633B846F1}">
                <asvg:svgBlip xmlns:asvg="http://schemas.microsoft.com/office/drawing/2016/SVG/main" r:embed="R912627cac3334bee"/>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202733928"/>
      </p:ext>
    </p:extLst>
  </p:cSld>
</p:sld>
</file>

<file path=ppt/slides/slide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53899638ae14df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BB7A51A-3F71-4571-B05C-2B7A8C64E73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alpha val="88000"/>
            </a:srgb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AD42F59F-0676-4A79-BEA4-B499B51A137B}"/>
              </a:ext>
            </a:extLst>
          </p:cNvPr>
          <p:cNvSpPr>
            <a:spLocks xmlns:a="http://schemas.openxmlformats.org/drawingml/2006/main" noGrp="1"/>
          </p:cNvSpPr>
          <p:nvPr/>
        </p:nvSpPr>
        <p:spPr>
          <a:xfrm xmlns:a="http://schemas.openxmlformats.org/drawingml/2006/main">
            <a:off x="6096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2B84B"/>
                </a:solidFill>
              </a:defRPr>
            </a:pPr>
            <a:r>
              <a:rPr sz="1125" b="1" i="0">
                <a:solidFill>
                  <a:srgbClr val="F2B84B"/>
                </a:solidFill>
              </a:rPr>
              <a:t>THE PRODUCT</a:t>
            </a:r>
          </a:p>
        </p:txBody>
      </p:sp>
      <p:sp>
        <p:nvSpPr>
          <p:cNvPr id="4" name="">
            <a:extLst xmlns:a="http://schemas.openxmlformats.org/drawingml/2006/main">
              <a:ext uri="{FF2B5EF4-FFF2-40B4-BE49-F238E27FC236}">
                <a16:creationId xmlns:a16="http://schemas.microsoft.com/office/drawing/2014/main" id="{11F27E66-233F-4032-B7CD-DDF41490B2B7}"/>
              </a:ext>
            </a:extLst>
          </p:cNvPr>
          <p:cNvSpPr>
            <a:spLocks xmlns:a="http://schemas.openxmlformats.org/drawingml/2006/main" noGrp="1"/>
          </p:cNvSpPr>
          <p:nvPr/>
        </p:nvSpPr>
        <p:spPr>
          <a:xfrm xmlns:a="http://schemas.openxmlformats.org/drawingml/2006/main">
            <a:off x="609600" y="8001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i="0">
                <a:solidFill>
                  <a:srgbClr val="F8F4EC"/>
                </a:solidFill>
              </a:defRPr>
            </a:pPr>
            <a:r>
              <a:rPr sz="2850" b="1" i="0">
                <a:solidFill>
                  <a:srgbClr val="F8F4EC"/>
                </a:solidFill>
              </a:rPr>
              <a:t>LIGHTYEAR turns modernization into a chain of proof</a:t>
            </a:r>
          </a:p>
        </p:txBody>
      </p:sp>
      <p:sp>
        <p:nvSpPr>
          <p:cNvPr id="5" name="">
            <a:extLst xmlns:a="http://schemas.openxmlformats.org/drawingml/2006/main">
              <a:ext uri="{FF2B5EF4-FFF2-40B4-BE49-F238E27FC236}">
                <a16:creationId xmlns:a16="http://schemas.microsoft.com/office/drawing/2014/main" id="{8E279237-68CB-4DF8-A327-532249D152BF}"/>
              </a:ext>
            </a:extLst>
          </p:cNvPr>
          <p:cNvSpPr>
            <a:spLocks xmlns:a="http://schemas.openxmlformats.org/drawingml/2006/main" noGrp="1"/>
          </p:cNvSpPr>
          <p:nvPr/>
        </p:nvSpPr>
        <p:spPr>
          <a:xfrm xmlns:a="http://schemas.openxmlformats.org/drawingml/2006/main">
            <a:off x="609600" y="1409700"/>
            <a:ext cx="8953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
            <a:extLst xmlns:a="http://schemas.openxmlformats.org/drawingml/2006/main">
              <a:ext uri="{FF2B5EF4-FFF2-40B4-BE49-F238E27FC236}">
                <a16:creationId xmlns:a16="http://schemas.microsoft.com/office/drawing/2014/main" id="{328FB86A-441B-42F1-B118-200F3DB16994}"/>
              </a:ext>
            </a:extLst>
          </p:cNvPr>
          <p:cNvSpPr>
            <a:spLocks xmlns:a="http://schemas.openxmlformats.org/drawingml/2006/main" noGrp="1"/>
          </p:cNvSpPr>
          <p:nvPr/>
        </p:nvSpPr>
        <p:spPr>
          <a:xfrm xmlns:a="http://schemas.openxmlformats.org/drawingml/2006/main">
            <a:off x="704850" y="209550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F2B84B"/>
                </a:solidFill>
              </a:defRPr>
            </a:pPr>
            <a:r>
              <a:rPr sz="1350" b="1" i="0">
                <a:solidFill>
                  <a:srgbClr val="F2B84B"/>
                </a:solidFill>
              </a:rPr>
              <a:t>01</a:t>
            </a:r>
          </a:p>
        </p:txBody>
      </p:sp>
      <p:sp>
        <p:nvSpPr>
          <p:cNvPr id="7" name="">
            <a:extLst xmlns:a="http://schemas.openxmlformats.org/drawingml/2006/main">
              <a:ext uri="{FF2B5EF4-FFF2-40B4-BE49-F238E27FC236}">
                <a16:creationId xmlns:a16="http://schemas.microsoft.com/office/drawing/2014/main" id="{B9CBBCDE-93F6-4293-9B0C-6BD0E43C3DEC}"/>
              </a:ext>
            </a:extLst>
          </p:cNvPr>
          <p:cNvSpPr>
            <a:spLocks xmlns:a="http://schemas.openxmlformats.org/drawingml/2006/main" noGrp="1"/>
          </p:cNvSpPr>
          <p:nvPr/>
        </p:nvSpPr>
        <p:spPr>
          <a:xfrm xmlns:a="http://schemas.openxmlformats.org/drawingml/2006/main">
            <a:off x="704850" y="2514600"/>
            <a:ext cx="2333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i="0">
                <a:solidFill>
                  <a:srgbClr val="F8F4EC"/>
                </a:solidFill>
              </a:defRPr>
            </a:pPr>
            <a:r>
              <a:rPr sz="2175" b="1" i="0">
                <a:solidFill>
                  <a:srgbClr val="F8F4EC"/>
                </a:solidFill>
              </a:rPr>
              <a:t>Understand</a:t>
            </a:r>
          </a:p>
        </p:txBody>
      </p:sp>
      <p:sp>
        <p:nvSpPr>
          <p:cNvPr id="8" name="">
            <a:extLst xmlns:a="http://schemas.openxmlformats.org/drawingml/2006/main">
              <a:ext uri="{FF2B5EF4-FFF2-40B4-BE49-F238E27FC236}">
                <a16:creationId xmlns:a16="http://schemas.microsoft.com/office/drawing/2014/main" id="{9F36234E-D568-497C-980A-0A4F54F4E5DA}"/>
              </a:ext>
            </a:extLst>
          </p:cNvPr>
          <p:cNvSpPr>
            <a:spLocks xmlns:a="http://schemas.openxmlformats.org/drawingml/2006/main" noGrp="1"/>
          </p:cNvSpPr>
          <p:nvPr/>
        </p:nvSpPr>
        <p:spPr>
          <a:xfrm xmlns:a="http://schemas.openxmlformats.org/drawingml/2006/main">
            <a:off x="704850" y="3105150"/>
            <a:ext cx="23050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C5BDAF"/>
                </a:solidFill>
              </a:defRPr>
            </a:pPr>
            <a:r>
              <a:rPr sz="1425" b="0" i="0">
                <a:solidFill>
                  <a:srgbClr val="C5BDAF"/>
                </a:solidFill>
              </a:rPr>
              <a:t>Graph the estate and its cross-language dependencies.</a:t>
            </a:r>
          </a:p>
        </p:txBody>
      </p:sp>
      <p:sp>
        <p:nvSpPr>
          <p:cNvPr id="9" name="">
            <a:extLst xmlns:a="http://schemas.openxmlformats.org/drawingml/2006/main">
              <a:ext uri="{FF2B5EF4-FFF2-40B4-BE49-F238E27FC236}">
                <a16:creationId xmlns:a16="http://schemas.microsoft.com/office/drawing/2014/main" id="{47B0621E-99FF-41E8-ADD9-8B6D658051DF}"/>
              </a:ext>
            </a:extLst>
          </p:cNvPr>
          <p:cNvSpPr>
            <a:spLocks xmlns:a="http://schemas.openxmlformats.org/drawingml/2006/main" noGrp="1"/>
          </p:cNvSpPr>
          <p:nvPr/>
        </p:nvSpPr>
        <p:spPr>
          <a:xfrm xmlns:a="http://schemas.openxmlformats.org/drawingml/2006/main">
            <a:off x="3067050" y="2667000"/>
            <a:ext cx="285750" cy="19050"/>
          </a:xfrm>
          <a:prstGeom xmlns:a="http://schemas.openxmlformats.org/drawingml/2006/main" prst="rect">
            <a:avLst/>
          </a:prstGeom>
          <a:solidFill xmlns:a="http://schemas.openxmlformats.org/drawingml/2006/main">
            <a:srgbClr val="B9863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5C019356-D80C-41B7-8A49-3584C91F72B7}"/>
              </a:ext>
            </a:extLst>
          </p:cNvPr>
          <p:cNvSpPr>
            <a:spLocks xmlns:a="http://schemas.openxmlformats.org/drawingml/2006/main" noGrp="1"/>
          </p:cNvSpPr>
          <p:nvPr/>
        </p:nvSpPr>
        <p:spPr>
          <a:xfrm xmlns:a="http://schemas.openxmlformats.org/drawingml/2006/main">
            <a:off x="3486150" y="209550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F2B84B"/>
                </a:solidFill>
              </a:defRPr>
            </a:pPr>
            <a:r>
              <a:rPr sz="1350" b="1" i="0">
                <a:solidFill>
                  <a:srgbClr val="F2B84B"/>
                </a:solidFill>
              </a:rPr>
              <a:t>02</a:t>
            </a:r>
          </a:p>
        </p:txBody>
      </p:sp>
      <p:sp>
        <p:nvSpPr>
          <p:cNvPr id="11" name="">
            <a:extLst xmlns:a="http://schemas.openxmlformats.org/drawingml/2006/main">
              <a:ext uri="{FF2B5EF4-FFF2-40B4-BE49-F238E27FC236}">
                <a16:creationId xmlns:a16="http://schemas.microsoft.com/office/drawing/2014/main" id="{5F17B320-AF1C-4926-9FE7-811A8D9AD228}"/>
              </a:ext>
            </a:extLst>
          </p:cNvPr>
          <p:cNvSpPr>
            <a:spLocks xmlns:a="http://schemas.openxmlformats.org/drawingml/2006/main" noGrp="1"/>
          </p:cNvSpPr>
          <p:nvPr/>
        </p:nvSpPr>
        <p:spPr>
          <a:xfrm xmlns:a="http://schemas.openxmlformats.org/drawingml/2006/main">
            <a:off x="3486150" y="2514600"/>
            <a:ext cx="2333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i="0">
                <a:solidFill>
                  <a:srgbClr val="F8F4EC"/>
                </a:solidFill>
              </a:defRPr>
            </a:pPr>
            <a:r>
              <a:rPr sz="2175" b="1" i="0">
                <a:solidFill>
                  <a:srgbClr val="F8F4EC"/>
                </a:solidFill>
              </a:rPr>
              <a:t>Specify</a:t>
            </a:r>
          </a:p>
        </p:txBody>
      </p:sp>
      <p:sp>
        <p:nvSpPr>
          <p:cNvPr id="12" name="">
            <a:extLst xmlns:a="http://schemas.openxmlformats.org/drawingml/2006/main">
              <a:ext uri="{FF2B5EF4-FFF2-40B4-BE49-F238E27FC236}">
                <a16:creationId xmlns:a16="http://schemas.microsoft.com/office/drawing/2014/main" id="{8FC8CAA5-2105-42FC-888D-F75CF29F86AB}"/>
              </a:ext>
            </a:extLst>
          </p:cNvPr>
          <p:cNvSpPr>
            <a:spLocks xmlns:a="http://schemas.openxmlformats.org/drawingml/2006/main" noGrp="1"/>
          </p:cNvSpPr>
          <p:nvPr/>
        </p:nvSpPr>
        <p:spPr>
          <a:xfrm xmlns:a="http://schemas.openxmlformats.org/drawingml/2006/main">
            <a:off x="3486150" y="3105150"/>
            <a:ext cx="23050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C5BDAF"/>
                </a:solidFill>
              </a:defRPr>
            </a:pPr>
            <a:r>
              <a:rPr sz="1425" b="0" i="0">
                <a:solidFill>
                  <a:srgbClr val="C5BDAF"/>
                </a:solidFill>
              </a:rPr>
              <a:t>Capture source-faithful behavior and bounded contracts.</a:t>
            </a:r>
          </a:p>
        </p:txBody>
      </p:sp>
      <p:sp>
        <p:nvSpPr>
          <p:cNvPr id="13" name="">
            <a:extLst xmlns:a="http://schemas.openxmlformats.org/drawingml/2006/main">
              <a:ext uri="{FF2B5EF4-FFF2-40B4-BE49-F238E27FC236}">
                <a16:creationId xmlns:a16="http://schemas.microsoft.com/office/drawing/2014/main" id="{142826A6-AEEE-4639-9B6F-333506F36143}"/>
              </a:ext>
            </a:extLst>
          </p:cNvPr>
          <p:cNvSpPr>
            <a:spLocks xmlns:a="http://schemas.openxmlformats.org/drawingml/2006/main" noGrp="1"/>
          </p:cNvSpPr>
          <p:nvPr/>
        </p:nvSpPr>
        <p:spPr>
          <a:xfrm xmlns:a="http://schemas.openxmlformats.org/drawingml/2006/main">
            <a:off x="5848350" y="2667000"/>
            <a:ext cx="285750" cy="19050"/>
          </a:xfrm>
          <a:prstGeom xmlns:a="http://schemas.openxmlformats.org/drawingml/2006/main" prst="rect">
            <a:avLst/>
          </a:prstGeom>
          <a:solidFill xmlns:a="http://schemas.openxmlformats.org/drawingml/2006/main">
            <a:srgbClr val="B9863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88348DB7-EA16-4826-943C-975D496C23E6}"/>
              </a:ext>
            </a:extLst>
          </p:cNvPr>
          <p:cNvSpPr>
            <a:spLocks xmlns:a="http://schemas.openxmlformats.org/drawingml/2006/main" noGrp="1"/>
          </p:cNvSpPr>
          <p:nvPr/>
        </p:nvSpPr>
        <p:spPr>
          <a:xfrm xmlns:a="http://schemas.openxmlformats.org/drawingml/2006/main">
            <a:off x="6267450" y="209550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F2B84B"/>
                </a:solidFill>
              </a:defRPr>
            </a:pPr>
            <a:r>
              <a:rPr sz="1350" b="1" i="0">
                <a:solidFill>
                  <a:srgbClr val="F2B84B"/>
                </a:solidFill>
              </a:rPr>
              <a:t>03</a:t>
            </a:r>
          </a:p>
        </p:txBody>
      </p:sp>
      <p:sp>
        <p:nvSpPr>
          <p:cNvPr id="15" name="">
            <a:extLst xmlns:a="http://schemas.openxmlformats.org/drawingml/2006/main">
              <a:ext uri="{FF2B5EF4-FFF2-40B4-BE49-F238E27FC236}">
                <a16:creationId xmlns:a16="http://schemas.microsoft.com/office/drawing/2014/main" id="{F412468D-0A34-4B30-85D0-99989DDCBC86}"/>
              </a:ext>
            </a:extLst>
          </p:cNvPr>
          <p:cNvSpPr>
            <a:spLocks xmlns:a="http://schemas.openxmlformats.org/drawingml/2006/main" noGrp="1"/>
          </p:cNvSpPr>
          <p:nvPr/>
        </p:nvSpPr>
        <p:spPr>
          <a:xfrm xmlns:a="http://schemas.openxmlformats.org/drawingml/2006/main">
            <a:off x="6267450" y="2514600"/>
            <a:ext cx="2333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i="0">
                <a:solidFill>
                  <a:srgbClr val="F8F4EC"/>
                </a:solidFill>
              </a:defRPr>
            </a:pPr>
            <a:r>
              <a:rPr sz="2175" b="1" i="0">
                <a:solidFill>
                  <a:srgbClr val="F8F4EC"/>
                </a:solidFill>
              </a:rPr>
              <a:t>Verify</a:t>
            </a:r>
          </a:p>
        </p:txBody>
      </p:sp>
      <p:sp>
        <p:nvSpPr>
          <p:cNvPr id="16" name="">
            <a:extLst xmlns:a="http://schemas.openxmlformats.org/drawingml/2006/main">
              <a:ext uri="{FF2B5EF4-FFF2-40B4-BE49-F238E27FC236}">
                <a16:creationId xmlns:a16="http://schemas.microsoft.com/office/drawing/2014/main" id="{0028D06F-2C47-4C4F-B930-7724C2EB7061}"/>
              </a:ext>
            </a:extLst>
          </p:cNvPr>
          <p:cNvSpPr>
            <a:spLocks xmlns:a="http://schemas.openxmlformats.org/drawingml/2006/main" noGrp="1"/>
          </p:cNvSpPr>
          <p:nvPr/>
        </p:nvSpPr>
        <p:spPr>
          <a:xfrm xmlns:a="http://schemas.openxmlformats.org/drawingml/2006/main">
            <a:off x="6267450" y="3105150"/>
            <a:ext cx="23050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C5BDAF"/>
                </a:solidFill>
              </a:defRPr>
            </a:pPr>
            <a:r>
              <a:rPr sz="1425" b="0" i="0">
                <a:solidFill>
                  <a:srgbClr val="C5BDAF"/>
                </a:solidFill>
              </a:rPr>
              <a:t>Compare candidates, mutations, builds, data, and operations.</a:t>
            </a:r>
          </a:p>
        </p:txBody>
      </p:sp>
      <p:sp>
        <p:nvSpPr>
          <p:cNvPr id="17" name="">
            <a:extLst xmlns:a="http://schemas.openxmlformats.org/drawingml/2006/main">
              <a:ext uri="{FF2B5EF4-FFF2-40B4-BE49-F238E27FC236}">
                <a16:creationId xmlns:a16="http://schemas.microsoft.com/office/drawing/2014/main" id="{DF1954A7-029A-493A-9FEF-AAF47902CB5D}"/>
              </a:ext>
            </a:extLst>
          </p:cNvPr>
          <p:cNvSpPr>
            <a:spLocks xmlns:a="http://schemas.openxmlformats.org/drawingml/2006/main" noGrp="1"/>
          </p:cNvSpPr>
          <p:nvPr/>
        </p:nvSpPr>
        <p:spPr>
          <a:xfrm xmlns:a="http://schemas.openxmlformats.org/drawingml/2006/main">
            <a:off x="8629650" y="2667000"/>
            <a:ext cx="285750" cy="19050"/>
          </a:xfrm>
          <a:prstGeom xmlns:a="http://schemas.openxmlformats.org/drawingml/2006/main" prst="rect">
            <a:avLst/>
          </a:prstGeom>
          <a:solidFill xmlns:a="http://schemas.openxmlformats.org/drawingml/2006/main">
            <a:srgbClr val="B9863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7A595B31-8E94-42AE-9600-44FD8390BA31}"/>
              </a:ext>
            </a:extLst>
          </p:cNvPr>
          <p:cNvSpPr>
            <a:spLocks xmlns:a="http://schemas.openxmlformats.org/drawingml/2006/main" noGrp="1"/>
          </p:cNvSpPr>
          <p:nvPr/>
        </p:nvSpPr>
        <p:spPr>
          <a:xfrm xmlns:a="http://schemas.openxmlformats.org/drawingml/2006/main">
            <a:off x="9048750" y="209550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F2B84B"/>
                </a:solidFill>
              </a:defRPr>
            </a:pPr>
            <a:r>
              <a:rPr sz="1350" b="1" i="0">
                <a:solidFill>
                  <a:srgbClr val="F2B84B"/>
                </a:solidFill>
              </a:rPr>
              <a:t>04</a:t>
            </a:r>
          </a:p>
        </p:txBody>
      </p:sp>
      <p:sp>
        <p:nvSpPr>
          <p:cNvPr id="19" name="">
            <a:extLst xmlns:a="http://schemas.openxmlformats.org/drawingml/2006/main">
              <a:ext uri="{FF2B5EF4-FFF2-40B4-BE49-F238E27FC236}">
                <a16:creationId xmlns:a16="http://schemas.microsoft.com/office/drawing/2014/main" id="{4C324555-6988-4859-8256-26C4E92D8D64}"/>
              </a:ext>
            </a:extLst>
          </p:cNvPr>
          <p:cNvSpPr>
            <a:spLocks xmlns:a="http://schemas.openxmlformats.org/drawingml/2006/main" noGrp="1"/>
          </p:cNvSpPr>
          <p:nvPr/>
        </p:nvSpPr>
        <p:spPr>
          <a:xfrm xmlns:a="http://schemas.openxmlformats.org/drawingml/2006/main">
            <a:off x="9048750" y="2514600"/>
            <a:ext cx="2333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i="0">
                <a:solidFill>
                  <a:srgbClr val="F8F4EC"/>
                </a:solidFill>
              </a:defRPr>
            </a:pPr>
            <a:r>
              <a:rPr sz="2175" b="1" i="0">
                <a:solidFill>
                  <a:srgbClr val="F8F4EC"/>
                </a:solidFill>
              </a:rPr>
              <a:t>Authorize</a:t>
            </a:r>
          </a:p>
        </p:txBody>
      </p:sp>
      <p:sp>
        <p:nvSpPr>
          <p:cNvPr id="20" name="">
            <a:extLst xmlns:a="http://schemas.openxmlformats.org/drawingml/2006/main">
              <a:ext uri="{FF2B5EF4-FFF2-40B4-BE49-F238E27FC236}">
                <a16:creationId xmlns:a16="http://schemas.microsoft.com/office/drawing/2014/main" id="{4D17A1A6-2EE8-42C7-ACA2-BD3579E51F7D}"/>
              </a:ext>
            </a:extLst>
          </p:cNvPr>
          <p:cNvSpPr>
            <a:spLocks xmlns:a="http://schemas.openxmlformats.org/drawingml/2006/main" noGrp="1"/>
          </p:cNvSpPr>
          <p:nvPr/>
        </p:nvSpPr>
        <p:spPr>
          <a:xfrm xmlns:a="http://schemas.openxmlformats.org/drawingml/2006/main">
            <a:off x="9048750" y="3105150"/>
            <a:ext cx="23050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C5BDAF"/>
                </a:solidFill>
              </a:defRPr>
            </a:pPr>
            <a:r>
              <a:rPr sz="1425" b="0" i="0">
                <a:solidFill>
                  <a:srgbClr val="C5BDAF"/>
                </a:solidFill>
              </a:rPr>
              <a:t>Publish readiness without allowing claims to outrun evidence.</a:t>
            </a:r>
          </a:p>
        </p:txBody>
      </p:sp>
      <p:sp>
        <p:nvSpPr>
          <p:cNvPr id="21" name="">
            <a:extLst xmlns:a="http://schemas.openxmlformats.org/drawingml/2006/main">
              <a:ext uri="{FF2B5EF4-FFF2-40B4-BE49-F238E27FC236}">
                <a16:creationId xmlns:a16="http://schemas.microsoft.com/office/drawing/2014/main" id="{313B82A6-5DC2-4323-A3FC-6834977C8583}"/>
              </a:ext>
            </a:extLst>
          </p:cNvPr>
          <p:cNvSpPr>
            <a:spLocks xmlns:a="http://schemas.openxmlformats.org/drawingml/2006/main" noGrp="1"/>
          </p:cNvSpPr>
          <p:nvPr/>
        </p:nvSpPr>
        <p:spPr>
          <a:xfrm xmlns:a="http://schemas.openxmlformats.org/drawingml/2006/main">
            <a:off x="666750" y="4686300"/>
            <a:ext cx="10782300" cy="914400"/>
          </a:xfrm>
          <a:prstGeom xmlns:a="http://schemas.openxmlformats.org/drawingml/2006/main" prst="roundRect">
            <a:avLst>
              <a:gd name="adj" fmla="val 12500"/>
            </a:avLst>
          </a:prstGeom>
          <a:solidFill xmlns:a="http://schemas.openxmlformats.org/drawingml/2006/main">
            <a:srgbClr val="0D0A05">
              <a:alpha val="88000"/>
            </a:srgbClr>
          </a:solidFill>
          <a:ln xmlns:a="http://schemas.openxmlformats.org/drawingml/2006/main" w="14288">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F4B9F693-454B-46BB-BA44-F227B374C880}"/>
              </a:ext>
            </a:extLst>
          </p:cNvPr>
          <p:cNvSpPr>
            <a:spLocks xmlns:a="http://schemas.openxmlformats.org/drawingml/2006/main" noGrp="1"/>
          </p:cNvSpPr>
          <p:nvPr/>
        </p:nvSpPr>
        <p:spPr>
          <a:xfrm xmlns:a="http://schemas.openxmlformats.org/drawingml/2006/main">
            <a:off x="1028700" y="4895850"/>
            <a:ext cx="10039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i="0">
                <a:solidFill>
                  <a:srgbClr val="F8F4EC"/>
                </a:solidFill>
              </a:defRPr>
            </a:pPr>
            <a:r>
              <a:rPr sz="1575" b="1" i="0">
                <a:solidFill>
                  <a:srgbClr val="F8F4EC"/>
                </a:solidFill>
              </a:rPr>
              <a:t>One result: evidence-bound readiness that customers, developers, security teams, and auditors can inspect together.</a:t>
            </a:r>
          </a:p>
        </p:txBody>
      </p:sp>
      <p:sp>
        <p:nvSpPr>
          <p:cNvPr id="23" name="">
            <a:extLst xmlns:a="http://schemas.openxmlformats.org/drawingml/2006/main">
              <a:ext uri="{FF2B5EF4-FFF2-40B4-BE49-F238E27FC236}">
                <a16:creationId xmlns:a16="http://schemas.microsoft.com/office/drawing/2014/main" id="{22E8EBAF-F197-4741-8483-FD24A911E971}"/>
              </a:ext>
            </a:extLst>
          </p:cNvPr>
          <p:cNvSpPr>
            <a:spLocks xmlns:a="http://schemas.openxmlformats.org/drawingml/2006/main" noGrp="1"/>
          </p:cNvSpPr>
          <p:nvPr/>
        </p:nvSpPr>
        <p:spPr>
          <a:xfrm xmlns:a="http://schemas.openxmlformats.org/drawingml/2006/main">
            <a:off x="533400" y="651510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C5BDAF"/>
                </a:solidFill>
              </a:defRPr>
            </a:pPr>
            <a:r>
              <a:rPr sz="975" b="1" i="0">
                <a:solidFill>
                  <a:srgbClr val="C5BDAF"/>
                </a:solidFill>
              </a:rPr>
              <a:t>PRODUCT</a:t>
            </a:r>
          </a:p>
        </p:txBody>
      </p:sp>
      <p:sp>
        <p:nvSpPr>
          <p:cNvPr id="24" name="">
            <a:extLst xmlns:a="http://schemas.openxmlformats.org/drawingml/2006/main">
              <a:ext uri="{FF2B5EF4-FFF2-40B4-BE49-F238E27FC236}">
                <a16:creationId xmlns:a16="http://schemas.microsoft.com/office/drawing/2014/main" id="{C6166171-052F-45D0-AE4E-45BB29DDC417}"/>
              </a:ext>
            </a:extLst>
          </p:cNvPr>
          <p:cNvSpPr>
            <a:spLocks xmlns:a="http://schemas.openxmlformats.org/drawingml/2006/main" noGrp="1"/>
          </p:cNvSpPr>
          <p:nvPr/>
        </p:nvSpPr>
        <p:spPr>
          <a:xfrm xmlns:a="http://schemas.openxmlformats.org/drawingml/2006/main">
            <a:off x="110299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i="0">
                <a:solidFill>
                  <a:srgbClr val="C5BDAF"/>
                </a:solidFill>
              </a:defRPr>
            </a:pPr>
            <a:r>
              <a:rPr sz="975" b="1" i="0">
                <a:solidFill>
                  <a:srgbClr val="C5BDAF"/>
                </a:solidFill>
              </a:rPr>
              <a:t>04</a:t>
            </a:r>
          </a:p>
        </p:txBody>
      </p:sp>
      <p:sp>
        <p:nvSpPr>
          <p:cNvPr id="26" name="">
            <a:extLst xmlns:a="http://schemas.openxmlformats.org/drawingml/2006/main">
              <a:ext uri="{FF2B5EF4-FFF2-40B4-BE49-F238E27FC236}">
                <a16:creationId xmlns:a16="http://schemas.microsoft.com/office/drawing/2014/main" id="{8964C148-E9DD-46DB-9F39-F291FE806E41}"/>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CE1FF91-7573-4078-9BFF-D353B93E43C5}"/>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4410F4B-060B-4B00-8ABF-BB07499495AF}"/>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04</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20facd333d484ee7">
            <a:extLst>
              <a:ext uri="{96DAC541-7B7A-43D3-8B79-37D633B846F1}">
                <asvg:svgBlip xmlns:asvg="http://schemas.microsoft.com/office/drawing/2016/SVG/main" r:embed="Ra914131af5d044b2"/>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ba86d656122543b1">
            <a:extLst>
              <a:ext uri="{96DAC541-7B7A-43D3-8B79-37D633B846F1}">
                <asvg:svgBlip xmlns:asvg="http://schemas.microsoft.com/office/drawing/2016/SVG/main" r:embed="Re9df2c3feb4745f6"/>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140881555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0522833D-DF62-4C22-8A71-BF4B6CEFB70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67E4B96C-AD74-4BCD-B73D-C9E3B62285B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gradFill xmlns:a="http://schemas.openxmlformats.org/drawingml/2006/main">
            <a:gsLst>
              <a:gs pos="0">
                <a:srgbClr val="D68A17"/>
              </a:gs>
              <a:gs pos="100000">
                <a:srgbClr val="F2B84B"/>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6A0DB43A-7C7D-4F75-BEEB-2262186EEAF2}"/>
              </a:ext>
            </a:extLst>
          </p:cNvPr>
          <p:cNvSpPr>
            <a:spLocks xmlns:a="http://schemas.openxmlformats.org/drawingml/2006/main" noGrp="1"/>
          </p:cNvSpPr>
          <p:nvPr/>
        </p:nvSpPr>
        <p:spPr>
          <a:xfrm xmlns:a="http://schemas.openxmlformats.org/drawingml/2006/main">
            <a:off x="10763250" y="171450"/>
            <a:ext cx="1200150" cy="1200150"/>
          </a:xfrm>
          <a:prstGeom xmlns:a="http://schemas.openxmlformats.org/drawingml/2006/main" prst="ellipse">
            <a:avLst/>
          </a:prstGeom>
          <a:solidFill xmlns:a="http://schemas.openxmlformats.org/drawingml/2006/main">
            <a:srgbClr val="F2B84B">
              <a:alpha val="8000"/>
            </a:srgbClr>
          </a:solidFill>
          <a:ln xmlns:a="http://schemas.openxmlformats.org/drawingml/2006/main" w="9525">
            <a:solidFill>
              <a:srgbClr val="F2B84B">
                <a:alpha val="12000"/>
              </a:srgbClr>
            </a:solidFill>
            <a:prstDash val="solid"/>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9F3E5186-6B08-430D-A6D5-CB666DE3C46E}"/>
              </a:ext>
            </a:extLst>
          </p:cNvPr>
          <p:cNvSpPr>
            <a:spLocks xmlns:a="http://schemas.openxmlformats.org/drawingml/2006/main" noGrp="1"/>
          </p:cNvSpPr>
          <p:nvPr/>
        </p:nvSpPr>
        <p:spPr>
          <a:xfrm xmlns:a="http://schemas.openxmlformats.org/drawingml/2006/main">
            <a:off x="171450" y="5619750"/>
            <a:ext cx="1028700" cy="1028700"/>
          </a:xfrm>
          <a:prstGeom xmlns:a="http://schemas.openxmlformats.org/drawingml/2006/main" prst="ellipse">
            <a:avLst/>
          </a:prstGeom>
          <a:solidFill xmlns:a="http://schemas.openxmlformats.org/drawingml/2006/main">
            <a:srgbClr val="D68A17">
              <a:alpha val="6000"/>
            </a:srgbClr>
          </a:solidFill>
          <a:ln xmlns:a="http://schemas.openxmlformats.org/drawingml/2006/main" w="9525">
            <a:solidFill>
              <a:srgbClr val="D68A17">
                <a:alpha val="10000"/>
              </a:srgbClr>
            </a:solidFill>
            <a:prstDash val="solid"/>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15F36C39-EFA2-4C52-90D3-5C7C0EFA87F7}"/>
              </a:ext>
            </a:extLst>
          </p:cNvPr>
          <p:cNvSpPr>
            <a:spLocks xmlns:a="http://schemas.openxmlformats.org/drawingml/2006/main" noGrp="1"/>
          </p:cNvSpPr>
          <p:nvPr/>
        </p:nvSpPr>
        <p:spPr>
          <a:xfrm xmlns:a="http://schemas.openxmlformats.org/drawingml/2006/main">
            <a:off x="552450" y="323850"/>
            <a:ext cx="657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F2B84B"/>
                </a:solidFill>
              </a:defRPr>
            </a:pPr>
            <a:r>
              <a:rPr sz="975" b="1" i="0">
                <a:solidFill>
                  <a:srgbClr val="F2B84B"/>
                </a:solidFill>
              </a:rPr>
              <a:t>EARLIER MILESTONES</a:t>
            </a:r>
          </a:p>
        </p:txBody>
      </p:sp>
      <p:sp>
        <p:nvSpPr>
          <p:cNvPr id="6" name="">
            <a:extLst xmlns:a="http://schemas.openxmlformats.org/drawingml/2006/main">
              <a:ext uri="{FF2B5EF4-FFF2-40B4-BE49-F238E27FC236}">
                <a16:creationId xmlns:a16="http://schemas.microsoft.com/office/drawing/2014/main" id="{FA56C859-C3BB-46F2-B55F-DF1EF382E88D}"/>
              </a:ext>
            </a:extLst>
          </p:cNvPr>
          <p:cNvSpPr>
            <a:spLocks xmlns:a="http://schemas.openxmlformats.org/drawingml/2006/main" noGrp="1"/>
          </p:cNvSpPr>
          <p:nvPr/>
        </p:nvSpPr>
        <p:spPr>
          <a:xfrm xmlns:a="http://schemas.openxmlformats.org/drawingml/2006/main">
            <a:off x="552450" y="6667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i="0">
                <a:solidFill>
                  <a:srgbClr val="F8F4EC"/>
                </a:solidFill>
              </a:defRPr>
            </a:pPr>
            <a:r>
              <a:rPr sz="2700" b="1" i="0">
                <a:solidFill>
                  <a:srgbClr val="F8F4EC"/>
                </a:solidFill>
              </a:rPr>
              <a:t>The platform grew in four deliberate layers</a:t>
            </a:r>
          </a:p>
        </p:txBody>
      </p:sp>
      <p:sp>
        <p:nvSpPr>
          <p:cNvPr id="7" name="">
            <a:extLst xmlns:a="http://schemas.openxmlformats.org/drawingml/2006/main">
              <a:ext uri="{FF2B5EF4-FFF2-40B4-BE49-F238E27FC236}">
                <a16:creationId xmlns:a16="http://schemas.microsoft.com/office/drawing/2014/main" id="{427A1EF8-8DE4-47B3-9091-2B4595EB2C40}"/>
              </a:ext>
            </a:extLst>
          </p:cNvPr>
          <p:cNvSpPr>
            <a:spLocks xmlns:a="http://schemas.openxmlformats.org/drawingml/2006/main" noGrp="1"/>
          </p:cNvSpPr>
          <p:nvPr/>
        </p:nvSpPr>
        <p:spPr>
          <a:xfrm xmlns:a="http://schemas.openxmlformats.org/drawingml/2006/main">
            <a:off x="552450" y="1257300"/>
            <a:ext cx="8191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EB85D013-0064-47FD-A913-3B31ABB0E90E}"/>
              </a:ext>
            </a:extLst>
          </p:cNvPr>
          <p:cNvSpPr>
            <a:spLocks xmlns:a="http://schemas.openxmlformats.org/drawingml/2006/main" noGrp="1"/>
          </p:cNvSpPr>
          <p:nvPr/>
        </p:nvSpPr>
        <p:spPr>
          <a:xfrm xmlns:a="http://schemas.openxmlformats.org/drawingml/2006/main">
            <a:off x="1600200" y="1152525"/>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C5BDAF"/>
                </a:solidFill>
              </a:defRPr>
            </a:pPr>
            <a:r>
              <a:rPr sz="1350" b="0" i="0">
                <a:solidFill>
                  <a:srgbClr val="C5BDAF"/>
                </a:solidFill>
              </a:rPr>
              <a:t>The UI is the visible result of years of trust mechanics.</a:t>
            </a:r>
          </a:p>
        </p:txBody>
      </p:sp>
      <p:sp>
        <p:nvSpPr>
          <p:cNvPr id="9" name="">
            <a:extLst xmlns:a="http://schemas.openxmlformats.org/drawingml/2006/main">
              <a:ext uri="{FF2B5EF4-FFF2-40B4-BE49-F238E27FC236}">
                <a16:creationId xmlns:a16="http://schemas.microsoft.com/office/drawing/2014/main" id="{20ADCC30-EC80-45C0-AE2E-4E245318C648}"/>
              </a:ext>
            </a:extLst>
          </p:cNvPr>
          <p:cNvSpPr>
            <a:spLocks xmlns:a="http://schemas.openxmlformats.org/drawingml/2006/main" noGrp="1"/>
          </p:cNvSpPr>
          <p:nvPr/>
        </p:nvSpPr>
        <p:spPr>
          <a:xfrm xmlns:a="http://schemas.openxmlformats.org/drawingml/2006/main">
            <a:off x="571500" y="2047875"/>
            <a:ext cx="2571750" cy="2857500"/>
          </a:xfrm>
          <a:prstGeom xmlns:a="http://schemas.openxmlformats.org/drawingml/2006/main" prst="roundRect">
            <a:avLst>
              <a:gd name="adj" fmla="val 4444"/>
            </a:avLst>
          </a:prstGeom>
          <a:solidFill xmlns:a="http://schemas.openxmlformats.org/drawingml/2006/main">
            <a:srgbClr val="101010"/>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785B303F-CDB8-4A90-AFD8-E8F8704D9C5E}"/>
              </a:ext>
            </a:extLst>
          </p:cNvPr>
          <p:cNvSpPr>
            <a:spLocks xmlns:a="http://schemas.openxmlformats.org/drawingml/2006/main" noGrp="1"/>
          </p:cNvSpPr>
          <p:nvPr/>
        </p:nvSpPr>
        <p:spPr>
          <a:xfrm xmlns:a="http://schemas.openxmlformats.org/drawingml/2006/main">
            <a:off x="762000" y="2257425"/>
            <a:ext cx="495300" cy="495300"/>
          </a:xfrm>
          <a:prstGeom xmlns:a="http://schemas.openxmlformats.org/drawingml/2006/main" prst="ellipse">
            <a:avLst/>
          </a:prstGeom>
          <a:solidFill xmlns:a="http://schemas.openxmlformats.org/drawingml/2006/main">
            <a:srgbClr val="17130D"/>
          </a:solidFill>
          <a:ln xmlns:a="http://schemas.openxmlformats.org/drawingml/2006/main" w="14288">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2175D0B9-70D0-4627-9702-671B4B159995}"/>
              </a:ext>
            </a:extLst>
          </p:cNvPr>
          <p:cNvSpPr>
            <a:spLocks xmlns:a="http://schemas.openxmlformats.org/drawingml/2006/main" noGrp="1"/>
          </p:cNvSpPr>
          <p:nvPr/>
        </p:nvSpPr>
        <p:spPr>
          <a:xfrm xmlns:a="http://schemas.openxmlformats.org/drawingml/2006/main">
            <a:off x="762000" y="23717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F2B84B"/>
                </a:solidFill>
              </a:defRPr>
            </a:pPr>
            <a:r>
              <a:rPr sz="1350" b="1" i="0">
                <a:solidFill>
                  <a:srgbClr val="F2B84B"/>
                </a:solidFill>
              </a:rPr>
              <a:t>1</a:t>
            </a:r>
          </a:p>
        </p:txBody>
      </p:sp>
      <p:sp>
        <p:nvSpPr>
          <p:cNvPr id="12" name="">
            <a:extLst xmlns:a="http://schemas.openxmlformats.org/drawingml/2006/main">
              <a:ext uri="{FF2B5EF4-FFF2-40B4-BE49-F238E27FC236}">
                <a16:creationId xmlns:a16="http://schemas.microsoft.com/office/drawing/2014/main" id="{C105DED3-BB85-4B7D-8E9F-345573AD3AC1}"/>
              </a:ext>
            </a:extLst>
          </p:cNvPr>
          <p:cNvSpPr>
            <a:spLocks xmlns:a="http://schemas.openxmlformats.org/drawingml/2006/main" noGrp="1"/>
          </p:cNvSpPr>
          <p:nvPr/>
        </p:nvSpPr>
        <p:spPr>
          <a:xfrm xmlns:a="http://schemas.openxmlformats.org/drawingml/2006/main">
            <a:off x="1409700" y="2343150"/>
            <a:ext cx="1476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F2B84B"/>
                </a:solidFill>
              </a:defRPr>
            </a:pPr>
            <a:r>
              <a:rPr sz="900" b="1" i="0">
                <a:solidFill>
                  <a:srgbClr val="F2B84B"/>
                </a:solidFill>
              </a:rPr>
              <a:t>Foundation cell</a:t>
            </a:r>
          </a:p>
        </p:txBody>
      </p:sp>
      <p:sp>
        <p:nvSpPr>
          <p:cNvPr id="13" name="">
            <a:extLst xmlns:a="http://schemas.openxmlformats.org/drawingml/2006/main">
              <a:ext uri="{FF2B5EF4-FFF2-40B4-BE49-F238E27FC236}">
                <a16:creationId xmlns:a16="http://schemas.microsoft.com/office/drawing/2014/main" id="{6E89B2BD-C2CC-4A72-BA02-B8AFA9469D9E}"/>
              </a:ext>
            </a:extLst>
          </p:cNvPr>
          <p:cNvSpPr>
            <a:spLocks xmlns:a="http://schemas.openxmlformats.org/drawingml/2006/main" noGrp="1"/>
          </p:cNvSpPr>
          <p:nvPr/>
        </p:nvSpPr>
        <p:spPr>
          <a:xfrm xmlns:a="http://schemas.openxmlformats.org/drawingml/2006/main">
            <a:off x="781050" y="3009900"/>
            <a:ext cx="2152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F8F4EC"/>
                </a:solidFill>
              </a:defRPr>
            </a:pPr>
            <a:r>
              <a:rPr sz="1800" b="1" i="0">
                <a:solidFill>
                  <a:srgbClr val="F8F4EC"/>
                </a:solidFill>
              </a:rPr>
              <a:t>Prove behavior</a:t>
            </a:r>
          </a:p>
        </p:txBody>
      </p:sp>
      <p:sp>
        <p:nvSpPr>
          <p:cNvPr id="14" name="">
            <a:extLst xmlns:a="http://schemas.openxmlformats.org/drawingml/2006/main">
              <a:ext uri="{FF2B5EF4-FFF2-40B4-BE49-F238E27FC236}">
                <a16:creationId xmlns:a16="http://schemas.microsoft.com/office/drawing/2014/main" id="{944A223E-7A84-42E4-B292-9AAE8FD9571E}"/>
              </a:ext>
            </a:extLst>
          </p:cNvPr>
          <p:cNvSpPr>
            <a:spLocks xmlns:a="http://schemas.openxmlformats.org/drawingml/2006/main" noGrp="1"/>
          </p:cNvSpPr>
          <p:nvPr/>
        </p:nvSpPr>
        <p:spPr>
          <a:xfrm xmlns:a="http://schemas.openxmlformats.org/drawingml/2006/main">
            <a:off x="781050" y="3733800"/>
            <a:ext cx="21526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C5BDAF"/>
                </a:solidFill>
              </a:defRPr>
            </a:pPr>
            <a:r>
              <a:rPr sz="1275" b="0" i="0">
                <a:solidFill>
                  <a:srgbClr val="C5BDAF"/>
                </a:solidFill>
              </a:rPr>
              <a:t>Oracle · Java/Spring Batch · differential verification</a:t>
            </a:r>
          </a:p>
        </p:txBody>
      </p:sp>
      <p:sp>
        <p:nvSpPr>
          <p:cNvPr id="15" name="">
            <a:extLst xmlns:a="http://schemas.openxmlformats.org/drawingml/2006/main">
              <a:ext uri="{FF2B5EF4-FFF2-40B4-BE49-F238E27FC236}">
                <a16:creationId xmlns:a16="http://schemas.microsoft.com/office/drawing/2014/main" id="{E381ABA7-96C1-4C90-B708-0AAAB9C87F32}"/>
              </a:ext>
            </a:extLst>
          </p:cNvPr>
          <p:cNvSpPr>
            <a:spLocks xmlns:a="http://schemas.openxmlformats.org/drawingml/2006/main" noGrp="1"/>
          </p:cNvSpPr>
          <p:nvPr/>
        </p:nvSpPr>
        <p:spPr>
          <a:xfrm xmlns:a="http://schemas.openxmlformats.org/drawingml/2006/main">
            <a:off x="3429000" y="2047875"/>
            <a:ext cx="2571750" cy="2857500"/>
          </a:xfrm>
          <a:prstGeom xmlns:a="http://schemas.openxmlformats.org/drawingml/2006/main" prst="roundRect">
            <a:avLst>
              <a:gd name="adj" fmla="val 4444"/>
            </a:avLst>
          </a:prstGeom>
          <a:solidFill xmlns:a="http://schemas.openxmlformats.org/drawingml/2006/main">
            <a:srgbClr val="101010"/>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6" name="">
            <a:extLst xmlns:a="http://schemas.openxmlformats.org/drawingml/2006/main">
              <a:ext uri="{FF2B5EF4-FFF2-40B4-BE49-F238E27FC236}">
                <a16:creationId xmlns:a16="http://schemas.microsoft.com/office/drawing/2014/main" id="{B2B247D6-AD1A-45FA-84DE-DFAA8BAF44B2}"/>
              </a:ext>
            </a:extLst>
          </p:cNvPr>
          <p:cNvSpPr>
            <a:spLocks xmlns:a="http://schemas.openxmlformats.org/drawingml/2006/main" noGrp="1"/>
          </p:cNvSpPr>
          <p:nvPr/>
        </p:nvSpPr>
        <p:spPr>
          <a:xfrm xmlns:a="http://schemas.openxmlformats.org/drawingml/2006/main">
            <a:off x="3619500" y="2257425"/>
            <a:ext cx="495300" cy="495300"/>
          </a:xfrm>
          <a:prstGeom xmlns:a="http://schemas.openxmlformats.org/drawingml/2006/main" prst="ellipse">
            <a:avLst/>
          </a:prstGeom>
          <a:solidFill xmlns:a="http://schemas.openxmlformats.org/drawingml/2006/main">
            <a:srgbClr val="17130D"/>
          </a:solidFill>
          <a:ln xmlns:a="http://schemas.openxmlformats.org/drawingml/2006/main" w="14288">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17" name="">
            <a:extLst xmlns:a="http://schemas.openxmlformats.org/drawingml/2006/main">
              <a:ext uri="{FF2B5EF4-FFF2-40B4-BE49-F238E27FC236}">
                <a16:creationId xmlns:a16="http://schemas.microsoft.com/office/drawing/2014/main" id="{A9D2A66A-FA1F-4B73-9E3A-D32AC2023C78}"/>
              </a:ext>
            </a:extLst>
          </p:cNvPr>
          <p:cNvSpPr>
            <a:spLocks xmlns:a="http://schemas.openxmlformats.org/drawingml/2006/main" noGrp="1"/>
          </p:cNvSpPr>
          <p:nvPr/>
        </p:nvSpPr>
        <p:spPr>
          <a:xfrm xmlns:a="http://schemas.openxmlformats.org/drawingml/2006/main">
            <a:off x="3619500" y="23717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F2B84B"/>
                </a:solidFill>
              </a:defRPr>
            </a:pPr>
            <a:r>
              <a:rPr sz="1350" b="1" i="0">
                <a:solidFill>
                  <a:srgbClr val="F2B84B"/>
                </a:solidFill>
              </a:rPr>
              <a:t>2</a:t>
            </a:r>
          </a:p>
        </p:txBody>
      </p:sp>
      <p:sp>
        <p:nvSpPr>
          <p:cNvPr id="18" name="">
            <a:extLst xmlns:a="http://schemas.openxmlformats.org/drawingml/2006/main">
              <a:ext uri="{FF2B5EF4-FFF2-40B4-BE49-F238E27FC236}">
                <a16:creationId xmlns:a16="http://schemas.microsoft.com/office/drawing/2014/main" id="{9E03AF7E-40EA-4B6A-8226-640A136676F6}"/>
              </a:ext>
            </a:extLst>
          </p:cNvPr>
          <p:cNvSpPr>
            <a:spLocks xmlns:a="http://schemas.openxmlformats.org/drawingml/2006/main" noGrp="1"/>
          </p:cNvSpPr>
          <p:nvPr/>
        </p:nvSpPr>
        <p:spPr>
          <a:xfrm xmlns:a="http://schemas.openxmlformats.org/drawingml/2006/main">
            <a:off x="4267200" y="2343150"/>
            <a:ext cx="1476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F2B84B"/>
                </a:solidFill>
              </a:defRPr>
            </a:pPr>
            <a:r>
              <a:rPr sz="900" b="1" i="0">
                <a:solidFill>
                  <a:srgbClr val="F2B84B"/>
                </a:solidFill>
              </a:rPr>
              <a:t>v0.3–0.6</a:t>
            </a:r>
          </a:p>
        </p:txBody>
      </p:sp>
      <p:sp>
        <p:nvSpPr>
          <p:cNvPr id="19" name="">
            <a:extLst xmlns:a="http://schemas.openxmlformats.org/drawingml/2006/main">
              <a:ext uri="{FF2B5EF4-FFF2-40B4-BE49-F238E27FC236}">
                <a16:creationId xmlns:a16="http://schemas.microsoft.com/office/drawing/2014/main" id="{E8E59AA4-5A5F-491A-BDE3-F048080C2E33}"/>
              </a:ext>
            </a:extLst>
          </p:cNvPr>
          <p:cNvSpPr>
            <a:spLocks xmlns:a="http://schemas.openxmlformats.org/drawingml/2006/main" noGrp="1"/>
          </p:cNvSpPr>
          <p:nvPr/>
        </p:nvSpPr>
        <p:spPr>
          <a:xfrm xmlns:a="http://schemas.openxmlformats.org/drawingml/2006/main">
            <a:off x="3638550" y="3009900"/>
            <a:ext cx="2152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F8F4EC"/>
                </a:solidFill>
              </a:defRPr>
            </a:pPr>
            <a:r>
              <a:rPr sz="1800" b="1" i="0">
                <a:solidFill>
                  <a:srgbClr val="F8F4EC"/>
                </a:solidFill>
              </a:rPr>
              <a:t>Make the estate navigable</a:t>
            </a:r>
          </a:p>
        </p:txBody>
      </p:sp>
      <p:sp>
        <p:nvSpPr>
          <p:cNvPr id="20" name="">
            <a:extLst xmlns:a="http://schemas.openxmlformats.org/drawingml/2006/main">
              <a:ext uri="{FF2B5EF4-FFF2-40B4-BE49-F238E27FC236}">
                <a16:creationId xmlns:a16="http://schemas.microsoft.com/office/drawing/2014/main" id="{63E02981-133F-4BAA-AFAE-070A122A3EB9}"/>
              </a:ext>
            </a:extLst>
          </p:cNvPr>
          <p:cNvSpPr>
            <a:spLocks xmlns:a="http://schemas.openxmlformats.org/drawingml/2006/main" noGrp="1"/>
          </p:cNvSpPr>
          <p:nvPr/>
        </p:nvSpPr>
        <p:spPr>
          <a:xfrm xmlns:a="http://schemas.openxmlformats.org/drawingml/2006/main">
            <a:off x="3638550" y="3733800"/>
            <a:ext cx="21526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C5BDAF"/>
                </a:solidFill>
              </a:defRPr>
            </a:pPr>
            <a:r>
              <a:rPr sz="1275" b="0" i="0">
                <a:solidFill>
                  <a:srgbClr val="C5BDAF"/>
                </a:solidFill>
              </a:rPr>
              <a:t>Knowledge graph · Explorer · Ask graph · evidence capsules</a:t>
            </a:r>
          </a:p>
        </p:txBody>
      </p:sp>
      <p:sp>
        <p:nvSpPr>
          <p:cNvPr id="21" name="">
            <a:extLst xmlns:a="http://schemas.openxmlformats.org/drawingml/2006/main">
              <a:ext uri="{FF2B5EF4-FFF2-40B4-BE49-F238E27FC236}">
                <a16:creationId xmlns:a16="http://schemas.microsoft.com/office/drawing/2014/main" id="{B0537394-6491-46FF-A2B1-0794D2E9518E}"/>
              </a:ext>
            </a:extLst>
          </p:cNvPr>
          <p:cNvSpPr>
            <a:spLocks xmlns:a="http://schemas.openxmlformats.org/drawingml/2006/main" noGrp="1"/>
          </p:cNvSpPr>
          <p:nvPr/>
        </p:nvSpPr>
        <p:spPr>
          <a:xfrm xmlns:a="http://schemas.openxmlformats.org/drawingml/2006/main">
            <a:off x="6286500" y="2047875"/>
            <a:ext cx="2571750" cy="2857500"/>
          </a:xfrm>
          <a:prstGeom xmlns:a="http://schemas.openxmlformats.org/drawingml/2006/main" prst="roundRect">
            <a:avLst>
              <a:gd name="adj" fmla="val 4444"/>
            </a:avLst>
          </a:prstGeom>
          <a:solidFill xmlns:a="http://schemas.openxmlformats.org/drawingml/2006/main">
            <a:srgbClr val="101010"/>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27E7CE1D-6911-46C8-A945-A0A4E9E71BE1}"/>
              </a:ext>
            </a:extLst>
          </p:cNvPr>
          <p:cNvSpPr>
            <a:spLocks xmlns:a="http://schemas.openxmlformats.org/drawingml/2006/main" noGrp="1"/>
          </p:cNvSpPr>
          <p:nvPr/>
        </p:nvSpPr>
        <p:spPr>
          <a:xfrm xmlns:a="http://schemas.openxmlformats.org/drawingml/2006/main">
            <a:off x="6477000" y="2257425"/>
            <a:ext cx="495300" cy="495300"/>
          </a:xfrm>
          <a:prstGeom xmlns:a="http://schemas.openxmlformats.org/drawingml/2006/main" prst="ellipse">
            <a:avLst/>
          </a:prstGeom>
          <a:solidFill xmlns:a="http://schemas.openxmlformats.org/drawingml/2006/main">
            <a:srgbClr val="17130D"/>
          </a:solidFill>
          <a:ln xmlns:a="http://schemas.openxmlformats.org/drawingml/2006/main" w="14288">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23" name="">
            <a:extLst xmlns:a="http://schemas.openxmlformats.org/drawingml/2006/main">
              <a:ext uri="{FF2B5EF4-FFF2-40B4-BE49-F238E27FC236}">
                <a16:creationId xmlns:a16="http://schemas.microsoft.com/office/drawing/2014/main" id="{5ECABA74-C26B-408F-A000-2FD6BED58BF8}"/>
              </a:ext>
            </a:extLst>
          </p:cNvPr>
          <p:cNvSpPr>
            <a:spLocks xmlns:a="http://schemas.openxmlformats.org/drawingml/2006/main" noGrp="1"/>
          </p:cNvSpPr>
          <p:nvPr/>
        </p:nvSpPr>
        <p:spPr>
          <a:xfrm xmlns:a="http://schemas.openxmlformats.org/drawingml/2006/main">
            <a:off x="6477000" y="23717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F2B84B"/>
                </a:solidFill>
              </a:defRPr>
            </a:pPr>
            <a:r>
              <a:rPr sz="1350" b="1" i="0">
                <a:solidFill>
                  <a:srgbClr val="F2B84B"/>
                </a:solidFill>
              </a:rPr>
              <a:t>3</a:t>
            </a:r>
          </a:p>
        </p:txBody>
      </p:sp>
      <p:sp>
        <p:nvSpPr>
          <p:cNvPr id="24" name="">
            <a:extLst xmlns:a="http://schemas.openxmlformats.org/drawingml/2006/main">
              <a:ext uri="{FF2B5EF4-FFF2-40B4-BE49-F238E27FC236}">
                <a16:creationId xmlns:a16="http://schemas.microsoft.com/office/drawing/2014/main" id="{A05AEC18-E307-4D42-904E-3FBA60318B86}"/>
              </a:ext>
            </a:extLst>
          </p:cNvPr>
          <p:cNvSpPr>
            <a:spLocks xmlns:a="http://schemas.openxmlformats.org/drawingml/2006/main" noGrp="1"/>
          </p:cNvSpPr>
          <p:nvPr/>
        </p:nvSpPr>
        <p:spPr>
          <a:xfrm xmlns:a="http://schemas.openxmlformats.org/drawingml/2006/main">
            <a:off x="7124700" y="2343150"/>
            <a:ext cx="1476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F2B84B"/>
                </a:solidFill>
              </a:defRPr>
            </a:pPr>
            <a:r>
              <a:rPr sz="900" b="1" i="0">
                <a:solidFill>
                  <a:srgbClr val="F2B84B"/>
                </a:solidFill>
              </a:rPr>
              <a:t>v0.7–0.14</a:t>
            </a:r>
          </a:p>
        </p:txBody>
      </p:sp>
      <p:sp>
        <p:nvSpPr>
          <p:cNvPr id="25" name="">
            <a:extLst xmlns:a="http://schemas.openxmlformats.org/drawingml/2006/main">
              <a:ext uri="{FF2B5EF4-FFF2-40B4-BE49-F238E27FC236}">
                <a16:creationId xmlns:a16="http://schemas.microsoft.com/office/drawing/2014/main" id="{7FAD577E-D9BF-4249-AD17-267C0BC57B7A}"/>
              </a:ext>
            </a:extLst>
          </p:cNvPr>
          <p:cNvSpPr>
            <a:spLocks xmlns:a="http://schemas.openxmlformats.org/drawingml/2006/main" noGrp="1"/>
          </p:cNvSpPr>
          <p:nvPr/>
        </p:nvSpPr>
        <p:spPr>
          <a:xfrm xmlns:a="http://schemas.openxmlformats.org/drawingml/2006/main">
            <a:off x="6496050" y="3009900"/>
            <a:ext cx="2152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F8F4EC"/>
                </a:solidFill>
              </a:defRPr>
            </a:pPr>
            <a:r>
              <a:rPr sz="1800" b="1" i="0">
                <a:solidFill>
                  <a:srgbClr val="F8F4EC"/>
                </a:solidFill>
              </a:rPr>
              <a:t>Govern autonomous work</a:t>
            </a:r>
          </a:p>
        </p:txBody>
      </p:sp>
      <p:sp>
        <p:nvSpPr>
          <p:cNvPr id="26" name="">
            <a:extLst xmlns:a="http://schemas.openxmlformats.org/drawingml/2006/main">
              <a:ext uri="{FF2B5EF4-FFF2-40B4-BE49-F238E27FC236}">
                <a16:creationId xmlns:a16="http://schemas.microsoft.com/office/drawing/2014/main" id="{317CC0D0-2E9F-41FF-9440-1405B677F213}"/>
              </a:ext>
            </a:extLst>
          </p:cNvPr>
          <p:cNvSpPr>
            <a:spLocks xmlns:a="http://schemas.openxmlformats.org/drawingml/2006/main" noGrp="1"/>
          </p:cNvSpPr>
          <p:nvPr/>
        </p:nvSpPr>
        <p:spPr>
          <a:xfrm xmlns:a="http://schemas.openxmlformats.org/drawingml/2006/main">
            <a:off x="6496050" y="3733800"/>
            <a:ext cx="21526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C5BDAF"/>
                </a:solidFill>
              </a:defRPr>
            </a:pPr>
            <a:r>
              <a:rPr sz="1275" b="0" i="0">
                <a:solidFill>
                  <a:srgbClr val="C5BDAF"/>
                </a:solidFill>
              </a:rPr>
              <a:t>Factory · Runtime · Audit · Quality · Memory</a:t>
            </a:r>
          </a:p>
        </p:txBody>
      </p:sp>
      <p:sp>
        <p:nvSpPr>
          <p:cNvPr id="27" name="">
            <a:extLst xmlns:a="http://schemas.openxmlformats.org/drawingml/2006/main">
              <a:ext uri="{FF2B5EF4-FFF2-40B4-BE49-F238E27FC236}">
                <a16:creationId xmlns:a16="http://schemas.microsoft.com/office/drawing/2014/main" id="{E4EBEBCC-EE60-48C0-B823-51F496AF1FF0}"/>
              </a:ext>
            </a:extLst>
          </p:cNvPr>
          <p:cNvSpPr>
            <a:spLocks xmlns:a="http://schemas.openxmlformats.org/drawingml/2006/main" noGrp="1"/>
          </p:cNvSpPr>
          <p:nvPr/>
        </p:nvSpPr>
        <p:spPr>
          <a:xfrm xmlns:a="http://schemas.openxmlformats.org/drawingml/2006/main">
            <a:off x="9144000" y="2047875"/>
            <a:ext cx="2571750" cy="2857500"/>
          </a:xfrm>
          <a:prstGeom xmlns:a="http://schemas.openxmlformats.org/drawingml/2006/main" prst="roundRect">
            <a:avLst>
              <a:gd name="adj" fmla="val 4444"/>
            </a:avLst>
          </a:prstGeom>
          <a:solidFill xmlns:a="http://schemas.openxmlformats.org/drawingml/2006/main">
            <a:srgbClr val="2A1D0B"/>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8" name="">
            <a:extLst xmlns:a="http://schemas.openxmlformats.org/drawingml/2006/main">
              <a:ext uri="{FF2B5EF4-FFF2-40B4-BE49-F238E27FC236}">
                <a16:creationId xmlns:a16="http://schemas.microsoft.com/office/drawing/2014/main" id="{7D820AA2-5F8F-4395-8F28-F37F573B71FF}"/>
              </a:ext>
            </a:extLst>
          </p:cNvPr>
          <p:cNvSpPr>
            <a:spLocks xmlns:a="http://schemas.openxmlformats.org/drawingml/2006/main" noGrp="1"/>
          </p:cNvSpPr>
          <p:nvPr/>
        </p:nvSpPr>
        <p:spPr>
          <a:xfrm xmlns:a="http://schemas.openxmlformats.org/drawingml/2006/main">
            <a:off x="9334500" y="2257425"/>
            <a:ext cx="495300" cy="495300"/>
          </a:xfrm>
          <a:prstGeom xmlns:a="http://schemas.openxmlformats.org/drawingml/2006/main" prst="ellipse">
            <a:avLst/>
          </a:prstGeom>
          <a:solidFill xmlns:a="http://schemas.openxmlformats.org/drawingml/2006/main">
            <a:srgbClr val="F2B84B"/>
          </a:solidFill>
          <a:ln xmlns:a="http://schemas.openxmlformats.org/drawingml/2006/main" w="14288">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29" name="">
            <a:extLst xmlns:a="http://schemas.openxmlformats.org/drawingml/2006/main">
              <a:ext uri="{FF2B5EF4-FFF2-40B4-BE49-F238E27FC236}">
                <a16:creationId xmlns:a16="http://schemas.microsoft.com/office/drawing/2014/main" id="{ED0D3334-3F1C-4719-87AA-2CE16BAAB8F3}"/>
              </a:ext>
            </a:extLst>
          </p:cNvPr>
          <p:cNvSpPr>
            <a:spLocks xmlns:a="http://schemas.openxmlformats.org/drawingml/2006/main" noGrp="1"/>
          </p:cNvSpPr>
          <p:nvPr/>
        </p:nvSpPr>
        <p:spPr>
          <a:xfrm xmlns:a="http://schemas.openxmlformats.org/drawingml/2006/main">
            <a:off x="9334500" y="23717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050505"/>
                </a:solidFill>
              </a:defRPr>
            </a:pPr>
            <a:r>
              <a:rPr sz="1350" b="1" i="0">
                <a:solidFill>
                  <a:srgbClr val="050505"/>
                </a:solidFill>
              </a:rPr>
              <a:t>4</a:t>
            </a:r>
          </a:p>
        </p:txBody>
      </p:sp>
      <p:sp>
        <p:nvSpPr>
          <p:cNvPr id="30" name="">
            <a:extLst xmlns:a="http://schemas.openxmlformats.org/drawingml/2006/main">
              <a:ext uri="{FF2B5EF4-FFF2-40B4-BE49-F238E27FC236}">
                <a16:creationId xmlns:a16="http://schemas.microsoft.com/office/drawing/2014/main" id="{0C2E84AF-77BE-41ED-A404-7478DA8C612F}"/>
              </a:ext>
            </a:extLst>
          </p:cNvPr>
          <p:cNvSpPr>
            <a:spLocks xmlns:a="http://schemas.openxmlformats.org/drawingml/2006/main" noGrp="1"/>
          </p:cNvSpPr>
          <p:nvPr/>
        </p:nvSpPr>
        <p:spPr>
          <a:xfrm xmlns:a="http://schemas.openxmlformats.org/drawingml/2006/main">
            <a:off x="9982200" y="2343150"/>
            <a:ext cx="1476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F2B84B"/>
                </a:solidFill>
              </a:defRPr>
            </a:pPr>
            <a:r>
              <a:rPr sz="900" b="1" i="0">
                <a:solidFill>
                  <a:srgbClr val="F2B84B"/>
                </a:solidFill>
              </a:rPr>
              <a:t>v0.15–0.19</a:t>
            </a:r>
          </a:p>
        </p:txBody>
      </p:sp>
      <p:sp>
        <p:nvSpPr>
          <p:cNvPr id="31" name="">
            <a:extLst xmlns:a="http://schemas.openxmlformats.org/drawingml/2006/main">
              <a:ext uri="{FF2B5EF4-FFF2-40B4-BE49-F238E27FC236}">
                <a16:creationId xmlns:a16="http://schemas.microsoft.com/office/drawing/2014/main" id="{610BD7E9-8D2E-4959-AE73-33BFD5BC6D25}"/>
              </a:ext>
            </a:extLst>
          </p:cNvPr>
          <p:cNvSpPr>
            <a:spLocks xmlns:a="http://schemas.openxmlformats.org/drawingml/2006/main" noGrp="1"/>
          </p:cNvSpPr>
          <p:nvPr/>
        </p:nvSpPr>
        <p:spPr>
          <a:xfrm xmlns:a="http://schemas.openxmlformats.org/drawingml/2006/main">
            <a:off x="9353550" y="3009900"/>
            <a:ext cx="2152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F8F4EC"/>
                </a:solidFill>
              </a:defRPr>
            </a:pPr>
            <a:r>
              <a:rPr sz="1800" b="1" i="0">
                <a:solidFill>
                  <a:srgbClr val="F8F4EC"/>
                </a:solidFill>
              </a:rPr>
              <a:t>Scale and survive</a:t>
            </a:r>
          </a:p>
        </p:txBody>
      </p:sp>
      <p:sp>
        <p:nvSpPr>
          <p:cNvPr id="32" name="">
            <a:extLst xmlns:a="http://schemas.openxmlformats.org/drawingml/2006/main">
              <a:ext uri="{FF2B5EF4-FFF2-40B4-BE49-F238E27FC236}">
                <a16:creationId xmlns:a16="http://schemas.microsoft.com/office/drawing/2014/main" id="{923DF9EC-55D3-476D-85FA-16DB1ECDB9DD}"/>
              </a:ext>
            </a:extLst>
          </p:cNvPr>
          <p:cNvSpPr>
            <a:spLocks xmlns:a="http://schemas.openxmlformats.org/drawingml/2006/main" noGrp="1"/>
          </p:cNvSpPr>
          <p:nvPr/>
        </p:nvSpPr>
        <p:spPr>
          <a:xfrm xmlns:a="http://schemas.openxmlformats.org/drawingml/2006/main">
            <a:off x="9353550" y="3733800"/>
            <a:ext cx="21526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C5BDAF"/>
                </a:solidFill>
              </a:defRPr>
            </a:pPr>
            <a:r>
              <a:rPr sz="1275" b="0" i="0">
                <a:solidFill>
                  <a:srgbClr val="C5BDAF"/>
                </a:solidFill>
              </a:rPr>
              <a:t>Portfolio · Recovery · Control Tower · proof cells · data</a:t>
            </a:r>
          </a:p>
        </p:txBody>
      </p:sp>
      <p:sp>
        <p:nvSpPr>
          <p:cNvPr id="33" name="">
            <a:extLst xmlns:a="http://schemas.openxmlformats.org/drawingml/2006/main">
              <a:ext uri="{FF2B5EF4-FFF2-40B4-BE49-F238E27FC236}">
                <a16:creationId xmlns:a16="http://schemas.microsoft.com/office/drawing/2014/main" id="{EBBCCBF2-81A0-4EB4-A46F-92D87B6D13A4}"/>
              </a:ext>
            </a:extLst>
          </p:cNvPr>
          <p:cNvSpPr>
            <a:spLocks xmlns:a="http://schemas.openxmlformats.org/drawingml/2006/main" noGrp="1"/>
          </p:cNvSpPr>
          <p:nvPr/>
        </p:nvSpPr>
        <p:spPr>
          <a:xfrm xmlns:a="http://schemas.openxmlformats.org/drawingml/2006/main">
            <a:off x="1219200" y="5372100"/>
            <a:ext cx="975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8F4EC"/>
                </a:solidFill>
              </a:defRPr>
            </a:pPr>
            <a:r>
              <a:rPr sz="1650" b="1" i="0">
                <a:solidFill>
                  <a:srgbClr val="F8F4EC"/>
                </a:solidFill>
              </a:rPr>
              <a:t>The common thread: every new capability remained a projection over evidence—not a shortcut around it.</a:t>
            </a:r>
          </a:p>
        </p:txBody>
      </p:sp>
      <p:sp>
        <p:nvSpPr>
          <p:cNvPr id="34" name="">
            <a:extLst xmlns:a="http://schemas.openxmlformats.org/drawingml/2006/main">
              <a:ext uri="{FF2B5EF4-FFF2-40B4-BE49-F238E27FC236}">
                <a16:creationId xmlns:a16="http://schemas.microsoft.com/office/drawing/2014/main" id="{CBCB3252-B426-4965-AD02-622C34591C0F}"/>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6" name="">
            <a:extLst xmlns:a="http://schemas.openxmlformats.org/drawingml/2006/main">
              <a:ext uri="{FF2B5EF4-FFF2-40B4-BE49-F238E27FC236}">
                <a16:creationId xmlns:a16="http://schemas.microsoft.com/office/drawing/2014/main" id="{962B80EA-83E3-4E24-B172-ECDFB7BA25D0}"/>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7" name="">
            <a:extLst xmlns:a="http://schemas.openxmlformats.org/drawingml/2006/main">
              <a:ext uri="{FF2B5EF4-FFF2-40B4-BE49-F238E27FC236}">
                <a16:creationId xmlns:a16="http://schemas.microsoft.com/office/drawing/2014/main" id="{BF9392F1-D9F9-4FA5-993E-44BF0354E040}"/>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05</a:t>
            </a:r>
          </a:p>
        </p:txBody>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dbf640c98cd54905">
            <a:extLst>
              <a:ext uri="{96DAC541-7B7A-43D3-8B79-37D633B846F1}">
                <asvg:svgBlip xmlns:asvg="http://schemas.microsoft.com/office/drawing/2016/SVG/main" r:embed="R05336fb875544b62"/>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fc7b809835f44adf">
            <a:extLst>
              <a:ext uri="{96DAC541-7B7A-43D3-8B79-37D633B846F1}">
                <asvg:svgBlip xmlns:asvg="http://schemas.microsoft.com/office/drawing/2016/SVG/main" r:embed="Ra32a365499404a8a"/>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79659173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DE19F16B-AAB2-4106-B254-78EE31D101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893F6CA8-6DFA-4704-BCF8-36552175F51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gradFill xmlns:a="http://schemas.openxmlformats.org/drawingml/2006/main">
            <a:gsLst>
              <a:gs pos="0">
                <a:srgbClr val="D68A17"/>
              </a:gs>
              <a:gs pos="100000">
                <a:srgbClr val="F2B84B"/>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06B158E9-9EC2-4BE0-BCEC-1EBFA4B88597}"/>
              </a:ext>
            </a:extLst>
          </p:cNvPr>
          <p:cNvSpPr>
            <a:spLocks xmlns:a="http://schemas.openxmlformats.org/drawingml/2006/main" noGrp="1"/>
          </p:cNvSpPr>
          <p:nvPr/>
        </p:nvSpPr>
        <p:spPr>
          <a:xfrm xmlns:a="http://schemas.openxmlformats.org/drawingml/2006/main">
            <a:off x="10763250" y="171450"/>
            <a:ext cx="1200150" cy="1200150"/>
          </a:xfrm>
          <a:prstGeom xmlns:a="http://schemas.openxmlformats.org/drawingml/2006/main" prst="ellipse">
            <a:avLst/>
          </a:prstGeom>
          <a:solidFill xmlns:a="http://schemas.openxmlformats.org/drawingml/2006/main">
            <a:srgbClr val="F2B84B">
              <a:alpha val="8000"/>
            </a:srgbClr>
          </a:solidFill>
          <a:ln xmlns:a="http://schemas.openxmlformats.org/drawingml/2006/main" w="9525">
            <a:solidFill>
              <a:srgbClr val="F2B84B">
                <a:alpha val="12000"/>
              </a:srgbClr>
            </a:solidFill>
            <a:prstDash val="solid"/>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569F53E5-B639-40FF-A08E-E73C6DD40507}"/>
              </a:ext>
            </a:extLst>
          </p:cNvPr>
          <p:cNvSpPr>
            <a:spLocks xmlns:a="http://schemas.openxmlformats.org/drawingml/2006/main" noGrp="1"/>
          </p:cNvSpPr>
          <p:nvPr/>
        </p:nvSpPr>
        <p:spPr>
          <a:xfrm xmlns:a="http://schemas.openxmlformats.org/drawingml/2006/main">
            <a:off x="171450" y="5619750"/>
            <a:ext cx="1028700" cy="1028700"/>
          </a:xfrm>
          <a:prstGeom xmlns:a="http://schemas.openxmlformats.org/drawingml/2006/main" prst="ellipse">
            <a:avLst/>
          </a:prstGeom>
          <a:solidFill xmlns:a="http://schemas.openxmlformats.org/drawingml/2006/main">
            <a:srgbClr val="D68A17">
              <a:alpha val="6000"/>
            </a:srgbClr>
          </a:solidFill>
          <a:ln xmlns:a="http://schemas.openxmlformats.org/drawingml/2006/main" w="9525">
            <a:solidFill>
              <a:srgbClr val="D68A17">
                <a:alpha val="10000"/>
              </a:srgbClr>
            </a:solidFill>
            <a:prstDash val="solid"/>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55DF9B74-0FB1-4945-87CA-BA81E21ACB22}"/>
              </a:ext>
            </a:extLst>
          </p:cNvPr>
          <p:cNvSpPr>
            <a:spLocks xmlns:a="http://schemas.openxmlformats.org/drawingml/2006/main" noGrp="1"/>
          </p:cNvSpPr>
          <p:nvPr/>
        </p:nvSpPr>
        <p:spPr>
          <a:xfrm xmlns:a="http://schemas.openxmlformats.org/drawingml/2006/main">
            <a:off x="552450" y="323850"/>
            <a:ext cx="657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F2B84B"/>
                </a:solidFill>
              </a:defRPr>
            </a:pPr>
            <a:r>
              <a:rPr sz="975" b="1" i="0">
                <a:solidFill>
                  <a:srgbClr val="F2B84B"/>
                </a:solidFill>
              </a:rPr>
              <a:t>GRAPH EXPLORER</a:t>
            </a:r>
          </a:p>
        </p:txBody>
      </p:sp>
      <p:sp>
        <p:nvSpPr>
          <p:cNvPr id="6" name="">
            <a:extLst xmlns:a="http://schemas.openxmlformats.org/drawingml/2006/main">
              <a:ext uri="{FF2B5EF4-FFF2-40B4-BE49-F238E27FC236}">
                <a16:creationId xmlns:a16="http://schemas.microsoft.com/office/drawing/2014/main" id="{A0B413F7-5ED6-4901-A2AF-C501E2498171}"/>
              </a:ext>
            </a:extLst>
          </p:cNvPr>
          <p:cNvSpPr>
            <a:spLocks xmlns:a="http://schemas.openxmlformats.org/drawingml/2006/main" noGrp="1"/>
          </p:cNvSpPr>
          <p:nvPr/>
        </p:nvSpPr>
        <p:spPr>
          <a:xfrm xmlns:a="http://schemas.openxmlformats.org/drawingml/2006/main">
            <a:off x="552450" y="6667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i="0">
                <a:solidFill>
                  <a:srgbClr val="F8F4EC"/>
                </a:solidFill>
              </a:defRPr>
            </a:pPr>
            <a:r>
              <a:rPr sz="2700" b="1" i="0">
                <a:solidFill>
                  <a:srgbClr val="F8F4EC"/>
                </a:solidFill>
              </a:rPr>
              <a:t>The product starts with a map, not a guess</a:t>
            </a:r>
          </a:p>
        </p:txBody>
      </p:sp>
      <p:sp>
        <p:nvSpPr>
          <p:cNvPr id="7" name="">
            <a:extLst xmlns:a="http://schemas.openxmlformats.org/drawingml/2006/main">
              <a:ext uri="{FF2B5EF4-FFF2-40B4-BE49-F238E27FC236}">
                <a16:creationId xmlns:a16="http://schemas.microsoft.com/office/drawing/2014/main" id="{517D53A1-6E00-4370-8D1A-B53285D4FE57}"/>
              </a:ext>
            </a:extLst>
          </p:cNvPr>
          <p:cNvSpPr>
            <a:spLocks xmlns:a="http://schemas.openxmlformats.org/drawingml/2006/main" noGrp="1"/>
          </p:cNvSpPr>
          <p:nvPr/>
        </p:nvSpPr>
        <p:spPr>
          <a:xfrm xmlns:a="http://schemas.openxmlformats.org/drawingml/2006/main">
            <a:off x="552450" y="1257300"/>
            <a:ext cx="8191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08B2EF9E-08C6-4097-9C7D-25EE5BF504E4}"/>
              </a:ext>
            </a:extLst>
          </p:cNvPr>
          <p:cNvSpPr>
            <a:spLocks xmlns:a="http://schemas.openxmlformats.org/drawingml/2006/main" noGrp="1"/>
          </p:cNvSpPr>
          <p:nvPr/>
        </p:nvSpPr>
        <p:spPr>
          <a:xfrm xmlns:a="http://schemas.openxmlformats.org/drawingml/2006/main">
            <a:off x="1600200" y="1152525"/>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C5BDAF"/>
                </a:solidFill>
              </a:defRPr>
            </a:pPr>
            <a:r>
              <a:rPr sz="1350" b="0" i="0">
                <a:solidFill>
                  <a:srgbClr val="C5BDAF"/>
                </a:solidFill>
              </a:rPr>
              <a:t>UI schematic based on the committed Explorer and composite graph contract</a:t>
            </a:r>
          </a:p>
        </p:txBody>
      </p:sp>
      <p:sp>
        <p:nvSpPr>
          <p:cNvPr id="9" name="">
            <a:extLst xmlns:a="http://schemas.openxmlformats.org/drawingml/2006/main">
              <a:ext uri="{FF2B5EF4-FFF2-40B4-BE49-F238E27FC236}">
                <a16:creationId xmlns:a16="http://schemas.microsoft.com/office/drawing/2014/main" id="{23E935D0-5892-4FB2-9379-E7C4C35686E7}"/>
              </a:ext>
            </a:extLst>
          </p:cNvPr>
          <p:cNvSpPr>
            <a:spLocks xmlns:a="http://schemas.openxmlformats.org/drawingml/2006/main" noGrp="1"/>
          </p:cNvSpPr>
          <p:nvPr/>
        </p:nvSpPr>
        <p:spPr>
          <a:xfrm xmlns:a="http://schemas.openxmlformats.org/drawingml/2006/main">
            <a:off x="533400" y="1695450"/>
            <a:ext cx="7810500" cy="4076700"/>
          </a:xfrm>
          <a:prstGeom xmlns:a="http://schemas.openxmlformats.org/drawingml/2006/main" prst="roundRect">
            <a:avLst>
              <a:gd name="adj" fmla="val 2804"/>
            </a:avLst>
          </a:prstGeom>
          <a:solidFill xmlns:a="http://schemas.openxmlformats.org/drawingml/2006/main">
            <a:srgbClr val="101010"/>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1BED7926-9906-4187-AC77-FA56EA7F2528}"/>
              </a:ext>
            </a:extLst>
          </p:cNvPr>
          <p:cNvSpPr>
            <a:spLocks xmlns:a="http://schemas.openxmlformats.org/drawingml/2006/main" noGrp="1"/>
          </p:cNvSpPr>
          <p:nvPr/>
        </p:nvSpPr>
        <p:spPr>
          <a:xfrm xmlns:a="http://schemas.openxmlformats.org/drawingml/2006/main">
            <a:off x="533400" y="1695450"/>
            <a:ext cx="7810500" cy="419100"/>
          </a:xfrm>
          <a:prstGeom xmlns:a="http://schemas.openxmlformats.org/drawingml/2006/main" prst="roundRect">
            <a:avLst>
              <a:gd name="adj" fmla="val 27273"/>
            </a:avLst>
          </a:prstGeom>
          <a:solidFill xmlns:a="http://schemas.openxmlformats.org/drawingml/2006/main">
            <a:srgbClr val="17130D"/>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7F8E2DFC-C4D7-42F2-BAB4-D8EE8765CB5C}"/>
              </a:ext>
            </a:extLst>
          </p:cNvPr>
          <p:cNvSpPr>
            <a:spLocks xmlns:a="http://schemas.openxmlformats.org/drawingml/2006/main" noGrp="1"/>
          </p:cNvSpPr>
          <p:nvPr/>
        </p:nvSpPr>
        <p:spPr>
          <a:xfrm xmlns:a="http://schemas.openxmlformats.org/drawingml/2006/main">
            <a:off x="742950" y="18192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F2B84B"/>
                </a:solidFill>
              </a:defRPr>
            </a:pPr>
            <a:r>
              <a:rPr sz="900" b="1" i="0">
                <a:solidFill>
                  <a:srgbClr val="F2B84B"/>
                </a:solidFill>
              </a:rPr>
              <a:t>LIGHTYEAR GRAPH EXPLORER</a:t>
            </a:r>
          </a:p>
        </p:txBody>
      </p:sp>
      <p:sp>
        <p:nvSpPr>
          <p:cNvPr id="12" name="">
            <a:extLst xmlns:a="http://schemas.openxmlformats.org/drawingml/2006/main">
              <a:ext uri="{FF2B5EF4-FFF2-40B4-BE49-F238E27FC236}">
                <a16:creationId xmlns:a16="http://schemas.microsoft.com/office/drawing/2014/main" id="{F6A999F1-EA35-4D69-97FB-04D9EC93DD49}"/>
              </a:ext>
            </a:extLst>
          </p:cNvPr>
          <p:cNvSpPr>
            <a:spLocks xmlns:a="http://schemas.openxmlformats.org/drawingml/2006/main" noGrp="1"/>
          </p:cNvSpPr>
          <p:nvPr/>
        </p:nvSpPr>
        <p:spPr>
          <a:xfrm xmlns:a="http://schemas.openxmlformats.org/drawingml/2006/main">
            <a:off x="5848350" y="1819275"/>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i="0">
                <a:solidFill>
                  <a:srgbClr val="C5BDAF"/>
                </a:solidFill>
              </a:defRPr>
            </a:pPr>
            <a:r>
              <a:rPr sz="900" b="0" i="0">
                <a:solidFill>
                  <a:srgbClr val="C5BDAF"/>
                </a:solidFill>
              </a:rPr>
              <a:t>Composite estate · read-only</a:t>
            </a:r>
          </a:p>
        </p:txBody>
      </p:sp>
      <p:sp>
        <p:nvSpPr>
          <p:cNvPr id="13" name="">
            <a:extLst xmlns:a="http://schemas.openxmlformats.org/drawingml/2006/main">
              <a:ext uri="{FF2B5EF4-FFF2-40B4-BE49-F238E27FC236}">
                <a16:creationId xmlns:a16="http://schemas.microsoft.com/office/drawing/2014/main" id="{E1C0CB8F-105F-4C4B-9A92-6E919AFFDDB2}"/>
              </a:ext>
            </a:extLst>
          </p:cNvPr>
          <p:cNvSpPr>
            <a:spLocks xmlns:a="http://schemas.openxmlformats.org/drawingml/2006/main" noGrp="1"/>
          </p:cNvSpPr>
          <p:nvPr/>
        </p:nvSpPr>
        <p:spPr>
          <a:xfrm xmlns:a="http://schemas.openxmlformats.org/drawingml/2006/main">
            <a:off x="971550" y="3305175"/>
            <a:ext cx="1428750" cy="628650"/>
          </a:xfrm>
          <a:prstGeom xmlns:a="http://schemas.openxmlformats.org/drawingml/2006/main" prst="roundRect">
            <a:avLst>
              <a:gd name="adj" fmla="val 18182"/>
            </a:avLst>
          </a:prstGeom>
          <a:solidFill xmlns:a="http://schemas.openxmlformats.org/drawingml/2006/main">
            <a:srgbClr val="2A1D0B"/>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3801EAA6-A570-4E86-BFCA-B4D184195604}"/>
              </a:ext>
            </a:extLst>
          </p:cNvPr>
          <p:cNvSpPr>
            <a:spLocks xmlns:a="http://schemas.openxmlformats.org/drawingml/2006/main" noGrp="1"/>
          </p:cNvSpPr>
          <p:nvPr/>
        </p:nvSpPr>
        <p:spPr>
          <a:xfrm xmlns:a="http://schemas.openxmlformats.org/drawingml/2006/main">
            <a:off x="1066800" y="3400425"/>
            <a:ext cx="1238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ACCTPL1</a:t>
            </a:r>
          </a:p>
        </p:txBody>
      </p:sp>
      <p:sp>
        <p:nvSpPr>
          <p:cNvPr id="15" name="">
            <a:extLst xmlns:a="http://schemas.openxmlformats.org/drawingml/2006/main">
              <a:ext uri="{FF2B5EF4-FFF2-40B4-BE49-F238E27FC236}">
                <a16:creationId xmlns:a16="http://schemas.microsoft.com/office/drawing/2014/main" id="{94CAD95B-BB71-4C62-9195-7D01CABFF965}"/>
              </a:ext>
            </a:extLst>
          </p:cNvPr>
          <p:cNvSpPr>
            <a:spLocks xmlns:a="http://schemas.openxmlformats.org/drawingml/2006/main" noGrp="1"/>
          </p:cNvSpPr>
          <p:nvPr/>
        </p:nvSpPr>
        <p:spPr>
          <a:xfrm xmlns:a="http://schemas.openxmlformats.org/drawingml/2006/main">
            <a:off x="1066800" y="365760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PL/I program</a:t>
            </a:r>
          </a:p>
        </p:txBody>
      </p:sp>
      <p:sp>
        <p:nvSpPr>
          <p:cNvPr id="16" name="">
            <a:extLst xmlns:a="http://schemas.openxmlformats.org/drawingml/2006/main">
              <a:ext uri="{FF2B5EF4-FFF2-40B4-BE49-F238E27FC236}">
                <a16:creationId xmlns:a16="http://schemas.microsoft.com/office/drawing/2014/main" id="{EDEC09D8-CAFA-4A66-A15E-D22C42910104}"/>
              </a:ext>
            </a:extLst>
          </p:cNvPr>
          <p:cNvSpPr>
            <a:spLocks xmlns:a="http://schemas.openxmlformats.org/drawingml/2006/main" noGrp="1"/>
          </p:cNvSpPr>
          <p:nvPr/>
        </p:nvSpPr>
        <p:spPr>
          <a:xfrm xmlns:a="http://schemas.openxmlformats.org/drawingml/2006/main">
            <a:off x="3352800" y="268605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7" name="">
            <a:extLst xmlns:a="http://schemas.openxmlformats.org/drawingml/2006/main">
              <a:ext uri="{FF2B5EF4-FFF2-40B4-BE49-F238E27FC236}">
                <a16:creationId xmlns:a16="http://schemas.microsoft.com/office/drawing/2014/main" id="{B18726AB-C81C-4914-BB14-D74848FB72D4}"/>
              </a:ext>
            </a:extLst>
          </p:cNvPr>
          <p:cNvSpPr>
            <a:spLocks xmlns:a="http://schemas.openxmlformats.org/drawingml/2006/main" noGrp="1"/>
          </p:cNvSpPr>
          <p:nvPr/>
        </p:nvSpPr>
        <p:spPr>
          <a:xfrm xmlns:a="http://schemas.openxmlformats.org/drawingml/2006/main">
            <a:off x="3448050" y="27813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CBACT04C</a:t>
            </a:r>
          </a:p>
        </p:txBody>
      </p:sp>
      <p:sp>
        <p:nvSpPr>
          <p:cNvPr id="18" name="">
            <a:extLst xmlns:a="http://schemas.openxmlformats.org/drawingml/2006/main">
              <a:ext uri="{FF2B5EF4-FFF2-40B4-BE49-F238E27FC236}">
                <a16:creationId xmlns:a16="http://schemas.microsoft.com/office/drawing/2014/main" id="{C1347ADA-F553-44DA-A1A2-0A5BC928FF07}"/>
              </a:ext>
            </a:extLst>
          </p:cNvPr>
          <p:cNvSpPr>
            <a:spLocks xmlns:a="http://schemas.openxmlformats.org/drawingml/2006/main" noGrp="1"/>
          </p:cNvSpPr>
          <p:nvPr/>
        </p:nvSpPr>
        <p:spPr>
          <a:xfrm xmlns:a="http://schemas.openxmlformats.org/drawingml/2006/main">
            <a:off x="3448050" y="303847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COBOL program</a:t>
            </a:r>
          </a:p>
        </p:txBody>
      </p:sp>
      <p:sp>
        <p:nvSpPr>
          <p:cNvPr id="19" name="">
            <a:extLst xmlns:a="http://schemas.openxmlformats.org/drawingml/2006/main">
              <a:ext uri="{FF2B5EF4-FFF2-40B4-BE49-F238E27FC236}">
                <a16:creationId xmlns:a16="http://schemas.microsoft.com/office/drawing/2014/main" id="{F45CB53E-4E98-4749-9DD1-C7BF61645525}"/>
              </a:ext>
            </a:extLst>
          </p:cNvPr>
          <p:cNvSpPr>
            <a:spLocks xmlns:a="http://schemas.openxmlformats.org/drawingml/2006/main" noGrp="1"/>
          </p:cNvSpPr>
          <p:nvPr/>
        </p:nvSpPr>
        <p:spPr>
          <a:xfrm xmlns:a="http://schemas.openxmlformats.org/drawingml/2006/main">
            <a:off x="3352800" y="392430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0" name="">
            <a:extLst xmlns:a="http://schemas.openxmlformats.org/drawingml/2006/main">
              <a:ext uri="{FF2B5EF4-FFF2-40B4-BE49-F238E27FC236}">
                <a16:creationId xmlns:a16="http://schemas.microsoft.com/office/drawing/2014/main" id="{00CB52CC-33C2-43B0-A8D5-F146294438BE}"/>
              </a:ext>
            </a:extLst>
          </p:cNvPr>
          <p:cNvSpPr>
            <a:spLocks xmlns:a="http://schemas.openxmlformats.org/drawingml/2006/main" noGrp="1"/>
          </p:cNvSpPr>
          <p:nvPr/>
        </p:nvSpPr>
        <p:spPr>
          <a:xfrm xmlns:a="http://schemas.openxmlformats.org/drawingml/2006/main">
            <a:off x="3448050" y="401955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SELECT</a:t>
            </a:r>
          </a:p>
        </p:txBody>
      </p:sp>
      <p:sp>
        <p:nvSpPr>
          <p:cNvPr id="21" name="">
            <a:extLst xmlns:a="http://schemas.openxmlformats.org/drawingml/2006/main">
              <a:ext uri="{FF2B5EF4-FFF2-40B4-BE49-F238E27FC236}">
                <a16:creationId xmlns:a16="http://schemas.microsoft.com/office/drawing/2014/main" id="{16E484AF-38E7-42F8-8824-F3CDE4366EE6}"/>
              </a:ext>
            </a:extLst>
          </p:cNvPr>
          <p:cNvSpPr>
            <a:spLocks xmlns:a="http://schemas.openxmlformats.org/drawingml/2006/main" noGrp="1"/>
          </p:cNvSpPr>
          <p:nvPr/>
        </p:nvSpPr>
        <p:spPr>
          <a:xfrm xmlns:a="http://schemas.openxmlformats.org/drawingml/2006/main">
            <a:off x="3448050" y="42767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Db2 SQL statement</a:t>
            </a:r>
          </a:p>
        </p:txBody>
      </p:sp>
      <p:sp>
        <p:nvSpPr>
          <p:cNvPr id="22" name="">
            <a:extLst xmlns:a="http://schemas.openxmlformats.org/drawingml/2006/main">
              <a:ext uri="{FF2B5EF4-FFF2-40B4-BE49-F238E27FC236}">
                <a16:creationId xmlns:a16="http://schemas.microsoft.com/office/drawing/2014/main" id="{42BA529A-85FE-45CA-A69F-DDCADB5E47EC}"/>
              </a:ext>
            </a:extLst>
          </p:cNvPr>
          <p:cNvSpPr>
            <a:spLocks xmlns:a="http://schemas.openxmlformats.org/drawingml/2006/main" noGrp="1"/>
          </p:cNvSpPr>
          <p:nvPr/>
        </p:nvSpPr>
        <p:spPr>
          <a:xfrm xmlns:a="http://schemas.openxmlformats.org/drawingml/2006/main">
            <a:off x="5734050" y="268605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3" name="">
            <a:extLst xmlns:a="http://schemas.openxmlformats.org/drawingml/2006/main">
              <a:ext uri="{FF2B5EF4-FFF2-40B4-BE49-F238E27FC236}">
                <a16:creationId xmlns:a16="http://schemas.microsoft.com/office/drawing/2014/main" id="{5C90CC38-5B39-43E7-8910-EF23037AFE96}"/>
              </a:ext>
            </a:extLst>
          </p:cNvPr>
          <p:cNvSpPr>
            <a:spLocks xmlns:a="http://schemas.openxmlformats.org/drawingml/2006/main" noGrp="1"/>
          </p:cNvSpPr>
          <p:nvPr/>
        </p:nvSpPr>
        <p:spPr>
          <a:xfrm xmlns:a="http://schemas.openxmlformats.org/drawingml/2006/main">
            <a:off x="5829300" y="27813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Evidence</a:t>
            </a:r>
          </a:p>
        </p:txBody>
      </p:sp>
      <p:sp>
        <p:nvSpPr>
          <p:cNvPr id="24" name="">
            <a:extLst xmlns:a="http://schemas.openxmlformats.org/drawingml/2006/main">
              <a:ext uri="{FF2B5EF4-FFF2-40B4-BE49-F238E27FC236}">
                <a16:creationId xmlns:a16="http://schemas.microsoft.com/office/drawing/2014/main" id="{955589B9-F88A-4FB1-AD10-FA3151C0A75C}"/>
              </a:ext>
            </a:extLst>
          </p:cNvPr>
          <p:cNvSpPr>
            <a:spLocks xmlns:a="http://schemas.openxmlformats.org/drawingml/2006/main" noGrp="1"/>
          </p:cNvSpPr>
          <p:nvPr/>
        </p:nvSpPr>
        <p:spPr>
          <a:xfrm xmlns:a="http://schemas.openxmlformats.org/drawingml/2006/main">
            <a:off x="5829300" y="303847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source capsules + hash</a:t>
            </a:r>
          </a:p>
        </p:txBody>
      </p:sp>
      <p:sp>
        <p:nvSpPr>
          <p:cNvPr id="25" name="">
            <a:extLst xmlns:a="http://schemas.openxmlformats.org/drawingml/2006/main">
              <a:ext uri="{FF2B5EF4-FFF2-40B4-BE49-F238E27FC236}">
                <a16:creationId xmlns:a16="http://schemas.microsoft.com/office/drawing/2014/main" id="{5302344D-89FF-458E-9BDB-5AE8AF32263B}"/>
              </a:ext>
            </a:extLst>
          </p:cNvPr>
          <p:cNvSpPr>
            <a:spLocks xmlns:a="http://schemas.openxmlformats.org/drawingml/2006/main" noGrp="1"/>
          </p:cNvSpPr>
          <p:nvPr/>
        </p:nvSpPr>
        <p:spPr>
          <a:xfrm xmlns:a="http://schemas.openxmlformats.org/drawingml/2006/main">
            <a:off x="5734050" y="392430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6" name="">
            <a:extLst xmlns:a="http://schemas.openxmlformats.org/drawingml/2006/main">
              <a:ext uri="{FF2B5EF4-FFF2-40B4-BE49-F238E27FC236}">
                <a16:creationId xmlns:a16="http://schemas.microsoft.com/office/drawing/2014/main" id="{4EC10886-9617-43DD-A0FD-EE56CB0FDD04}"/>
              </a:ext>
            </a:extLst>
          </p:cNvPr>
          <p:cNvSpPr>
            <a:spLocks xmlns:a="http://schemas.openxmlformats.org/drawingml/2006/main" noGrp="1"/>
          </p:cNvSpPr>
          <p:nvPr/>
        </p:nvSpPr>
        <p:spPr>
          <a:xfrm xmlns:a="http://schemas.openxmlformats.org/drawingml/2006/main">
            <a:off x="5829300" y="401955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AUTHFRDS</a:t>
            </a:r>
          </a:p>
        </p:txBody>
      </p:sp>
      <p:sp>
        <p:nvSpPr>
          <p:cNvPr id="27" name="">
            <a:extLst xmlns:a="http://schemas.openxmlformats.org/drawingml/2006/main">
              <a:ext uri="{FF2B5EF4-FFF2-40B4-BE49-F238E27FC236}">
                <a16:creationId xmlns:a16="http://schemas.microsoft.com/office/drawing/2014/main" id="{48856ABC-52CD-4557-82C8-D5FBDA4B5016}"/>
              </a:ext>
            </a:extLst>
          </p:cNvPr>
          <p:cNvSpPr>
            <a:spLocks xmlns:a="http://schemas.openxmlformats.org/drawingml/2006/main" noGrp="1"/>
          </p:cNvSpPr>
          <p:nvPr/>
        </p:nvSpPr>
        <p:spPr>
          <a:xfrm xmlns:a="http://schemas.openxmlformats.org/drawingml/2006/main">
            <a:off x="5829300" y="42767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Db2 table</a:t>
            </a:r>
          </a:p>
        </p:txBody>
      </p:sp>
      <p:cxnSp>
        <p:nvCxnSpPr>
          <p:cNvPr id="173" name=""/>
          <p:cNvCxnSpPr>
            <a:stCxn xmlns:a="http://schemas.openxmlformats.org/drawingml/2006/main" id="13" idx="3"/>
            <a:endCxn xmlns:a="http://schemas.openxmlformats.org/drawingml/2006/main" id="16" idx="1"/>
          </p:cNvCxnSpPr>
          <p:nvPr/>
        </p:nvCxnSpPr>
        <p:spPr>
          <a:xfrm xmlns:a="http://schemas.openxmlformats.org/drawingml/2006/main" flipV="1">
            <a:off x="2400300" y="3000375"/>
            <a:ext cx="952500" cy="619125"/>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174" name=""/>
          <p:cNvCxnSpPr>
            <a:stCxn xmlns:a="http://schemas.openxmlformats.org/drawingml/2006/main" id="13" idx="3"/>
            <a:endCxn xmlns:a="http://schemas.openxmlformats.org/drawingml/2006/main" id="19" idx="1"/>
          </p:cNvCxnSpPr>
          <p:nvPr/>
        </p:nvCxnSpPr>
        <p:spPr>
          <a:xfrm xmlns:a="http://schemas.openxmlformats.org/drawingml/2006/main">
            <a:off x="2400300" y="3619500"/>
            <a:ext cx="952500" cy="619125"/>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175" name=""/>
          <p:cNvCxnSpPr>
            <a:stCxn xmlns:a="http://schemas.openxmlformats.org/drawingml/2006/main" id="16" idx="3"/>
            <a:endCxn xmlns:a="http://schemas.openxmlformats.org/drawingml/2006/main" id="22" idx="1"/>
          </p:cNvCxnSpPr>
          <p:nvPr/>
        </p:nvCxnSpPr>
        <p:spPr>
          <a:xfrm xmlns:a="http://schemas.openxmlformats.org/drawingml/2006/main">
            <a:off x="4876800" y="3000375"/>
            <a:ext cx="857250" cy="0"/>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176" name=""/>
          <p:cNvCxnSpPr>
            <a:stCxn xmlns:a="http://schemas.openxmlformats.org/drawingml/2006/main" id="19" idx="3"/>
            <a:endCxn xmlns:a="http://schemas.openxmlformats.org/drawingml/2006/main" id="25" idx="1"/>
          </p:cNvCxnSpPr>
          <p:nvPr/>
        </p:nvCxnSpPr>
        <p:spPr>
          <a:xfrm xmlns:a="http://schemas.openxmlformats.org/drawingml/2006/main">
            <a:off x="4876800" y="4238625"/>
            <a:ext cx="857250" cy="0"/>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sp>
        <p:nvSpPr>
          <p:cNvPr id="32" name="">
            <a:extLst xmlns:a="http://schemas.openxmlformats.org/drawingml/2006/main">
              <a:ext uri="{FF2B5EF4-FFF2-40B4-BE49-F238E27FC236}">
                <a16:creationId xmlns:a16="http://schemas.microsoft.com/office/drawing/2014/main" id="{40E8BA9D-0E28-4450-A959-EDD9CA4283D9}"/>
              </a:ext>
            </a:extLst>
          </p:cNvPr>
          <p:cNvSpPr>
            <a:spLocks xmlns:a="http://schemas.openxmlformats.org/drawingml/2006/main" noGrp="1"/>
          </p:cNvSpPr>
          <p:nvPr/>
        </p:nvSpPr>
        <p:spPr>
          <a:xfrm xmlns:a="http://schemas.openxmlformats.org/drawingml/2006/main">
            <a:off x="2533650" y="2943225"/>
            <a:ext cx="723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CALLS</a:t>
            </a:r>
          </a:p>
        </p:txBody>
      </p:sp>
      <p:sp>
        <p:nvSpPr>
          <p:cNvPr id="33" name="">
            <a:extLst xmlns:a="http://schemas.openxmlformats.org/drawingml/2006/main">
              <a:ext uri="{FF2B5EF4-FFF2-40B4-BE49-F238E27FC236}">
                <a16:creationId xmlns:a16="http://schemas.microsoft.com/office/drawing/2014/main" id="{DB5F9596-26D7-463F-BACE-069089CF9305}"/>
              </a:ext>
            </a:extLst>
          </p:cNvPr>
          <p:cNvSpPr>
            <a:spLocks xmlns:a="http://schemas.openxmlformats.org/drawingml/2006/main" noGrp="1"/>
          </p:cNvSpPr>
          <p:nvPr/>
        </p:nvSpPr>
        <p:spPr>
          <a:xfrm xmlns:a="http://schemas.openxmlformats.org/drawingml/2006/main">
            <a:off x="2438400" y="411480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ISSUES_SQL</a:t>
            </a:r>
          </a:p>
        </p:txBody>
      </p:sp>
      <p:sp>
        <p:nvSpPr>
          <p:cNvPr id="34" name="">
            <a:extLst xmlns:a="http://schemas.openxmlformats.org/drawingml/2006/main">
              <a:ext uri="{FF2B5EF4-FFF2-40B4-BE49-F238E27FC236}">
                <a16:creationId xmlns:a16="http://schemas.microsoft.com/office/drawing/2014/main" id="{04FC4FF1-C9C3-43B3-8BBF-D21B5D7F151D}"/>
              </a:ext>
            </a:extLst>
          </p:cNvPr>
          <p:cNvSpPr>
            <a:spLocks xmlns:a="http://schemas.openxmlformats.org/drawingml/2006/main" noGrp="1"/>
          </p:cNvSpPr>
          <p:nvPr/>
        </p:nvSpPr>
        <p:spPr>
          <a:xfrm xmlns:a="http://schemas.openxmlformats.org/drawingml/2006/main">
            <a:off x="4972050" y="411480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READS</a:t>
            </a:r>
          </a:p>
        </p:txBody>
      </p:sp>
      <p:sp>
        <p:nvSpPr>
          <p:cNvPr id="35" name="">
            <a:extLst xmlns:a="http://schemas.openxmlformats.org/drawingml/2006/main">
              <a:ext uri="{FF2B5EF4-FFF2-40B4-BE49-F238E27FC236}">
                <a16:creationId xmlns:a16="http://schemas.microsoft.com/office/drawing/2014/main" id="{93759F5E-73BC-49D0-B7C8-08E6ACD5FC3B}"/>
              </a:ext>
            </a:extLst>
          </p:cNvPr>
          <p:cNvSpPr>
            <a:spLocks xmlns:a="http://schemas.openxmlformats.org/drawingml/2006/main" noGrp="1"/>
          </p:cNvSpPr>
          <p:nvPr/>
        </p:nvSpPr>
        <p:spPr>
          <a:xfrm xmlns:a="http://schemas.openxmlformats.org/drawingml/2006/main">
            <a:off x="8572500" y="1695450"/>
            <a:ext cx="3086100" cy="4076700"/>
          </a:xfrm>
          <a:prstGeom xmlns:a="http://schemas.openxmlformats.org/drawingml/2006/main" prst="roundRect">
            <a:avLst>
              <a:gd name="adj" fmla="val 3704"/>
            </a:avLst>
          </a:prstGeom>
          <a:solidFill xmlns:a="http://schemas.openxmlformats.org/drawingml/2006/main">
            <a:srgbClr val="101010"/>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6" name="">
            <a:extLst xmlns:a="http://schemas.openxmlformats.org/drawingml/2006/main">
              <a:ext uri="{FF2B5EF4-FFF2-40B4-BE49-F238E27FC236}">
                <a16:creationId xmlns:a16="http://schemas.microsoft.com/office/drawing/2014/main" id="{78D282BA-6182-4E8C-9790-1B0EB517EB07}"/>
              </a:ext>
            </a:extLst>
          </p:cNvPr>
          <p:cNvSpPr>
            <a:spLocks xmlns:a="http://schemas.openxmlformats.org/drawingml/2006/main" noGrp="1"/>
          </p:cNvSpPr>
          <p:nvPr/>
        </p:nvSpPr>
        <p:spPr>
          <a:xfrm xmlns:a="http://schemas.openxmlformats.org/drawingml/2006/main">
            <a:off x="8820150" y="19431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F2B84B"/>
                </a:solidFill>
              </a:defRPr>
            </a:pPr>
            <a:r>
              <a:rPr sz="900" b="1" i="0">
                <a:solidFill>
                  <a:srgbClr val="F2B84B"/>
                </a:solidFill>
              </a:rPr>
              <a:t>ESTATE SNAPSHOT</a:t>
            </a:r>
          </a:p>
        </p:txBody>
      </p:sp>
      <p:sp>
        <p:nvSpPr>
          <p:cNvPr id="37" name="">
            <a:extLst xmlns:a="http://schemas.openxmlformats.org/drawingml/2006/main">
              <a:ext uri="{FF2B5EF4-FFF2-40B4-BE49-F238E27FC236}">
                <a16:creationId xmlns:a16="http://schemas.microsoft.com/office/drawing/2014/main" id="{7F5272D2-2AB5-408C-BD09-2ECD1C6B0413}"/>
              </a:ext>
            </a:extLst>
          </p:cNvPr>
          <p:cNvSpPr>
            <a:spLocks xmlns:a="http://schemas.openxmlformats.org/drawingml/2006/main" noGrp="1"/>
          </p:cNvSpPr>
          <p:nvPr/>
        </p:nvSpPr>
        <p:spPr>
          <a:xfrm xmlns:a="http://schemas.openxmlformats.org/drawingml/2006/main">
            <a:off x="8820150" y="23241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i="0">
                <a:solidFill>
                  <a:srgbClr val="F8F4EC"/>
                </a:solidFill>
              </a:defRPr>
            </a:pPr>
            <a:r>
              <a:rPr sz="3000" b="1" i="0">
                <a:solidFill>
                  <a:srgbClr val="F8F4EC"/>
                </a:solidFill>
              </a:rPr>
              <a:t>11,328</a:t>
            </a:r>
          </a:p>
        </p:txBody>
      </p:sp>
      <p:sp>
        <p:nvSpPr>
          <p:cNvPr id="38" name="">
            <a:extLst xmlns:a="http://schemas.openxmlformats.org/drawingml/2006/main">
              <a:ext uri="{FF2B5EF4-FFF2-40B4-BE49-F238E27FC236}">
                <a16:creationId xmlns:a16="http://schemas.microsoft.com/office/drawing/2014/main" id="{AC65BDD0-4C9A-4244-98DE-A2EF80E6327E}"/>
              </a:ext>
            </a:extLst>
          </p:cNvPr>
          <p:cNvSpPr>
            <a:spLocks xmlns:a="http://schemas.openxmlformats.org/drawingml/2006/main" noGrp="1"/>
          </p:cNvSpPr>
          <p:nvPr/>
        </p:nvSpPr>
        <p:spPr>
          <a:xfrm xmlns:a="http://schemas.openxmlformats.org/drawingml/2006/main">
            <a:off x="8820150" y="28003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C5BDAF"/>
                </a:solidFill>
              </a:defRPr>
            </a:pPr>
            <a:r>
              <a:rPr sz="1200" b="0" i="0">
                <a:solidFill>
                  <a:srgbClr val="C5BDAF"/>
                </a:solidFill>
              </a:rPr>
              <a:t>nodes</a:t>
            </a:r>
          </a:p>
        </p:txBody>
      </p:sp>
      <p:sp>
        <p:nvSpPr>
          <p:cNvPr id="39" name="">
            <a:extLst xmlns:a="http://schemas.openxmlformats.org/drawingml/2006/main">
              <a:ext uri="{FF2B5EF4-FFF2-40B4-BE49-F238E27FC236}">
                <a16:creationId xmlns:a16="http://schemas.microsoft.com/office/drawing/2014/main" id="{BA01113E-E7AE-43EC-9634-7EDF0F92FFA2}"/>
              </a:ext>
            </a:extLst>
          </p:cNvPr>
          <p:cNvSpPr>
            <a:spLocks xmlns:a="http://schemas.openxmlformats.org/drawingml/2006/main" noGrp="1"/>
          </p:cNvSpPr>
          <p:nvPr/>
        </p:nvSpPr>
        <p:spPr>
          <a:xfrm xmlns:a="http://schemas.openxmlformats.org/drawingml/2006/main">
            <a:off x="8820150" y="3238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i="0">
                <a:solidFill>
                  <a:srgbClr val="F8F4EC"/>
                </a:solidFill>
              </a:defRPr>
            </a:pPr>
            <a:r>
              <a:rPr sz="3000" b="1" i="0">
                <a:solidFill>
                  <a:srgbClr val="F8F4EC"/>
                </a:solidFill>
              </a:rPr>
              <a:t>13,470</a:t>
            </a:r>
          </a:p>
        </p:txBody>
      </p:sp>
      <p:sp>
        <p:nvSpPr>
          <p:cNvPr id="40" name="">
            <a:extLst xmlns:a="http://schemas.openxmlformats.org/drawingml/2006/main">
              <a:ext uri="{FF2B5EF4-FFF2-40B4-BE49-F238E27FC236}">
                <a16:creationId xmlns:a16="http://schemas.microsoft.com/office/drawing/2014/main" id="{D106D26A-0B31-44D3-B66B-8B848DEDE4AD}"/>
              </a:ext>
            </a:extLst>
          </p:cNvPr>
          <p:cNvSpPr>
            <a:spLocks xmlns:a="http://schemas.openxmlformats.org/drawingml/2006/main" noGrp="1"/>
          </p:cNvSpPr>
          <p:nvPr/>
        </p:nvSpPr>
        <p:spPr>
          <a:xfrm xmlns:a="http://schemas.openxmlformats.org/drawingml/2006/main">
            <a:off x="8820150" y="37147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C5BDAF"/>
                </a:solidFill>
              </a:defRPr>
            </a:pPr>
            <a:r>
              <a:rPr sz="1200" b="0" i="0">
                <a:solidFill>
                  <a:srgbClr val="C5BDAF"/>
                </a:solidFill>
              </a:rPr>
              <a:t>relationships</a:t>
            </a:r>
          </a:p>
        </p:txBody>
      </p:sp>
      <p:sp>
        <p:nvSpPr>
          <p:cNvPr id="41" name="">
            <a:extLst xmlns:a="http://schemas.openxmlformats.org/drawingml/2006/main">
              <a:ext uri="{FF2B5EF4-FFF2-40B4-BE49-F238E27FC236}">
                <a16:creationId xmlns:a16="http://schemas.microsoft.com/office/drawing/2014/main" id="{14693309-262E-448F-8D03-C1BCAC99373C}"/>
              </a:ext>
            </a:extLst>
          </p:cNvPr>
          <p:cNvSpPr>
            <a:spLocks xmlns:a="http://schemas.openxmlformats.org/drawingml/2006/main" noGrp="1"/>
          </p:cNvSpPr>
          <p:nvPr/>
        </p:nvSpPr>
        <p:spPr>
          <a:xfrm xmlns:a="http://schemas.openxmlformats.org/drawingml/2006/main">
            <a:off x="8801100" y="4305300"/>
            <a:ext cx="2400300" cy="9525"/>
          </a:xfrm>
          <a:prstGeom xmlns:a="http://schemas.openxmlformats.org/drawingml/2006/main" prst="rect">
            <a:avLst/>
          </a:prstGeom>
          <a:solidFill xmlns:a="http://schemas.openxmlformats.org/drawingml/2006/main">
            <a:srgbClr val="8E6B3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2" name="">
            <a:extLst xmlns:a="http://schemas.openxmlformats.org/drawingml/2006/main">
              <a:ext uri="{FF2B5EF4-FFF2-40B4-BE49-F238E27FC236}">
                <a16:creationId xmlns:a16="http://schemas.microsoft.com/office/drawing/2014/main" id="{5F357B05-23DD-4531-8E37-BF007CDFAD1A}"/>
              </a:ext>
            </a:extLst>
          </p:cNvPr>
          <p:cNvSpPr>
            <a:spLocks xmlns:a="http://schemas.openxmlformats.org/drawingml/2006/main" noGrp="1"/>
          </p:cNvSpPr>
          <p:nvPr/>
        </p:nvSpPr>
        <p:spPr>
          <a:xfrm xmlns:a="http://schemas.openxmlformats.org/drawingml/2006/main">
            <a:off x="8820150" y="44958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8F4EC"/>
                </a:solidFill>
              </a:defRPr>
            </a:pPr>
            <a:r>
              <a:rPr sz="1125" b="1" i="0">
                <a:solidFill>
                  <a:srgbClr val="F8F4EC"/>
                </a:solidFill>
              </a:rPr>
              <a:t>Canonical graph</a:t>
            </a:r>
          </a:p>
        </p:txBody>
      </p:sp>
      <p:sp>
        <p:nvSpPr>
          <p:cNvPr id="43" name="">
            <a:extLst xmlns:a="http://schemas.openxmlformats.org/drawingml/2006/main">
              <a:ext uri="{FF2B5EF4-FFF2-40B4-BE49-F238E27FC236}">
                <a16:creationId xmlns:a16="http://schemas.microsoft.com/office/drawing/2014/main" id="{1F3ED3B6-2BDB-4EED-9200-520038239B28}"/>
              </a:ext>
            </a:extLst>
          </p:cNvPr>
          <p:cNvSpPr>
            <a:spLocks xmlns:a="http://schemas.openxmlformats.org/drawingml/2006/main" noGrp="1"/>
          </p:cNvSpPr>
          <p:nvPr/>
        </p:nvSpPr>
        <p:spPr>
          <a:xfrm xmlns:a="http://schemas.openxmlformats.org/drawingml/2006/main">
            <a:off x="8820150" y="47339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i="0">
                <a:solidFill>
                  <a:srgbClr val="C5BDAF"/>
                </a:solidFill>
              </a:defRPr>
            </a:pPr>
            <a:r>
              <a:rPr sz="975" b="0" i="0">
                <a:solidFill>
                  <a:srgbClr val="C5BDAF"/>
                </a:solidFill>
              </a:rPr>
              <a:t>stable semantic identity</a:t>
            </a:r>
          </a:p>
        </p:txBody>
      </p:sp>
      <p:sp>
        <p:nvSpPr>
          <p:cNvPr id="44" name="">
            <a:extLst xmlns:a="http://schemas.openxmlformats.org/drawingml/2006/main">
              <a:ext uri="{FF2B5EF4-FFF2-40B4-BE49-F238E27FC236}">
                <a16:creationId xmlns:a16="http://schemas.microsoft.com/office/drawing/2014/main" id="{CD0DC8EF-ACF1-44BF-AC7C-45BCB7625B8C}"/>
              </a:ext>
            </a:extLst>
          </p:cNvPr>
          <p:cNvSpPr>
            <a:spLocks xmlns:a="http://schemas.openxmlformats.org/drawingml/2006/main" noGrp="1"/>
          </p:cNvSpPr>
          <p:nvPr/>
        </p:nvSpPr>
        <p:spPr>
          <a:xfrm xmlns:a="http://schemas.openxmlformats.org/drawingml/2006/main">
            <a:off x="8820150" y="50577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8F4EC"/>
                </a:solidFill>
              </a:defRPr>
            </a:pPr>
            <a:r>
              <a:rPr sz="1125" b="1" i="0">
                <a:solidFill>
                  <a:srgbClr val="F8F4EC"/>
                </a:solidFill>
              </a:rPr>
              <a:t>+ governed PL/I fragment</a:t>
            </a:r>
          </a:p>
        </p:txBody>
      </p:sp>
      <p:sp>
        <p:nvSpPr>
          <p:cNvPr id="45" name="">
            <a:extLst xmlns:a="http://schemas.openxmlformats.org/drawingml/2006/main">
              <a:ext uri="{FF2B5EF4-FFF2-40B4-BE49-F238E27FC236}">
                <a16:creationId xmlns:a16="http://schemas.microsoft.com/office/drawing/2014/main" id="{628527E0-D1EE-45B7-BFFD-9B62B4F0131C}"/>
              </a:ext>
            </a:extLst>
          </p:cNvPr>
          <p:cNvSpPr>
            <a:spLocks xmlns:a="http://schemas.openxmlformats.org/drawingml/2006/main" noGrp="1"/>
          </p:cNvSpPr>
          <p:nvPr/>
        </p:nvSpPr>
        <p:spPr>
          <a:xfrm xmlns:a="http://schemas.openxmlformats.org/drawingml/2006/main">
            <a:off x="8820150" y="52959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i="0">
                <a:solidFill>
                  <a:srgbClr val="C5BDAF"/>
                </a:solidFill>
              </a:defRPr>
            </a:pPr>
            <a:r>
              <a:rPr sz="975" b="0" i="0">
                <a:solidFill>
                  <a:srgbClr val="C5BDAF"/>
                </a:solidFill>
              </a:rPr>
              <a:t>separate proof, unified view</a:t>
            </a:r>
          </a:p>
        </p:txBody>
      </p:sp>
      <p:sp>
        <p:nvSpPr>
          <p:cNvPr id="46" name="">
            <a:extLst xmlns:a="http://schemas.openxmlformats.org/drawingml/2006/main">
              <a:ext uri="{FF2B5EF4-FFF2-40B4-BE49-F238E27FC236}">
                <a16:creationId xmlns:a16="http://schemas.microsoft.com/office/drawing/2014/main" id="{22A7A7E2-8A69-4432-B29E-0EE9D6259386}"/>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8" name="">
            <a:extLst xmlns:a="http://schemas.openxmlformats.org/drawingml/2006/main">
              <a:ext uri="{FF2B5EF4-FFF2-40B4-BE49-F238E27FC236}">
                <a16:creationId xmlns:a16="http://schemas.microsoft.com/office/drawing/2014/main" id="{6FE864AF-EEB8-48CD-A913-2D862C988942}"/>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9" name="">
            <a:extLst xmlns:a="http://schemas.openxmlformats.org/drawingml/2006/main">
              <a:ext uri="{FF2B5EF4-FFF2-40B4-BE49-F238E27FC236}">
                <a16:creationId xmlns:a16="http://schemas.microsoft.com/office/drawing/2014/main" id="{573A392E-2844-4C41-9B72-1B53118F3A14}"/>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06</a:t>
            </a:r>
          </a:p>
        </p:txBody>
      </p:sp>
      <p:pic>
        <p:nvPicPr>
          <p:cNvPr id="194" name=""/>
          <p:cNvPicPr>
            <a:picLocks xmlns:a="http://schemas.openxmlformats.org/drawingml/2006/main" noChangeAspect="1"/>
          </p:cNvPicPr>
          <p:nvPr/>
        </p:nvPicPr>
        <p:blipFill>
          <a:blip xmlns:r="http://schemas.openxmlformats.org/officeDocument/2006/relationships" xmlns:a="http://schemas.openxmlformats.org/drawingml/2006/main" r:embed="Rf32c960665124fb0">
            <a:extLst>
              <a:ext uri="{96DAC541-7B7A-43D3-8B79-37D633B846F1}">
                <asvg:svgBlip xmlns:asvg="http://schemas.microsoft.com/office/drawing/2016/SVG/main" r:embed="Rff9566d7112141ef"/>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195" name=""/>
          <p:cNvPicPr>
            <a:picLocks xmlns:a="http://schemas.openxmlformats.org/drawingml/2006/main" noChangeAspect="1"/>
          </p:cNvPicPr>
          <p:nvPr/>
        </p:nvPicPr>
        <p:blipFill>
          <a:blip xmlns:r="http://schemas.openxmlformats.org/officeDocument/2006/relationships" xmlns:a="http://schemas.openxmlformats.org/drawingml/2006/main" r:embed="R039dfef40166415b">
            <a:extLst>
              <a:ext uri="{96DAC541-7B7A-43D3-8B79-37D633B846F1}">
                <asvg:svgBlip xmlns:asvg="http://schemas.microsoft.com/office/drawing/2016/SVG/main" r:embed="Rb461b1f0562f4ab9"/>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66166433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421056D2-5780-4486-85C5-5EB95305B41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9EAE8196-11F0-43E0-B495-1C19651D76D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gradFill xmlns:a="http://schemas.openxmlformats.org/drawingml/2006/main">
            <a:gsLst>
              <a:gs pos="0">
                <a:srgbClr val="D68A17"/>
              </a:gs>
              <a:gs pos="100000">
                <a:srgbClr val="F2B84B"/>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0C843D3A-C207-4232-A8FB-B50908535CA4}"/>
              </a:ext>
            </a:extLst>
          </p:cNvPr>
          <p:cNvSpPr>
            <a:spLocks xmlns:a="http://schemas.openxmlformats.org/drawingml/2006/main" noGrp="1"/>
          </p:cNvSpPr>
          <p:nvPr/>
        </p:nvSpPr>
        <p:spPr>
          <a:xfrm xmlns:a="http://schemas.openxmlformats.org/drawingml/2006/main">
            <a:off x="10763250" y="171450"/>
            <a:ext cx="1200150" cy="1200150"/>
          </a:xfrm>
          <a:prstGeom xmlns:a="http://schemas.openxmlformats.org/drawingml/2006/main" prst="ellipse">
            <a:avLst/>
          </a:prstGeom>
          <a:solidFill xmlns:a="http://schemas.openxmlformats.org/drawingml/2006/main">
            <a:srgbClr val="F2B84B">
              <a:alpha val="8000"/>
            </a:srgbClr>
          </a:solidFill>
          <a:ln xmlns:a="http://schemas.openxmlformats.org/drawingml/2006/main" w="9525">
            <a:solidFill>
              <a:srgbClr val="F2B84B">
                <a:alpha val="12000"/>
              </a:srgbClr>
            </a:solidFill>
            <a:prstDash val="solid"/>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FCCE6A36-B243-4504-97D3-14211849F8C1}"/>
              </a:ext>
            </a:extLst>
          </p:cNvPr>
          <p:cNvSpPr>
            <a:spLocks xmlns:a="http://schemas.openxmlformats.org/drawingml/2006/main" noGrp="1"/>
          </p:cNvSpPr>
          <p:nvPr/>
        </p:nvSpPr>
        <p:spPr>
          <a:xfrm xmlns:a="http://schemas.openxmlformats.org/drawingml/2006/main">
            <a:off x="171450" y="5619750"/>
            <a:ext cx="1028700" cy="1028700"/>
          </a:xfrm>
          <a:prstGeom xmlns:a="http://schemas.openxmlformats.org/drawingml/2006/main" prst="ellipse">
            <a:avLst/>
          </a:prstGeom>
          <a:solidFill xmlns:a="http://schemas.openxmlformats.org/drawingml/2006/main">
            <a:srgbClr val="D68A17">
              <a:alpha val="6000"/>
            </a:srgbClr>
          </a:solidFill>
          <a:ln xmlns:a="http://schemas.openxmlformats.org/drawingml/2006/main" w="9525">
            <a:solidFill>
              <a:srgbClr val="D68A17">
                <a:alpha val="10000"/>
              </a:srgbClr>
            </a:solidFill>
            <a:prstDash val="solid"/>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C3AD2244-B8CF-41A5-9B7F-3C6A5B6415E7}"/>
              </a:ext>
            </a:extLst>
          </p:cNvPr>
          <p:cNvSpPr>
            <a:spLocks xmlns:a="http://schemas.openxmlformats.org/drawingml/2006/main" noGrp="1"/>
          </p:cNvSpPr>
          <p:nvPr/>
        </p:nvSpPr>
        <p:spPr>
          <a:xfrm xmlns:a="http://schemas.openxmlformats.org/drawingml/2006/main">
            <a:off x="552450" y="323850"/>
            <a:ext cx="657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F2B84B"/>
                </a:solidFill>
              </a:defRPr>
            </a:pPr>
            <a:r>
              <a:rPr sz="975" b="1" i="0">
                <a:solidFill>
                  <a:srgbClr val="F2B84B"/>
                </a:solidFill>
              </a:rPr>
              <a:t>OPERATING MODES</a:t>
            </a:r>
          </a:p>
        </p:txBody>
      </p:sp>
      <p:sp>
        <p:nvSpPr>
          <p:cNvPr id="6" name="">
            <a:extLst xmlns:a="http://schemas.openxmlformats.org/drawingml/2006/main">
              <a:ext uri="{FF2B5EF4-FFF2-40B4-BE49-F238E27FC236}">
                <a16:creationId xmlns:a16="http://schemas.microsoft.com/office/drawing/2014/main" id="{F8E18F49-D54C-4A2E-AAE7-2A698A88D57F}"/>
              </a:ext>
            </a:extLst>
          </p:cNvPr>
          <p:cNvSpPr>
            <a:spLocks xmlns:a="http://schemas.openxmlformats.org/drawingml/2006/main" noGrp="1"/>
          </p:cNvSpPr>
          <p:nvPr/>
        </p:nvSpPr>
        <p:spPr>
          <a:xfrm xmlns:a="http://schemas.openxmlformats.org/drawingml/2006/main">
            <a:off x="552450" y="6667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i="0">
                <a:solidFill>
                  <a:srgbClr val="F8F4EC"/>
                </a:solidFill>
              </a:defRPr>
            </a:pPr>
            <a:r>
              <a:rPr sz="2700" b="1" i="0">
                <a:solidFill>
                  <a:srgbClr val="F8F4EC"/>
                </a:solidFill>
              </a:rPr>
              <a:t>One graph-centered UI, ten ways to work</a:t>
            </a:r>
          </a:p>
        </p:txBody>
      </p:sp>
      <p:sp>
        <p:nvSpPr>
          <p:cNvPr id="7" name="">
            <a:extLst xmlns:a="http://schemas.openxmlformats.org/drawingml/2006/main">
              <a:ext uri="{FF2B5EF4-FFF2-40B4-BE49-F238E27FC236}">
                <a16:creationId xmlns:a16="http://schemas.microsoft.com/office/drawing/2014/main" id="{E4CFF734-90CC-4720-A4B9-508E8FDBCFE3}"/>
              </a:ext>
            </a:extLst>
          </p:cNvPr>
          <p:cNvSpPr>
            <a:spLocks xmlns:a="http://schemas.openxmlformats.org/drawingml/2006/main" noGrp="1"/>
          </p:cNvSpPr>
          <p:nvPr/>
        </p:nvSpPr>
        <p:spPr>
          <a:xfrm xmlns:a="http://schemas.openxmlformats.org/drawingml/2006/main">
            <a:off x="552450" y="1257300"/>
            <a:ext cx="8191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4FBA4842-CF84-44BE-ADA5-E003D855256D}"/>
              </a:ext>
            </a:extLst>
          </p:cNvPr>
          <p:cNvSpPr>
            <a:spLocks xmlns:a="http://schemas.openxmlformats.org/drawingml/2006/main" noGrp="1"/>
          </p:cNvSpPr>
          <p:nvPr/>
        </p:nvSpPr>
        <p:spPr>
          <a:xfrm xmlns:a="http://schemas.openxmlformats.org/drawingml/2006/main">
            <a:off x="1600200" y="1152525"/>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C5BDAF"/>
                </a:solidFill>
              </a:defRPr>
            </a:pPr>
            <a:r>
              <a:rPr sz="1350" b="0" i="0">
                <a:solidFill>
                  <a:srgbClr val="C5BDAF"/>
                </a:solidFill>
              </a:rPr>
              <a:t>Different questions. The same evidence identity.</a:t>
            </a:r>
          </a:p>
        </p:txBody>
      </p:sp>
      <p:sp>
        <p:nvSpPr>
          <p:cNvPr id="9" name="">
            <a:extLst xmlns:a="http://schemas.openxmlformats.org/drawingml/2006/main">
              <a:ext uri="{FF2B5EF4-FFF2-40B4-BE49-F238E27FC236}">
                <a16:creationId xmlns:a16="http://schemas.microsoft.com/office/drawing/2014/main" id="{47F10103-9A03-4368-A060-5A0CE205C70E}"/>
              </a:ext>
            </a:extLst>
          </p:cNvPr>
          <p:cNvSpPr>
            <a:spLocks xmlns:a="http://schemas.openxmlformats.org/drawingml/2006/main" noGrp="1"/>
          </p:cNvSpPr>
          <p:nvPr/>
        </p:nvSpPr>
        <p:spPr>
          <a:xfrm xmlns:a="http://schemas.openxmlformats.org/drawingml/2006/main">
            <a:off x="533400" y="1943100"/>
            <a:ext cx="2076450" cy="1600200"/>
          </a:xfrm>
          <a:prstGeom xmlns:a="http://schemas.openxmlformats.org/drawingml/2006/main" prst="roundRect">
            <a:avLst>
              <a:gd name="adj" fmla="val 7143"/>
            </a:avLst>
          </a:prstGeom>
          <a:solidFill xmlns:a="http://schemas.openxmlformats.org/drawingml/2006/main">
            <a:srgbClr val="101010"/>
          </a:solidFill>
          <a:ln xmlns:a="http://schemas.openxmlformats.org/drawingml/2006/main" w="10478">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77FBD247-D0BF-43BF-A2FB-2F984B7A99AA}"/>
              </a:ext>
            </a:extLst>
          </p:cNvPr>
          <p:cNvSpPr>
            <a:spLocks xmlns:a="http://schemas.openxmlformats.org/drawingml/2006/main" noGrp="1"/>
          </p:cNvSpPr>
          <p:nvPr/>
        </p:nvSpPr>
        <p:spPr>
          <a:xfrm xmlns:a="http://schemas.openxmlformats.org/drawingml/2006/main">
            <a:off x="685800" y="20955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UNDERSTAND</a:t>
            </a:r>
          </a:p>
        </p:txBody>
      </p:sp>
      <p:sp>
        <p:nvSpPr>
          <p:cNvPr id="11" name="">
            <a:extLst xmlns:a="http://schemas.openxmlformats.org/drawingml/2006/main">
              <a:ext uri="{FF2B5EF4-FFF2-40B4-BE49-F238E27FC236}">
                <a16:creationId xmlns:a16="http://schemas.microsoft.com/office/drawing/2014/main" id="{08C88A30-6D4A-4B2E-86BF-8EB3A438BF62}"/>
              </a:ext>
            </a:extLst>
          </p:cNvPr>
          <p:cNvSpPr>
            <a:spLocks xmlns:a="http://schemas.openxmlformats.org/drawingml/2006/main" noGrp="1"/>
          </p:cNvSpPr>
          <p:nvPr/>
        </p:nvSpPr>
        <p:spPr>
          <a:xfrm xmlns:a="http://schemas.openxmlformats.org/drawingml/2006/main">
            <a:off x="685800" y="24003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F8F4EC"/>
                </a:solidFill>
              </a:defRPr>
            </a:pPr>
            <a:r>
              <a:rPr sz="1575" b="1" i="0">
                <a:solidFill>
                  <a:srgbClr val="F8F4EC"/>
                </a:solidFill>
              </a:rPr>
              <a:t>Inspector</a:t>
            </a:r>
          </a:p>
        </p:txBody>
      </p:sp>
      <p:sp>
        <p:nvSpPr>
          <p:cNvPr id="12" name="">
            <a:extLst xmlns:a="http://schemas.openxmlformats.org/drawingml/2006/main">
              <a:ext uri="{FF2B5EF4-FFF2-40B4-BE49-F238E27FC236}">
                <a16:creationId xmlns:a16="http://schemas.microsoft.com/office/drawing/2014/main" id="{6913FA64-69A6-4B0C-980A-E3071E9D2D8D}"/>
              </a:ext>
            </a:extLst>
          </p:cNvPr>
          <p:cNvSpPr>
            <a:spLocks xmlns:a="http://schemas.openxmlformats.org/drawingml/2006/main" noGrp="1"/>
          </p:cNvSpPr>
          <p:nvPr/>
        </p:nvSpPr>
        <p:spPr>
          <a:xfrm xmlns:a="http://schemas.openxmlformats.org/drawingml/2006/main">
            <a:off x="685800" y="2781300"/>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What is this thing—and what proves it?</a:t>
            </a:r>
          </a:p>
        </p:txBody>
      </p:sp>
      <p:sp>
        <p:nvSpPr>
          <p:cNvPr id="13" name="">
            <a:extLst xmlns:a="http://schemas.openxmlformats.org/drawingml/2006/main">
              <a:ext uri="{FF2B5EF4-FFF2-40B4-BE49-F238E27FC236}">
                <a16:creationId xmlns:a16="http://schemas.microsoft.com/office/drawing/2014/main" id="{6C620545-3B16-43B7-A72C-4312A8F2F574}"/>
              </a:ext>
            </a:extLst>
          </p:cNvPr>
          <p:cNvSpPr>
            <a:spLocks xmlns:a="http://schemas.openxmlformats.org/drawingml/2006/main" noGrp="1"/>
          </p:cNvSpPr>
          <p:nvPr/>
        </p:nvSpPr>
        <p:spPr>
          <a:xfrm xmlns:a="http://schemas.openxmlformats.org/drawingml/2006/main">
            <a:off x="2819400" y="1943100"/>
            <a:ext cx="2076450" cy="1600200"/>
          </a:xfrm>
          <a:prstGeom xmlns:a="http://schemas.openxmlformats.org/drawingml/2006/main" prst="roundRect">
            <a:avLst>
              <a:gd name="adj" fmla="val 7143"/>
            </a:avLst>
          </a:prstGeom>
          <a:solidFill xmlns:a="http://schemas.openxmlformats.org/drawingml/2006/main">
            <a:srgbClr val="101010"/>
          </a:solidFill>
          <a:ln xmlns:a="http://schemas.openxmlformats.org/drawingml/2006/main" w="10478">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A74AA23E-437A-452F-B083-B216DF0C1892}"/>
              </a:ext>
            </a:extLst>
          </p:cNvPr>
          <p:cNvSpPr>
            <a:spLocks xmlns:a="http://schemas.openxmlformats.org/drawingml/2006/main" noGrp="1"/>
          </p:cNvSpPr>
          <p:nvPr/>
        </p:nvSpPr>
        <p:spPr>
          <a:xfrm xmlns:a="http://schemas.openxmlformats.org/drawingml/2006/main">
            <a:off x="2971800" y="20955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UNDERSTAND</a:t>
            </a:r>
          </a:p>
        </p:txBody>
      </p:sp>
      <p:sp>
        <p:nvSpPr>
          <p:cNvPr id="15" name="">
            <a:extLst xmlns:a="http://schemas.openxmlformats.org/drawingml/2006/main">
              <a:ext uri="{FF2B5EF4-FFF2-40B4-BE49-F238E27FC236}">
                <a16:creationId xmlns:a16="http://schemas.microsoft.com/office/drawing/2014/main" id="{B7871FBB-A719-47DB-894D-4400125A2E55}"/>
              </a:ext>
            </a:extLst>
          </p:cNvPr>
          <p:cNvSpPr>
            <a:spLocks xmlns:a="http://schemas.openxmlformats.org/drawingml/2006/main" noGrp="1"/>
          </p:cNvSpPr>
          <p:nvPr/>
        </p:nvSpPr>
        <p:spPr>
          <a:xfrm xmlns:a="http://schemas.openxmlformats.org/drawingml/2006/main">
            <a:off x="2971800" y="24003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F8F4EC"/>
                </a:solidFill>
              </a:defRPr>
            </a:pPr>
            <a:r>
              <a:rPr sz="1575" b="1" i="0">
                <a:solidFill>
                  <a:srgbClr val="F8F4EC"/>
                </a:solidFill>
              </a:rPr>
              <a:t>Ask graph</a:t>
            </a:r>
          </a:p>
        </p:txBody>
      </p:sp>
      <p:sp>
        <p:nvSpPr>
          <p:cNvPr id="16" name="">
            <a:extLst xmlns:a="http://schemas.openxmlformats.org/drawingml/2006/main">
              <a:ext uri="{FF2B5EF4-FFF2-40B4-BE49-F238E27FC236}">
                <a16:creationId xmlns:a16="http://schemas.microsoft.com/office/drawing/2014/main" id="{65F115C9-3920-4F51-B506-FE4A07778272}"/>
              </a:ext>
            </a:extLst>
          </p:cNvPr>
          <p:cNvSpPr>
            <a:spLocks xmlns:a="http://schemas.openxmlformats.org/drawingml/2006/main" noGrp="1"/>
          </p:cNvSpPr>
          <p:nvPr/>
        </p:nvSpPr>
        <p:spPr>
          <a:xfrm xmlns:a="http://schemas.openxmlformats.org/drawingml/2006/main">
            <a:off x="2971800" y="2781300"/>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Can a newcomer interrogate the estate without guessing?</a:t>
            </a:r>
          </a:p>
        </p:txBody>
      </p:sp>
      <p:sp>
        <p:nvSpPr>
          <p:cNvPr id="17" name="">
            <a:extLst xmlns:a="http://schemas.openxmlformats.org/drawingml/2006/main">
              <a:ext uri="{FF2B5EF4-FFF2-40B4-BE49-F238E27FC236}">
                <a16:creationId xmlns:a16="http://schemas.microsoft.com/office/drawing/2014/main" id="{700FC3BF-C0F1-432D-A8AA-1C36D32149C4}"/>
              </a:ext>
            </a:extLst>
          </p:cNvPr>
          <p:cNvSpPr>
            <a:spLocks xmlns:a="http://schemas.openxmlformats.org/drawingml/2006/main" noGrp="1"/>
          </p:cNvSpPr>
          <p:nvPr/>
        </p:nvSpPr>
        <p:spPr>
          <a:xfrm xmlns:a="http://schemas.openxmlformats.org/drawingml/2006/main">
            <a:off x="5105400" y="1943100"/>
            <a:ext cx="2076450" cy="1600200"/>
          </a:xfrm>
          <a:prstGeom xmlns:a="http://schemas.openxmlformats.org/drawingml/2006/main" prst="roundRect">
            <a:avLst>
              <a:gd name="adj" fmla="val 7143"/>
            </a:avLst>
          </a:prstGeom>
          <a:solidFill xmlns:a="http://schemas.openxmlformats.org/drawingml/2006/main">
            <a:srgbClr val="101010"/>
          </a:solidFill>
          <a:ln xmlns:a="http://schemas.openxmlformats.org/drawingml/2006/main" w="10478">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133BD708-ACB2-45F0-914B-27D8BFFE4B48}"/>
              </a:ext>
            </a:extLst>
          </p:cNvPr>
          <p:cNvSpPr>
            <a:spLocks xmlns:a="http://schemas.openxmlformats.org/drawingml/2006/main" noGrp="1"/>
          </p:cNvSpPr>
          <p:nvPr/>
        </p:nvSpPr>
        <p:spPr>
          <a:xfrm xmlns:a="http://schemas.openxmlformats.org/drawingml/2006/main">
            <a:off x="5257800" y="20955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OPERATE</a:t>
            </a:r>
          </a:p>
        </p:txBody>
      </p:sp>
      <p:sp>
        <p:nvSpPr>
          <p:cNvPr id="19" name="">
            <a:extLst xmlns:a="http://schemas.openxmlformats.org/drawingml/2006/main">
              <a:ext uri="{FF2B5EF4-FFF2-40B4-BE49-F238E27FC236}">
                <a16:creationId xmlns:a16="http://schemas.microsoft.com/office/drawing/2014/main" id="{A6AAA65E-ABEE-4988-A5D4-B1C800465144}"/>
              </a:ext>
            </a:extLst>
          </p:cNvPr>
          <p:cNvSpPr>
            <a:spLocks xmlns:a="http://schemas.openxmlformats.org/drawingml/2006/main" noGrp="1"/>
          </p:cNvSpPr>
          <p:nvPr/>
        </p:nvSpPr>
        <p:spPr>
          <a:xfrm xmlns:a="http://schemas.openxmlformats.org/drawingml/2006/main">
            <a:off x="5257800" y="24003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F8F4EC"/>
                </a:solidFill>
              </a:defRPr>
            </a:pPr>
            <a:r>
              <a:rPr sz="1575" b="1" i="0">
                <a:solidFill>
                  <a:srgbClr val="F8F4EC"/>
                </a:solidFill>
              </a:rPr>
              <a:t>Factory</a:t>
            </a:r>
          </a:p>
        </p:txBody>
      </p:sp>
      <p:sp>
        <p:nvSpPr>
          <p:cNvPr id="20" name="">
            <a:extLst xmlns:a="http://schemas.openxmlformats.org/drawingml/2006/main">
              <a:ext uri="{FF2B5EF4-FFF2-40B4-BE49-F238E27FC236}">
                <a16:creationId xmlns:a16="http://schemas.microsoft.com/office/drawing/2014/main" id="{45648F34-B10F-4DB8-88A0-9DCCB85A1EB1}"/>
              </a:ext>
            </a:extLst>
          </p:cNvPr>
          <p:cNvSpPr>
            <a:spLocks xmlns:a="http://schemas.openxmlformats.org/drawingml/2006/main" noGrp="1"/>
          </p:cNvSpPr>
          <p:nvPr/>
        </p:nvSpPr>
        <p:spPr>
          <a:xfrm xmlns:a="http://schemas.openxmlformats.org/drawingml/2006/main">
            <a:off x="5257800" y="2781300"/>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What did the autonomous workers do—and did the gates pass?</a:t>
            </a:r>
          </a:p>
        </p:txBody>
      </p:sp>
      <p:sp>
        <p:nvSpPr>
          <p:cNvPr id="21" name="">
            <a:extLst xmlns:a="http://schemas.openxmlformats.org/drawingml/2006/main">
              <a:ext uri="{FF2B5EF4-FFF2-40B4-BE49-F238E27FC236}">
                <a16:creationId xmlns:a16="http://schemas.microsoft.com/office/drawing/2014/main" id="{E9A56A8C-4DD4-4F59-900B-AEF7F2D3AAC3}"/>
              </a:ext>
            </a:extLst>
          </p:cNvPr>
          <p:cNvSpPr>
            <a:spLocks xmlns:a="http://schemas.openxmlformats.org/drawingml/2006/main" noGrp="1"/>
          </p:cNvSpPr>
          <p:nvPr/>
        </p:nvSpPr>
        <p:spPr>
          <a:xfrm xmlns:a="http://schemas.openxmlformats.org/drawingml/2006/main">
            <a:off x="7391400" y="1943100"/>
            <a:ext cx="2076450" cy="1600200"/>
          </a:xfrm>
          <a:prstGeom xmlns:a="http://schemas.openxmlformats.org/drawingml/2006/main" prst="roundRect">
            <a:avLst>
              <a:gd name="adj" fmla="val 7143"/>
            </a:avLst>
          </a:prstGeom>
          <a:solidFill xmlns:a="http://schemas.openxmlformats.org/drawingml/2006/main">
            <a:srgbClr val="101010"/>
          </a:solidFill>
          <a:ln xmlns:a="http://schemas.openxmlformats.org/drawingml/2006/main" w="10478">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ED114B7B-6A27-42A4-B8E4-68B120B33A12}"/>
              </a:ext>
            </a:extLst>
          </p:cNvPr>
          <p:cNvSpPr>
            <a:spLocks xmlns:a="http://schemas.openxmlformats.org/drawingml/2006/main" noGrp="1"/>
          </p:cNvSpPr>
          <p:nvPr/>
        </p:nvSpPr>
        <p:spPr>
          <a:xfrm xmlns:a="http://schemas.openxmlformats.org/drawingml/2006/main">
            <a:off x="7543800" y="20955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OPERATE</a:t>
            </a:r>
          </a:p>
        </p:txBody>
      </p:sp>
      <p:sp>
        <p:nvSpPr>
          <p:cNvPr id="23" name="">
            <a:extLst xmlns:a="http://schemas.openxmlformats.org/drawingml/2006/main">
              <a:ext uri="{FF2B5EF4-FFF2-40B4-BE49-F238E27FC236}">
                <a16:creationId xmlns:a16="http://schemas.microsoft.com/office/drawing/2014/main" id="{720A7B89-CD72-4061-B282-604E7FB6CCB2}"/>
              </a:ext>
            </a:extLst>
          </p:cNvPr>
          <p:cNvSpPr>
            <a:spLocks xmlns:a="http://schemas.openxmlformats.org/drawingml/2006/main" noGrp="1"/>
          </p:cNvSpPr>
          <p:nvPr/>
        </p:nvSpPr>
        <p:spPr>
          <a:xfrm xmlns:a="http://schemas.openxmlformats.org/drawingml/2006/main">
            <a:off x="7543800" y="24003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F8F4EC"/>
                </a:solidFill>
              </a:defRPr>
            </a:pPr>
            <a:r>
              <a:rPr sz="1575" b="1" i="0">
                <a:solidFill>
                  <a:srgbClr val="F8F4EC"/>
                </a:solidFill>
              </a:rPr>
              <a:t>Portfolio</a:t>
            </a:r>
          </a:p>
        </p:txBody>
      </p:sp>
      <p:sp>
        <p:nvSpPr>
          <p:cNvPr id="24" name="">
            <a:extLst xmlns:a="http://schemas.openxmlformats.org/drawingml/2006/main">
              <a:ext uri="{FF2B5EF4-FFF2-40B4-BE49-F238E27FC236}">
                <a16:creationId xmlns:a16="http://schemas.microsoft.com/office/drawing/2014/main" id="{A74BDE00-F422-430D-9172-B54F0E6BB7C5}"/>
              </a:ext>
            </a:extLst>
          </p:cNvPr>
          <p:cNvSpPr>
            <a:spLocks xmlns:a="http://schemas.openxmlformats.org/drawingml/2006/main" noGrp="1"/>
          </p:cNvSpPr>
          <p:nvPr/>
        </p:nvSpPr>
        <p:spPr>
          <a:xfrm xmlns:a="http://schemas.openxmlformats.org/drawingml/2006/main">
            <a:off x="7543800" y="2781300"/>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Can many modernization cells move safely at once?</a:t>
            </a:r>
          </a:p>
        </p:txBody>
      </p:sp>
      <p:sp>
        <p:nvSpPr>
          <p:cNvPr id="25" name="">
            <a:extLst xmlns:a="http://schemas.openxmlformats.org/drawingml/2006/main">
              <a:ext uri="{FF2B5EF4-FFF2-40B4-BE49-F238E27FC236}">
                <a16:creationId xmlns:a16="http://schemas.microsoft.com/office/drawing/2014/main" id="{EB193216-FBCF-4369-9141-4D90B3D129AD}"/>
              </a:ext>
            </a:extLst>
          </p:cNvPr>
          <p:cNvSpPr>
            <a:spLocks xmlns:a="http://schemas.openxmlformats.org/drawingml/2006/main" noGrp="1"/>
          </p:cNvSpPr>
          <p:nvPr/>
        </p:nvSpPr>
        <p:spPr>
          <a:xfrm xmlns:a="http://schemas.openxmlformats.org/drawingml/2006/main">
            <a:off x="9677400" y="1943100"/>
            <a:ext cx="2076450" cy="1600200"/>
          </a:xfrm>
          <a:prstGeom xmlns:a="http://schemas.openxmlformats.org/drawingml/2006/main" prst="roundRect">
            <a:avLst>
              <a:gd name="adj" fmla="val 7143"/>
            </a:avLst>
          </a:prstGeom>
          <a:solidFill xmlns:a="http://schemas.openxmlformats.org/drawingml/2006/main">
            <a:srgbClr val="101010"/>
          </a:solidFill>
          <a:ln xmlns:a="http://schemas.openxmlformats.org/drawingml/2006/main" w="10478">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6" name="">
            <a:extLst xmlns:a="http://schemas.openxmlformats.org/drawingml/2006/main">
              <a:ext uri="{FF2B5EF4-FFF2-40B4-BE49-F238E27FC236}">
                <a16:creationId xmlns:a16="http://schemas.microsoft.com/office/drawing/2014/main" id="{DE68001D-5BBD-4538-AD4F-DC04983393A1}"/>
              </a:ext>
            </a:extLst>
          </p:cNvPr>
          <p:cNvSpPr>
            <a:spLocks xmlns:a="http://schemas.openxmlformats.org/drawingml/2006/main" noGrp="1"/>
          </p:cNvSpPr>
          <p:nvPr/>
        </p:nvSpPr>
        <p:spPr>
          <a:xfrm xmlns:a="http://schemas.openxmlformats.org/drawingml/2006/main">
            <a:off x="9829800" y="20955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OPERATE</a:t>
            </a:r>
          </a:p>
        </p:txBody>
      </p:sp>
      <p:sp>
        <p:nvSpPr>
          <p:cNvPr id="27" name="">
            <a:extLst xmlns:a="http://schemas.openxmlformats.org/drawingml/2006/main">
              <a:ext uri="{FF2B5EF4-FFF2-40B4-BE49-F238E27FC236}">
                <a16:creationId xmlns:a16="http://schemas.microsoft.com/office/drawing/2014/main" id="{87A4D910-A7AE-42DC-98C9-57BCEA09EA43}"/>
              </a:ext>
            </a:extLst>
          </p:cNvPr>
          <p:cNvSpPr>
            <a:spLocks xmlns:a="http://schemas.openxmlformats.org/drawingml/2006/main" noGrp="1"/>
          </p:cNvSpPr>
          <p:nvPr/>
        </p:nvSpPr>
        <p:spPr>
          <a:xfrm xmlns:a="http://schemas.openxmlformats.org/drawingml/2006/main">
            <a:off x="9829800" y="24003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F8F4EC"/>
                </a:solidFill>
              </a:defRPr>
            </a:pPr>
            <a:r>
              <a:rPr sz="1575" b="1" i="0">
                <a:solidFill>
                  <a:srgbClr val="F8F4EC"/>
                </a:solidFill>
              </a:rPr>
              <a:t>Recovery</a:t>
            </a:r>
          </a:p>
        </p:txBody>
      </p:sp>
      <p:sp>
        <p:nvSpPr>
          <p:cNvPr id="28" name="">
            <a:extLst xmlns:a="http://schemas.openxmlformats.org/drawingml/2006/main">
              <a:ext uri="{FF2B5EF4-FFF2-40B4-BE49-F238E27FC236}">
                <a16:creationId xmlns:a16="http://schemas.microsoft.com/office/drawing/2014/main" id="{21F10600-3A6A-4199-96B0-7399ABE5910E}"/>
              </a:ext>
            </a:extLst>
          </p:cNvPr>
          <p:cNvSpPr>
            <a:spLocks xmlns:a="http://schemas.openxmlformats.org/drawingml/2006/main" noGrp="1"/>
          </p:cNvSpPr>
          <p:nvPr/>
        </p:nvSpPr>
        <p:spPr>
          <a:xfrm xmlns:a="http://schemas.openxmlformats.org/drawingml/2006/main">
            <a:off x="9829800" y="2781300"/>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What happens when a worker, process, or host disappears?</a:t>
            </a:r>
          </a:p>
        </p:txBody>
      </p:sp>
      <p:sp>
        <p:nvSpPr>
          <p:cNvPr id="29" name="">
            <a:extLst xmlns:a="http://schemas.openxmlformats.org/drawingml/2006/main">
              <a:ext uri="{FF2B5EF4-FFF2-40B4-BE49-F238E27FC236}">
                <a16:creationId xmlns:a16="http://schemas.microsoft.com/office/drawing/2014/main" id="{98DDCB90-CA96-474C-AD9E-902B9B031669}"/>
              </a:ext>
            </a:extLst>
          </p:cNvPr>
          <p:cNvSpPr>
            <a:spLocks xmlns:a="http://schemas.openxmlformats.org/drawingml/2006/main" noGrp="1"/>
          </p:cNvSpPr>
          <p:nvPr/>
        </p:nvSpPr>
        <p:spPr>
          <a:xfrm xmlns:a="http://schemas.openxmlformats.org/drawingml/2006/main">
            <a:off x="533400" y="3867150"/>
            <a:ext cx="2076450" cy="1600200"/>
          </a:xfrm>
          <a:prstGeom xmlns:a="http://schemas.openxmlformats.org/drawingml/2006/main" prst="roundRect">
            <a:avLst>
              <a:gd name="adj" fmla="val 7143"/>
            </a:avLst>
          </a:prstGeom>
          <a:solidFill xmlns:a="http://schemas.openxmlformats.org/drawingml/2006/main">
            <a:srgbClr val="101010"/>
          </a:solidFill>
          <a:ln xmlns:a="http://schemas.openxmlformats.org/drawingml/2006/main" w="10478">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0" name="">
            <a:extLst xmlns:a="http://schemas.openxmlformats.org/drawingml/2006/main">
              <a:ext uri="{FF2B5EF4-FFF2-40B4-BE49-F238E27FC236}">
                <a16:creationId xmlns:a16="http://schemas.microsoft.com/office/drawing/2014/main" id="{07CE25C1-2891-420D-8AF6-DA6D9DBEF498}"/>
              </a:ext>
            </a:extLst>
          </p:cNvPr>
          <p:cNvSpPr>
            <a:spLocks xmlns:a="http://schemas.openxmlformats.org/drawingml/2006/main" noGrp="1"/>
          </p:cNvSpPr>
          <p:nvPr/>
        </p:nvSpPr>
        <p:spPr>
          <a:xfrm xmlns:a="http://schemas.openxmlformats.org/drawingml/2006/main">
            <a:off x="685800" y="40195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ASSURE</a:t>
            </a:r>
          </a:p>
        </p:txBody>
      </p:sp>
      <p:sp>
        <p:nvSpPr>
          <p:cNvPr id="31" name="">
            <a:extLst xmlns:a="http://schemas.openxmlformats.org/drawingml/2006/main">
              <a:ext uri="{FF2B5EF4-FFF2-40B4-BE49-F238E27FC236}">
                <a16:creationId xmlns:a16="http://schemas.microsoft.com/office/drawing/2014/main" id="{F8B07EEA-D5E7-4863-AA00-C20CB4571167}"/>
              </a:ext>
            </a:extLst>
          </p:cNvPr>
          <p:cNvSpPr>
            <a:spLocks xmlns:a="http://schemas.openxmlformats.org/drawingml/2006/main" noGrp="1"/>
          </p:cNvSpPr>
          <p:nvPr/>
        </p:nvSpPr>
        <p:spPr>
          <a:xfrm xmlns:a="http://schemas.openxmlformats.org/drawingml/2006/main">
            <a:off x="685800" y="432435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F8F4EC"/>
                </a:solidFill>
              </a:defRPr>
            </a:pPr>
            <a:r>
              <a:rPr sz="1575" b="1" i="0">
                <a:solidFill>
                  <a:srgbClr val="F8F4EC"/>
                </a:solidFill>
              </a:rPr>
              <a:t>Quality</a:t>
            </a:r>
          </a:p>
        </p:txBody>
      </p:sp>
      <p:sp>
        <p:nvSpPr>
          <p:cNvPr id="32" name="">
            <a:extLst xmlns:a="http://schemas.openxmlformats.org/drawingml/2006/main">
              <a:ext uri="{FF2B5EF4-FFF2-40B4-BE49-F238E27FC236}">
                <a16:creationId xmlns:a16="http://schemas.microsoft.com/office/drawing/2014/main" id="{55FE2378-EF9E-4C18-B2F3-3539AFB2E62A}"/>
              </a:ext>
            </a:extLst>
          </p:cNvPr>
          <p:cNvSpPr>
            <a:spLocks xmlns:a="http://schemas.openxmlformats.org/drawingml/2006/main" noGrp="1"/>
          </p:cNvSpPr>
          <p:nvPr/>
        </p:nvSpPr>
        <p:spPr>
          <a:xfrm xmlns:a="http://schemas.openxmlformats.org/drawingml/2006/main">
            <a:off x="685800" y="4705350"/>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Which models and candidates deserve more authority?</a:t>
            </a:r>
          </a:p>
        </p:txBody>
      </p:sp>
      <p:sp>
        <p:nvSpPr>
          <p:cNvPr id="33" name="">
            <a:extLst xmlns:a="http://schemas.openxmlformats.org/drawingml/2006/main">
              <a:ext uri="{FF2B5EF4-FFF2-40B4-BE49-F238E27FC236}">
                <a16:creationId xmlns:a16="http://schemas.microsoft.com/office/drawing/2014/main" id="{4A603ED9-B134-48D0-92DB-8541BC32F16C}"/>
              </a:ext>
            </a:extLst>
          </p:cNvPr>
          <p:cNvSpPr>
            <a:spLocks xmlns:a="http://schemas.openxmlformats.org/drawingml/2006/main" noGrp="1"/>
          </p:cNvSpPr>
          <p:nvPr/>
        </p:nvSpPr>
        <p:spPr>
          <a:xfrm xmlns:a="http://schemas.openxmlformats.org/drawingml/2006/main">
            <a:off x="2819400" y="3867150"/>
            <a:ext cx="2076450" cy="1600200"/>
          </a:xfrm>
          <a:prstGeom xmlns:a="http://schemas.openxmlformats.org/drawingml/2006/main" prst="roundRect">
            <a:avLst>
              <a:gd name="adj" fmla="val 7143"/>
            </a:avLst>
          </a:prstGeom>
          <a:solidFill xmlns:a="http://schemas.openxmlformats.org/drawingml/2006/main">
            <a:srgbClr val="101010"/>
          </a:solidFill>
          <a:ln xmlns:a="http://schemas.openxmlformats.org/drawingml/2006/main" w="10478">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4" name="">
            <a:extLst xmlns:a="http://schemas.openxmlformats.org/drawingml/2006/main">
              <a:ext uri="{FF2B5EF4-FFF2-40B4-BE49-F238E27FC236}">
                <a16:creationId xmlns:a16="http://schemas.microsoft.com/office/drawing/2014/main" id="{85B72C6D-63EA-4D04-815F-568584778C4F}"/>
              </a:ext>
            </a:extLst>
          </p:cNvPr>
          <p:cNvSpPr>
            <a:spLocks xmlns:a="http://schemas.openxmlformats.org/drawingml/2006/main" noGrp="1"/>
          </p:cNvSpPr>
          <p:nvPr/>
        </p:nvSpPr>
        <p:spPr>
          <a:xfrm xmlns:a="http://schemas.openxmlformats.org/drawingml/2006/main">
            <a:off x="2971800" y="40195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ASSURE</a:t>
            </a:r>
          </a:p>
        </p:txBody>
      </p:sp>
      <p:sp>
        <p:nvSpPr>
          <p:cNvPr id="35" name="">
            <a:extLst xmlns:a="http://schemas.openxmlformats.org/drawingml/2006/main">
              <a:ext uri="{FF2B5EF4-FFF2-40B4-BE49-F238E27FC236}">
                <a16:creationId xmlns:a16="http://schemas.microsoft.com/office/drawing/2014/main" id="{3C8D4760-F8FF-46A3-AC6D-E806FE512ADE}"/>
              </a:ext>
            </a:extLst>
          </p:cNvPr>
          <p:cNvSpPr>
            <a:spLocks xmlns:a="http://schemas.openxmlformats.org/drawingml/2006/main" noGrp="1"/>
          </p:cNvSpPr>
          <p:nvPr/>
        </p:nvSpPr>
        <p:spPr>
          <a:xfrm xmlns:a="http://schemas.openxmlformats.org/drawingml/2006/main">
            <a:off x="2971800" y="432435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F8F4EC"/>
                </a:solidFill>
              </a:defRPr>
            </a:pPr>
            <a:r>
              <a:rPr sz="1575" b="1" i="0">
                <a:solidFill>
                  <a:srgbClr val="F8F4EC"/>
                </a:solidFill>
              </a:rPr>
              <a:t>Memory</a:t>
            </a:r>
          </a:p>
        </p:txBody>
      </p:sp>
      <p:sp>
        <p:nvSpPr>
          <p:cNvPr id="36" name="">
            <a:extLst xmlns:a="http://schemas.openxmlformats.org/drawingml/2006/main">
              <a:ext uri="{FF2B5EF4-FFF2-40B4-BE49-F238E27FC236}">
                <a16:creationId xmlns:a16="http://schemas.microsoft.com/office/drawing/2014/main" id="{6BE97586-36CE-425D-AEC8-B2E61CE6B6A0}"/>
              </a:ext>
            </a:extLst>
          </p:cNvPr>
          <p:cNvSpPr>
            <a:spLocks xmlns:a="http://schemas.openxmlformats.org/drawingml/2006/main" noGrp="1"/>
          </p:cNvSpPr>
          <p:nvPr/>
        </p:nvSpPr>
        <p:spPr>
          <a:xfrm xmlns:a="http://schemas.openxmlformats.org/drawingml/2006/main">
            <a:off x="2971800" y="4705350"/>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Can the system learn without memorizing bad or private evidence?</a:t>
            </a:r>
          </a:p>
        </p:txBody>
      </p:sp>
      <p:sp>
        <p:nvSpPr>
          <p:cNvPr id="37" name="">
            <a:extLst xmlns:a="http://schemas.openxmlformats.org/drawingml/2006/main">
              <a:ext uri="{FF2B5EF4-FFF2-40B4-BE49-F238E27FC236}">
                <a16:creationId xmlns:a16="http://schemas.microsoft.com/office/drawing/2014/main" id="{03DA93BD-19D4-481A-839E-61AE0C37C860}"/>
              </a:ext>
            </a:extLst>
          </p:cNvPr>
          <p:cNvSpPr>
            <a:spLocks xmlns:a="http://schemas.openxmlformats.org/drawingml/2006/main" noGrp="1"/>
          </p:cNvSpPr>
          <p:nvPr/>
        </p:nvSpPr>
        <p:spPr>
          <a:xfrm xmlns:a="http://schemas.openxmlformats.org/drawingml/2006/main">
            <a:off x="5105400" y="3867150"/>
            <a:ext cx="2076450" cy="1600200"/>
          </a:xfrm>
          <a:prstGeom xmlns:a="http://schemas.openxmlformats.org/drawingml/2006/main" prst="roundRect">
            <a:avLst>
              <a:gd name="adj" fmla="val 7143"/>
            </a:avLst>
          </a:prstGeom>
          <a:solidFill xmlns:a="http://schemas.openxmlformats.org/drawingml/2006/main">
            <a:srgbClr val="101010"/>
          </a:solidFill>
          <a:ln xmlns:a="http://schemas.openxmlformats.org/drawingml/2006/main" w="10478">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8" name="">
            <a:extLst xmlns:a="http://schemas.openxmlformats.org/drawingml/2006/main">
              <a:ext uri="{FF2B5EF4-FFF2-40B4-BE49-F238E27FC236}">
                <a16:creationId xmlns:a16="http://schemas.microsoft.com/office/drawing/2014/main" id="{A384F83D-0058-47C6-835E-E19A879D1DE6}"/>
              </a:ext>
            </a:extLst>
          </p:cNvPr>
          <p:cNvSpPr>
            <a:spLocks xmlns:a="http://schemas.openxmlformats.org/drawingml/2006/main" noGrp="1"/>
          </p:cNvSpPr>
          <p:nvPr/>
        </p:nvSpPr>
        <p:spPr>
          <a:xfrm xmlns:a="http://schemas.openxmlformats.org/drawingml/2006/main">
            <a:off x="5257800" y="40195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PROVE</a:t>
            </a:r>
          </a:p>
        </p:txBody>
      </p:sp>
      <p:sp>
        <p:nvSpPr>
          <p:cNvPr id="39" name="">
            <a:extLst xmlns:a="http://schemas.openxmlformats.org/drawingml/2006/main">
              <a:ext uri="{FF2B5EF4-FFF2-40B4-BE49-F238E27FC236}">
                <a16:creationId xmlns:a16="http://schemas.microsoft.com/office/drawing/2014/main" id="{B5B490D2-45EE-450E-B735-BA3992890FA1}"/>
              </a:ext>
            </a:extLst>
          </p:cNvPr>
          <p:cNvSpPr>
            <a:spLocks xmlns:a="http://schemas.openxmlformats.org/drawingml/2006/main" noGrp="1"/>
          </p:cNvSpPr>
          <p:nvPr/>
        </p:nvSpPr>
        <p:spPr>
          <a:xfrm xmlns:a="http://schemas.openxmlformats.org/drawingml/2006/main">
            <a:off x="5257800" y="432435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F8F4EC"/>
                </a:solidFill>
              </a:defRPr>
            </a:pPr>
            <a:r>
              <a:rPr sz="1575" b="1" i="0">
                <a:solidFill>
                  <a:srgbClr val="F8F4EC"/>
                </a:solidFill>
              </a:rPr>
              <a:t>Data</a:t>
            </a:r>
          </a:p>
        </p:txBody>
      </p:sp>
      <p:sp>
        <p:nvSpPr>
          <p:cNvPr id="40" name="">
            <a:extLst xmlns:a="http://schemas.openxmlformats.org/drawingml/2006/main">
              <a:ext uri="{FF2B5EF4-FFF2-40B4-BE49-F238E27FC236}">
                <a16:creationId xmlns:a16="http://schemas.microsoft.com/office/drawing/2014/main" id="{D0EDD68E-BBDE-4C5B-B74C-C85EB2FBB76A}"/>
              </a:ext>
            </a:extLst>
          </p:cNvPr>
          <p:cNvSpPr>
            <a:spLocks xmlns:a="http://schemas.openxmlformats.org/drawingml/2006/main" noGrp="1"/>
          </p:cNvSpPr>
          <p:nvPr/>
        </p:nvSpPr>
        <p:spPr>
          <a:xfrm xmlns:a="http://schemas.openxmlformats.org/drawingml/2006/main">
            <a:off x="5257800" y="4705350"/>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Can data move without losing meaning—or hiding migration gaps?</a:t>
            </a:r>
          </a:p>
        </p:txBody>
      </p:sp>
      <p:sp>
        <p:nvSpPr>
          <p:cNvPr id="41" name="">
            <a:extLst xmlns:a="http://schemas.openxmlformats.org/drawingml/2006/main">
              <a:ext uri="{FF2B5EF4-FFF2-40B4-BE49-F238E27FC236}">
                <a16:creationId xmlns:a16="http://schemas.microsoft.com/office/drawing/2014/main" id="{CA46B595-85AA-4F60-9914-1A671044324D}"/>
              </a:ext>
            </a:extLst>
          </p:cNvPr>
          <p:cNvSpPr>
            <a:spLocks xmlns:a="http://schemas.openxmlformats.org/drawingml/2006/main" noGrp="1"/>
          </p:cNvSpPr>
          <p:nvPr/>
        </p:nvSpPr>
        <p:spPr>
          <a:xfrm xmlns:a="http://schemas.openxmlformats.org/drawingml/2006/main">
            <a:off x="7391400" y="3867150"/>
            <a:ext cx="2076450" cy="1600200"/>
          </a:xfrm>
          <a:prstGeom xmlns:a="http://schemas.openxmlformats.org/drawingml/2006/main" prst="roundRect">
            <a:avLst>
              <a:gd name="adj" fmla="val 7143"/>
            </a:avLst>
          </a:prstGeom>
          <a:solidFill xmlns:a="http://schemas.openxmlformats.org/drawingml/2006/main">
            <a:srgbClr val="101010"/>
          </a:solidFill>
          <a:ln xmlns:a="http://schemas.openxmlformats.org/drawingml/2006/main" w="10478">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2" name="">
            <a:extLst xmlns:a="http://schemas.openxmlformats.org/drawingml/2006/main">
              <a:ext uri="{FF2B5EF4-FFF2-40B4-BE49-F238E27FC236}">
                <a16:creationId xmlns:a16="http://schemas.microsoft.com/office/drawing/2014/main" id="{389A55A0-F98E-4307-91C6-AC337AAE7719}"/>
              </a:ext>
            </a:extLst>
          </p:cNvPr>
          <p:cNvSpPr>
            <a:spLocks xmlns:a="http://schemas.openxmlformats.org/drawingml/2006/main" noGrp="1"/>
          </p:cNvSpPr>
          <p:nvPr/>
        </p:nvSpPr>
        <p:spPr>
          <a:xfrm xmlns:a="http://schemas.openxmlformats.org/drawingml/2006/main">
            <a:off x="7543800" y="40195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PROVE</a:t>
            </a:r>
          </a:p>
        </p:txBody>
      </p:sp>
      <p:sp>
        <p:nvSpPr>
          <p:cNvPr id="43" name="">
            <a:extLst xmlns:a="http://schemas.openxmlformats.org/drawingml/2006/main">
              <a:ext uri="{FF2B5EF4-FFF2-40B4-BE49-F238E27FC236}">
                <a16:creationId xmlns:a16="http://schemas.microsoft.com/office/drawing/2014/main" id="{A6C664D1-225D-433B-A511-7E45E6505880}"/>
              </a:ext>
            </a:extLst>
          </p:cNvPr>
          <p:cNvSpPr>
            <a:spLocks xmlns:a="http://schemas.openxmlformats.org/drawingml/2006/main" noGrp="1"/>
          </p:cNvSpPr>
          <p:nvPr/>
        </p:nvSpPr>
        <p:spPr>
          <a:xfrm xmlns:a="http://schemas.openxmlformats.org/drawingml/2006/main">
            <a:off x="7543800" y="432435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F8F4EC"/>
                </a:solidFill>
              </a:defRPr>
            </a:pPr>
            <a:r>
              <a:rPr sz="1575" b="1" i="0">
                <a:solidFill>
                  <a:srgbClr val="F8F4EC"/>
                </a:solidFill>
              </a:rPr>
              <a:t>Runtime</a:t>
            </a:r>
          </a:p>
        </p:txBody>
      </p:sp>
      <p:sp>
        <p:nvSpPr>
          <p:cNvPr id="44" name="">
            <a:extLst xmlns:a="http://schemas.openxmlformats.org/drawingml/2006/main">
              <a:ext uri="{FF2B5EF4-FFF2-40B4-BE49-F238E27FC236}">
                <a16:creationId xmlns:a16="http://schemas.microsoft.com/office/drawing/2014/main" id="{ECA298F0-116F-4482-9720-81B64DA714E1}"/>
              </a:ext>
            </a:extLst>
          </p:cNvPr>
          <p:cNvSpPr>
            <a:spLocks xmlns:a="http://schemas.openxmlformats.org/drawingml/2006/main" noGrp="1"/>
          </p:cNvSpPr>
          <p:nvPr/>
        </p:nvSpPr>
        <p:spPr>
          <a:xfrm xmlns:a="http://schemas.openxmlformats.org/drawingml/2006/main">
            <a:off x="7543800" y="4705350"/>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What did the system actually observe at runtime?</a:t>
            </a:r>
          </a:p>
        </p:txBody>
      </p:sp>
      <p:sp>
        <p:nvSpPr>
          <p:cNvPr id="45" name="">
            <a:extLst xmlns:a="http://schemas.openxmlformats.org/drawingml/2006/main">
              <a:ext uri="{FF2B5EF4-FFF2-40B4-BE49-F238E27FC236}">
                <a16:creationId xmlns:a16="http://schemas.microsoft.com/office/drawing/2014/main" id="{011C7FA5-DD17-48E4-BDDE-930F4424B566}"/>
              </a:ext>
            </a:extLst>
          </p:cNvPr>
          <p:cNvSpPr>
            <a:spLocks xmlns:a="http://schemas.openxmlformats.org/drawingml/2006/main" noGrp="1"/>
          </p:cNvSpPr>
          <p:nvPr/>
        </p:nvSpPr>
        <p:spPr>
          <a:xfrm xmlns:a="http://schemas.openxmlformats.org/drawingml/2006/main">
            <a:off x="9677400" y="3867150"/>
            <a:ext cx="2076450" cy="1600200"/>
          </a:xfrm>
          <a:prstGeom xmlns:a="http://schemas.openxmlformats.org/drawingml/2006/main" prst="roundRect">
            <a:avLst>
              <a:gd name="adj" fmla="val 7143"/>
            </a:avLst>
          </a:prstGeom>
          <a:solidFill xmlns:a="http://schemas.openxmlformats.org/drawingml/2006/main">
            <a:srgbClr val="2A1D0B"/>
          </a:solidFill>
          <a:ln xmlns:a="http://schemas.openxmlformats.org/drawingml/2006/main" w="10478">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6" name="">
            <a:extLst xmlns:a="http://schemas.openxmlformats.org/drawingml/2006/main">
              <a:ext uri="{FF2B5EF4-FFF2-40B4-BE49-F238E27FC236}">
                <a16:creationId xmlns:a16="http://schemas.microsoft.com/office/drawing/2014/main" id="{AD97E986-218F-440D-BB93-78C92ECED783}"/>
              </a:ext>
            </a:extLst>
          </p:cNvPr>
          <p:cNvSpPr>
            <a:spLocks xmlns:a="http://schemas.openxmlformats.org/drawingml/2006/main" noGrp="1"/>
          </p:cNvSpPr>
          <p:nvPr/>
        </p:nvSpPr>
        <p:spPr>
          <a:xfrm xmlns:a="http://schemas.openxmlformats.org/drawingml/2006/main">
            <a:off x="9829800" y="40195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GOVERN</a:t>
            </a:r>
          </a:p>
        </p:txBody>
      </p:sp>
      <p:sp>
        <p:nvSpPr>
          <p:cNvPr id="47" name="">
            <a:extLst xmlns:a="http://schemas.openxmlformats.org/drawingml/2006/main">
              <a:ext uri="{FF2B5EF4-FFF2-40B4-BE49-F238E27FC236}">
                <a16:creationId xmlns:a16="http://schemas.microsoft.com/office/drawing/2014/main" id="{14D7FCDC-3CB9-4C2C-A488-F4292D75F2E1}"/>
              </a:ext>
            </a:extLst>
          </p:cNvPr>
          <p:cNvSpPr>
            <a:spLocks xmlns:a="http://schemas.openxmlformats.org/drawingml/2006/main" noGrp="1"/>
          </p:cNvSpPr>
          <p:nvPr/>
        </p:nvSpPr>
        <p:spPr>
          <a:xfrm xmlns:a="http://schemas.openxmlformats.org/drawingml/2006/main">
            <a:off x="9829800" y="432435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F8F4EC"/>
                </a:solidFill>
              </a:defRPr>
            </a:pPr>
            <a:r>
              <a:rPr sz="1575" b="1" i="0">
                <a:solidFill>
                  <a:srgbClr val="F8F4EC"/>
                </a:solidFill>
              </a:rPr>
              <a:t>Audit</a:t>
            </a:r>
          </a:p>
        </p:txBody>
      </p:sp>
      <p:sp>
        <p:nvSpPr>
          <p:cNvPr id="48" name="">
            <a:extLst xmlns:a="http://schemas.openxmlformats.org/drawingml/2006/main">
              <a:ext uri="{FF2B5EF4-FFF2-40B4-BE49-F238E27FC236}">
                <a16:creationId xmlns:a16="http://schemas.microsoft.com/office/drawing/2014/main" id="{F29C2159-8807-4C06-8F9C-A2EE5C5DB832}"/>
              </a:ext>
            </a:extLst>
          </p:cNvPr>
          <p:cNvSpPr>
            <a:spLocks xmlns:a="http://schemas.openxmlformats.org/drawingml/2006/main" noGrp="1"/>
          </p:cNvSpPr>
          <p:nvPr/>
        </p:nvSpPr>
        <p:spPr>
          <a:xfrm xmlns:a="http://schemas.openxmlformats.org/drawingml/2006/main">
            <a:off x="9829800" y="4705350"/>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Can a reviewer replay the evidence behind a release decision?</a:t>
            </a:r>
          </a:p>
        </p:txBody>
      </p:sp>
      <p:sp>
        <p:nvSpPr>
          <p:cNvPr id="49" name="">
            <a:extLst xmlns:a="http://schemas.openxmlformats.org/drawingml/2006/main">
              <a:ext uri="{FF2B5EF4-FFF2-40B4-BE49-F238E27FC236}">
                <a16:creationId xmlns:a16="http://schemas.microsoft.com/office/drawing/2014/main" id="{F22ACED9-2A9D-47E3-B8C4-C68FB67FCD2F}"/>
              </a:ext>
            </a:extLst>
          </p:cNvPr>
          <p:cNvSpPr>
            <a:spLocks xmlns:a="http://schemas.openxmlformats.org/drawingml/2006/main" noGrp="1"/>
          </p:cNvSpPr>
          <p:nvPr/>
        </p:nvSpPr>
        <p:spPr>
          <a:xfrm xmlns:a="http://schemas.openxmlformats.org/drawingml/2006/main">
            <a:off x="876300" y="5810250"/>
            <a:ext cx="10439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F8F4EC"/>
                </a:solidFill>
              </a:defRPr>
            </a:pPr>
            <a:r>
              <a:rPr sz="1350" b="1" i="0">
                <a:solidFill>
                  <a:srgbClr val="F8F4EC"/>
                </a:solidFill>
              </a:rPr>
              <a:t>Shared invariant: every mode is a read-only lens over authoritative graph, run, quality, runtime, recovery, data, and audit stores.</a:t>
            </a:r>
          </a:p>
        </p:txBody>
      </p:sp>
      <p:sp>
        <p:nvSpPr>
          <p:cNvPr id="50" name="">
            <a:extLst xmlns:a="http://schemas.openxmlformats.org/drawingml/2006/main">
              <a:ext uri="{FF2B5EF4-FFF2-40B4-BE49-F238E27FC236}">
                <a16:creationId xmlns:a16="http://schemas.microsoft.com/office/drawing/2014/main" id="{3544C9B9-12C6-4917-B80C-131F3628C335}"/>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2" name="">
            <a:extLst xmlns:a="http://schemas.openxmlformats.org/drawingml/2006/main">
              <a:ext uri="{FF2B5EF4-FFF2-40B4-BE49-F238E27FC236}">
                <a16:creationId xmlns:a16="http://schemas.microsoft.com/office/drawing/2014/main" id="{0D436690-DA0F-4D77-81E0-CF4DD2594249}"/>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3" name="">
            <a:extLst xmlns:a="http://schemas.openxmlformats.org/drawingml/2006/main">
              <a:ext uri="{FF2B5EF4-FFF2-40B4-BE49-F238E27FC236}">
                <a16:creationId xmlns:a16="http://schemas.microsoft.com/office/drawing/2014/main" id="{45BF918D-FCF5-4125-AD1A-5DC221D4DB1E}"/>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07</a:t>
            </a:r>
          </a:p>
        </p:txBody>
      </p:sp>
      <p:pic>
        <p:nvPicPr>
          <p:cNvPr id="109" name=""/>
          <p:cNvPicPr>
            <a:picLocks xmlns:a="http://schemas.openxmlformats.org/drawingml/2006/main" noChangeAspect="1"/>
          </p:cNvPicPr>
          <p:nvPr/>
        </p:nvPicPr>
        <p:blipFill>
          <a:blip xmlns:r="http://schemas.openxmlformats.org/officeDocument/2006/relationships" xmlns:a="http://schemas.openxmlformats.org/drawingml/2006/main" r:embed="R3a74545934104f9a">
            <a:extLst>
              <a:ext uri="{96DAC541-7B7A-43D3-8B79-37D633B846F1}">
                <asvg:svgBlip xmlns:asvg="http://schemas.microsoft.com/office/drawing/2016/SVG/main" r:embed="R8b518f34622f4423"/>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110" name=""/>
          <p:cNvPicPr>
            <a:picLocks xmlns:a="http://schemas.openxmlformats.org/drawingml/2006/main" noChangeAspect="1"/>
          </p:cNvPicPr>
          <p:nvPr/>
        </p:nvPicPr>
        <p:blipFill>
          <a:blip xmlns:r="http://schemas.openxmlformats.org/officeDocument/2006/relationships" xmlns:a="http://schemas.openxmlformats.org/drawingml/2006/main" r:embed="R3ebaed82e57d4138">
            <a:extLst>
              <a:ext uri="{96DAC541-7B7A-43D3-8B79-37D633B846F1}">
                <asvg:svgBlip xmlns:asvg="http://schemas.microsoft.com/office/drawing/2016/SVG/main" r:embed="R07e0e2a2b23043f5"/>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68613024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5" name="">
            <a:extLst xmlns:a="http://schemas.openxmlformats.org/drawingml/2006/main">
              <a:ext uri="{FF2B5EF4-FFF2-40B4-BE49-F238E27FC236}">
                <a16:creationId xmlns:a16="http://schemas.microsoft.com/office/drawing/2014/main" id="{79653B7C-87B2-4CAD-B9FE-B686814D7A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B35A337E-40AB-4631-B0E5-11A0F52C15B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gradFill xmlns:a="http://schemas.openxmlformats.org/drawingml/2006/main">
            <a:gsLst>
              <a:gs pos="0">
                <a:srgbClr val="D68A17"/>
              </a:gs>
              <a:gs pos="100000">
                <a:srgbClr val="F2B84B"/>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9826BA7E-ECBC-4928-8085-FC1DDFD1D01B}"/>
              </a:ext>
            </a:extLst>
          </p:cNvPr>
          <p:cNvSpPr>
            <a:spLocks xmlns:a="http://schemas.openxmlformats.org/drawingml/2006/main" noGrp="1"/>
          </p:cNvSpPr>
          <p:nvPr/>
        </p:nvSpPr>
        <p:spPr>
          <a:xfrm xmlns:a="http://schemas.openxmlformats.org/drawingml/2006/main">
            <a:off x="10763250" y="171450"/>
            <a:ext cx="1200150" cy="1200150"/>
          </a:xfrm>
          <a:prstGeom xmlns:a="http://schemas.openxmlformats.org/drawingml/2006/main" prst="ellipse">
            <a:avLst/>
          </a:prstGeom>
          <a:solidFill xmlns:a="http://schemas.openxmlformats.org/drawingml/2006/main">
            <a:srgbClr val="F2B84B">
              <a:alpha val="8000"/>
            </a:srgbClr>
          </a:solidFill>
          <a:ln xmlns:a="http://schemas.openxmlformats.org/drawingml/2006/main" w="9525">
            <a:solidFill>
              <a:srgbClr val="F2B84B">
                <a:alpha val="12000"/>
              </a:srgbClr>
            </a:solidFill>
            <a:prstDash val="solid"/>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290FEAA7-CDF0-4633-B9A6-72A20C7BC632}"/>
              </a:ext>
            </a:extLst>
          </p:cNvPr>
          <p:cNvSpPr>
            <a:spLocks xmlns:a="http://schemas.openxmlformats.org/drawingml/2006/main" noGrp="1"/>
          </p:cNvSpPr>
          <p:nvPr/>
        </p:nvSpPr>
        <p:spPr>
          <a:xfrm xmlns:a="http://schemas.openxmlformats.org/drawingml/2006/main">
            <a:off x="171450" y="5619750"/>
            <a:ext cx="1028700" cy="1028700"/>
          </a:xfrm>
          <a:prstGeom xmlns:a="http://schemas.openxmlformats.org/drawingml/2006/main" prst="ellipse">
            <a:avLst/>
          </a:prstGeom>
          <a:solidFill xmlns:a="http://schemas.openxmlformats.org/drawingml/2006/main">
            <a:srgbClr val="D68A17">
              <a:alpha val="6000"/>
            </a:srgbClr>
          </a:solidFill>
          <a:ln xmlns:a="http://schemas.openxmlformats.org/drawingml/2006/main" w="9525">
            <a:solidFill>
              <a:srgbClr val="D68A17">
                <a:alpha val="10000"/>
              </a:srgbClr>
            </a:solidFill>
            <a:prstDash val="solid"/>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71B19B27-A331-4AE7-A512-CE5901A7F811}"/>
              </a:ext>
            </a:extLst>
          </p:cNvPr>
          <p:cNvSpPr>
            <a:spLocks xmlns:a="http://schemas.openxmlformats.org/drawingml/2006/main" noGrp="1"/>
          </p:cNvSpPr>
          <p:nvPr/>
        </p:nvSpPr>
        <p:spPr>
          <a:xfrm xmlns:a="http://schemas.openxmlformats.org/drawingml/2006/main">
            <a:off x="552450" y="323850"/>
            <a:ext cx="657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F2B84B"/>
                </a:solidFill>
              </a:defRPr>
            </a:pPr>
            <a:r>
              <a:rPr sz="975" b="1" i="0">
                <a:solidFill>
                  <a:srgbClr val="F2B84B"/>
                </a:solidFill>
              </a:rPr>
              <a:t>UI MODE · INSPECTOR</a:t>
            </a:r>
          </a:p>
        </p:txBody>
      </p:sp>
      <p:sp>
        <p:nvSpPr>
          <p:cNvPr id="6" name="">
            <a:extLst xmlns:a="http://schemas.openxmlformats.org/drawingml/2006/main">
              <a:ext uri="{FF2B5EF4-FFF2-40B4-BE49-F238E27FC236}">
                <a16:creationId xmlns:a16="http://schemas.microsoft.com/office/drawing/2014/main" id="{8113A9FF-2BF3-4112-9E69-16DCB4D6E403}"/>
              </a:ext>
            </a:extLst>
          </p:cNvPr>
          <p:cNvSpPr>
            <a:spLocks xmlns:a="http://schemas.openxmlformats.org/drawingml/2006/main" noGrp="1"/>
          </p:cNvSpPr>
          <p:nvPr/>
        </p:nvSpPr>
        <p:spPr>
          <a:xfrm xmlns:a="http://schemas.openxmlformats.org/drawingml/2006/main">
            <a:off x="552450" y="6667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i="0">
                <a:solidFill>
                  <a:srgbClr val="F8F4EC"/>
                </a:solidFill>
              </a:defRPr>
            </a:pPr>
            <a:r>
              <a:rPr sz="2700" b="1" i="0">
                <a:solidFill>
                  <a:srgbClr val="F8F4EC"/>
                </a:solidFill>
              </a:rPr>
              <a:t>What is this thing—and what proves it?</a:t>
            </a:r>
          </a:p>
        </p:txBody>
      </p:sp>
      <p:sp>
        <p:nvSpPr>
          <p:cNvPr id="7" name="">
            <a:extLst xmlns:a="http://schemas.openxmlformats.org/drawingml/2006/main">
              <a:ext uri="{FF2B5EF4-FFF2-40B4-BE49-F238E27FC236}">
                <a16:creationId xmlns:a16="http://schemas.microsoft.com/office/drawing/2014/main" id="{70A2DE74-1B83-4C42-930A-4F2DFB1C06C0}"/>
              </a:ext>
            </a:extLst>
          </p:cNvPr>
          <p:cNvSpPr>
            <a:spLocks xmlns:a="http://schemas.openxmlformats.org/drawingml/2006/main" noGrp="1"/>
          </p:cNvSpPr>
          <p:nvPr/>
        </p:nvSpPr>
        <p:spPr>
          <a:xfrm xmlns:a="http://schemas.openxmlformats.org/drawingml/2006/main">
            <a:off x="552450" y="1257300"/>
            <a:ext cx="8191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558818F6-2F6C-4529-AE02-4FA45BA19316}"/>
              </a:ext>
            </a:extLst>
          </p:cNvPr>
          <p:cNvSpPr>
            <a:spLocks xmlns:a="http://schemas.openxmlformats.org/drawingml/2006/main" noGrp="1"/>
          </p:cNvSpPr>
          <p:nvPr/>
        </p:nvSpPr>
        <p:spPr>
          <a:xfrm xmlns:a="http://schemas.openxmlformats.org/drawingml/2006/main">
            <a:off x="1600200" y="1152525"/>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C5BDAF"/>
                </a:solidFill>
              </a:defRPr>
            </a:pPr>
            <a:r>
              <a:rPr sz="1350" b="0" i="0">
                <a:solidFill>
                  <a:srgbClr val="C5BDAF"/>
                </a:solidFill>
              </a:rPr>
              <a:t>Committed product UI contract · graph context remains visible</a:t>
            </a:r>
          </a:p>
        </p:txBody>
      </p:sp>
      <p:sp>
        <p:nvSpPr>
          <p:cNvPr id="9" name="">
            <a:extLst xmlns:a="http://schemas.openxmlformats.org/drawingml/2006/main">
              <a:ext uri="{FF2B5EF4-FFF2-40B4-BE49-F238E27FC236}">
                <a16:creationId xmlns:a16="http://schemas.microsoft.com/office/drawing/2014/main" id="{1AB05E2E-DEF3-4D4D-8B4B-7A1BC0C5C762}"/>
              </a:ext>
            </a:extLst>
          </p:cNvPr>
          <p:cNvSpPr>
            <a:spLocks xmlns:a="http://schemas.openxmlformats.org/drawingml/2006/main" noGrp="1"/>
          </p:cNvSpPr>
          <p:nvPr/>
        </p:nvSpPr>
        <p:spPr>
          <a:xfrm xmlns:a="http://schemas.openxmlformats.org/drawingml/2006/main">
            <a:off x="457200" y="1676400"/>
            <a:ext cx="11277600" cy="4229100"/>
          </a:xfrm>
          <a:prstGeom xmlns:a="http://schemas.openxmlformats.org/drawingml/2006/main" prst="roundRect">
            <a:avLst>
              <a:gd name="adj" fmla="val 2703"/>
            </a:avLst>
          </a:prstGeom>
          <a:solidFill xmlns:a="http://schemas.openxmlformats.org/drawingml/2006/main">
            <a:srgbClr val="101010"/>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FDBAD68B-F3B2-4AC4-A2C8-0BEB4EFB78E1}"/>
              </a:ext>
            </a:extLst>
          </p:cNvPr>
          <p:cNvSpPr>
            <a:spLocks xmlns:a="http://schemas.openxmlformats.org/drawingml/2006/main" noGrp="1"/>
          </p:cNvSpPr>
          <p:nvPr/>
        </p:nvSpPr>
        <p:spPr>
          <a:xfrm xmlns:a="http://schemas.openxmlformats.org/drawingml/2006/main">
            <a:off x="457200" y="1676400"/>
            <a:ext cx="11277600" cy="400050"/>
          </a:xfrm>
          <a:prstGeom xmlns:a="http://schemas.openxmlformats.org/drawingml/2006/main" prst="roundRect">
            <a:avLst>
              <a:gd name="adj" fmla="val 28571"/>
            </a:avLst>
          </a:prstGeom>
          <a:solidFill xmlns:a="http://schemas.openxmlformats.org/drawingml/2006/main">
            <a:srgbClr val="17130D"/>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8B75AB2A-837D-4D82-84D5-C757F8E78C88}"/>
              </a:ext>
            </a:extLst>
          </p:cNvPr>
          <p:cNvSpPr>
            <a:spLocks xmlns:a="http://schemas.openxmlformats.org/drawingml/2006/main" noGrp="1"/>
          </p:cNvSpPr>
          <p:nvPr/>
        </p:nvSpPr>
        <p:spPr>
          <a:xfrm xmlns:a="http://schemas.openxmlformats.org/drawingml/2006/main">
            <a:off x="647700" y="1800225"/>
            <a:ext cx="1047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F2B84B"/>
                </a:solidFill>
              </a:defRPr>
            </a:pPr>
            <a:r>
              <a:rPr sz="825" b="1" i="0">
                <a:solidFill>
                  <a:srgbClr val="F2B84B"/>
                </a:solidFill>
              </a:rPr>
              <a:t>LIGHTYEAR</a:t>
            </a:r>
          </a:p>
        </p:txBody>
      </p:sp>
      <p:sp>
        <p:nvSpPr>
          <p:cNvPr id="12" name="">
            <a:extLst xmlns:a="http://schemas.openxmlformats.org/drawingml/2006/main">
              <a:ext uri="{FF2B5EF4-FFF2-40B4-BE49-F238E27FC236}">
                <a16:creationId xmlns:a16="http://schemas.microsoft.com/office/drawing/2014/main" id="{A63A9B53-1D25-4E87-82DE-5F4182D4D25C}"/>
              </a:ext>
            </a:extLst>
          </p:cNvPr>
          <p:cNvSpPr>
            <a:spLocks xmlns:a="http://schemas.openxmlformats.org/drawingml/2006/main" noGrp="1"/>
          </p:cNvSpPr>
          <p:nvPr/>
        </p:nvSpPr>
        <p:spPr>
          <a:xfrm xmlns:a="http://schemas.openxmlformats.org/drawingml/2006/main">
            <a:off x="8458200" y="1800225"/>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C5BDAF"/>
                </a:solidFill>
              </a:defRPr>
            </a:pPr>
            <a:r>
              <a:rPr sz="750" b="0" i="0">
                <a:solidFill>
                  <a:srgbClr val="C5BDAF"/>
                </a:solidFill>
              </a:rPr>
              <a:t>Composite estate · 11,328 nodes · read-only</a:t>
            </a:r>
          </a:p>
        </p:txBody>
      </p:sp>
      <p:sp>
        <p:nvSpPr>
          <p:cNvPr id="13" name="">
            <a:extLst xmlns:a="http://schemas.openxmlformats.org/drawingml/2006/main">
              <a:ext uri="{FF2B5EF4-FFF2-40B4-BE49-F238E27FC236}">
                <a16:creationId xmlns:a16="http://schemas.microsoft.com/office/drawing/2014/main" id="{F43E404F-2928-476C-87B0-3D38A2A7AF67}"/>
              </a:ext>
            </a:extLst>
          </p:cNvPr>
          <p:cNvSpPr>
            <a:spLocks xmlns:a="http://schemas.openxmlformats.org/drawingml/2006/main" noGrp="1"/>
          </p:cNvSpPr>
          <p:nvPr/>
        </p:nvSpPr>
        <p:spPr>
          <a:xfrm xmlns:a="http://schemas.openxmlformats.org/drawingml/2006/main">
            <a:off x="609600" y="2228850"/>
            <a:ext cx="6667500" cy="3467100"/>
          </a:xfrm>
          <a:prstGeom xmlns:a="http://schemas.openxmlformats.org/drawingml/2006/main" prst="roundRect">
            <a:avLst>
              <a:gd name="adj" fmla="val 3297"/>
            </a:avLst>
          </a:prstGeom>
          <a:solidFill xmlns:a="http://schemas.openxmlformats.org/drawingml/2006/main">
            <a:srgbClr val="050505"/>
          </a:solidFill>
          <a:ln xmlns:a="http://schemas.openxmlformats.org/drawingml/2006/main" w="9525">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27DDF9E8-0A0F-4332-9EF3-FC7BDE7DE5A3}"/>
              </a:ext>
            </a:extLst>
          </p:cNvPr>
          <p:cNvSpPr>
            <a:spLocks xmlns:a="http://schemas.openxmlformats.org/drawingml/2006/main" noGrp="1"/>
          </p:cNvSpPr>
          <p:nvPr/>
        </p:nvSpPr>
        <p:spPr>
          <a:xfrm xmlns:a="http://schemas.openxmlformats.org/drawingml/2006/main">
            <a:off x="819150" y="2390775"/>
            <a:ext cx="1809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GRAPH CONTEXT</a:t>
            </a:r>
          </a:p>
        </p:txBody>
      </p:sp>
      <p:sp>
        <p:nvSpPr>
          <p:cNvPr id="15" name="">
            <a:extLst xmlns:a="http://schemas.openxmlformats.org/drawingml/2006/main">
              <a:ext uri="{FF2B5EF4-FFF2-40B4-BE49-F238E27FC236}">
                <a16:creationId xmlns:a16="http://schemas.microsoft.com/office/drawing/2014/main" id="{EF00E807-D662-4ECD-B5BC-080AC7BB1B1E}"/>
              </a:ext>
            </a:extLst>
          </p:cNvPr>
          <p:cNvSpPr>
            <a:spLocks xmlns:a="http://schemas.openxmlformats.org/drawingml/2006/main" noGrp="1"/>
          </p:cNvSpPr>
          <p:nvPr/>
        </p:nvSpPr>
        <p:spPr>
          <a:xfrm xmlns:a="http://schemas.openxmlformats.org/drawingml/2006/main">
            <a:off x="838200" y="3648075"/>
            <a:ext cx="1428750" cy="628650"/>
          </a:xfrm>
          <a:prstGeom xmlns:a="http://schemas.openxmlformats.org/drawingml/2006/main" prst="roundRect">
            <a:avLst>
              <a:gd name="adj" fmla="val 18182"/>
            </a:avLst>
          </a:prstGeom>
          <a:solidFill xmlns:a="http://schemas.openxmlformats.org/drawingml/2006/main">
            <a:srgbClr val="2A1D0B"/>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6" name="">
            <a:extLst xmlns:a="http://schemas.openxmlformats.org/drawingml/2006/main">
              <a:ext uri="{FF2B5EF4-FFF2-40B4-BE49-F238E27FC236}">
                <a16:creationId xmlns:a16="http://schemas.microsoft.com/office/drawing/2014/main" id="{8B919640-2E52-47C9-917A-B9D5BF2A1A2D}"/>
              </a:ext>
            </a:extLst>
          </p:cNvPr>
          <p:cNvSpPr>
            <a:spLocks xmlns:a="http://schemas.openxmlformats.org/drawingml/2006/main" noGrp="1"/>
          </p:cNvSpPr>
          <p:nvPr/>
        </p:nvSpPr>
        <p:spPr>
          <a:xfrm xmlns:a="http://schemas.openxmlformats.org/drawingml/2006/main">
            <a:off x="933450" y="3743325"/>
            <a:ext cx="1238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ACCTPL1</a:t>
            </a:r>
          </a:p>
        </p:txBody>
      </p:sp>
      <p:sp>
        <p:nvSpPr>
          <p:cNvPr id="17" name="">
            <a:extLst xmlns:a="http://schemas.openxmlformats.org/drawingml/2006/main">
              <a:ext uri="{FF2B5EF4-FFF2-40B4-BE49-F238E27FC236}">
                <a16:creationId xmlns:a16="http://schemas.microsoft.com/office/drawing/2014/main" id="{E11C35FC-FF77-4006-A436-E4C927C7F0EE}"/>
              </a:ext>
            </a:extLst>
          </p:cNvPr>
          <p:cNvSpPr>
            <a:spLocks xmlns:a="http://schemas.openxmlformats.org/drawingml/2006/main" noGrp="1"/>
          </p:cNvSpPr>
          <p:nvPr/>
        </p:nvSpPr>
        <p:spPr>
          <a:xfrm xmlns:a="http://schemas.openxmlformats.org/drawingml/2006/main">
            <a:off x="933450" y="400050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PL/I program</a:t>
            </a:r>
          </a:p>
        </p:txBody>
      </p:sp>
      <p:sp>
        <p:nvSpPr>
          <p:cNvPr id="18" name="">
            <a:extLst xmlns:a="http://schemas.openxmlformats.org/drawingml/2006/main">
              <a:ext uri="{FF2B5EF4-FFF2-40B4-BE49-F238E27FC236}">
                <a16:creationId xmlns:a16="http://schemas.microsoft.com/office/drawing/2014/main" id="{DA7F3511-0623-4797-A62C-877F03F183B8}"/>
              </a:ext>
            </a:extLst>
          </p:cNvPr>
          <p:cNvSpPr>
            <a:spLocks xmlns:a="http://schemas.openxmlformats.org/drawingml/2006/main" noGrp="1"/>
          </p:cNvSpPr>
          <p:nvPr/>
        </p:nvSpPr>
        <p:spPr>
          <a:xfrm xmlns:a="http://schemas.openxmlformats.org/drawingml/2006/main">
            <a:off x="3219450" y="302895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9" name="">
            <a:extLst xmlns:a="http://schemas.openxmlformats.org/drawingml/2006/main">
              <a:ext uri="{FF2B5EF4-FFF2-40B4-BE49-F238E27FC236}">
                <a16:creationId xmlns:a16="http://schemas.microsoft.com/office/drawing/2014/main" id="{AB1309DB-DD9B-4510-BC14-68764656E593}"/>
              </a:ext>
            </a:extLst>
          </p:cNvPr>
          <p:cNvSpPr>
            <a:spLocks xmlns:a="http://schemas.openxmlformats.org/drawingml/2006/main" noGrp="1"/>
          </p:cNvSpPr>
          <p:nvPr/>
        </p:nvSpPr>
        <p:spPr>
          <a:xfrm xmlns:a="http://schemas.openxmlformats.org/drawingml/2006/main">
            <a:off x="3314700" y="31242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CBACT04C</a:t>
            </a:r>
          </a:p>
        </p:txBody>
      </p:sp>
      <p:sp>
        <p:nvSpPr>
          <p:cNvPr id="20" name="">
            <a:extLst xmlns:a="http://schemas.openxmlformats.org/drawingml/2006/main">
              <a:ext uri="{FF2B5EF4-FFF2-40B4-BE49-F238E27FC236}">
                <a16:creationId xmlns:a16="http://schemas.microsoft.com/office/drawing/2014/main" id="{E4B592C4-FA87-4CF0-AFDE-F47D1C9D97CC}"/>
              </a:ext>
            </a:extLst>
          </p:cNvPr>
          <p:cNvSpPr>
            <a:spLocks xmlns:a="http://schemas.openxmlformats.org/drawingml/2006/main" noGrp="1"/>
          </p:cNvSpPr>
          <p:nvPr/>
        </p:nvSpPr>
        <p:spPr>
          <a:xfrm xmlns:a="http://schemas.openxmlformats.org/drawingml/2006/main">
            <a:off x="3314700" y="338137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COBOL program</a:t>
            </a:r>
          </a:p>
        </p:txBody>
      </p:sp>
      <p:sp>
        <p:nvSpPr>
          <p:cNvPr id="21" name="">
            <a:extLst xmlns:a="http://schemas.openxmlformats.org/drawingml/2006/main">
              <a:ext uri="{FF2B5EF4-FFF2-40B4-BE49-F238E27FC236}">
                <a16:creationId xmlns:a16="http://schemas.microsoft.com/office/drawing/2014/main" id="{56CA3CBB-7F6A-4EC6-9094-34DAB8DADED7}"/>
              </a:ext>
            </a:extLst>
          </p:cNvPr>
          <p:cNvSpPr>
            <a:spLocks xmlns:a="http://schemas.openxmlformats.org/drawingml/2006/main" noGrp="1"/>
          </p:cNvSpPr>
          <p:nvPr/>
        </p:nvSpPr>
        <p:spPr>
          <a:xfrm xmlns:a="http://schemas.openxmlformats.org/drawingml/2006/main">
            <a:off x="3219450" y="426720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36FF4312-F9EC-43CF-9041-32C8898D60B1}"/>
              </a:ext>
            </a:extLst>
          </p:cNvPr>
          <p:cNvSpPr>
            <a:spLocks xmlns:a="http://schemas.openxmlformats.org/drawingml/2006/main" noGrp="1"/>
          </p:cNvSpPr>
          <p:nvPr/>
        </p:nvSpPr>
        <p:spPr>
          <a:xfrm xmlns:a="http://schemas.openxmlformats.org/drawingml/2006/main">
            <a:off x="3314700" y="436245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SELECT</a:t>
            </a:r>
          </a:p>
        </p:txBody>
      </p:sp>
      <p:sp>
        <p:nvSpPr>
          <p:cNvPr id="23" name="">
            <a:extLst xmlns:a="http://schemas.openxmlformats.org/drawingml/2006/main">
              <a:ext uri="{FF2B5EF4-FFF2-40B4-BE49-F238E27FC236}">
                <a16:creationId xmlns:a16="http://schemas.microsoft.com/office/drawing/2014/main" id="{6A7E51B8-851F-47B1-9849-38F164512F6A}"/>
              </a:ext>
            </a:extLst>
          </p:cNvPr>
          <p:cNvSpPr>
            <a:spLocks xmlns:a="http://schemas.openxmlformats.org/drawingml/2006/main" noGrp="1"/>
          </p:cNvSpPr>
          <p:nvPr/>
        </p:nvSpPr>
        <p:spPr>
          <a:xfrm xmlns:a="http://schemas.openxmlformats.org/drawingml/2006/main">
            <a:off x="3314700" y="46196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Db2 SQL statement</a:t>
            </a:r>
          </a:p>
        </p:txBody>
      </p:sp>
      <p:sp>
        <p:nvSpPr>
          <p:cNvPr id="24" name="">
            <a:extLst xmlns:a="http://schemas.openxmlformats.org/drawingml/2006/main">
              <a:ext uri="{FF2B5EF4-FFF2-40B4-BE49-F238E27FC236}">
                <a16:creationId xmlns:a16="http://schemas.microsoft.com/office/drawing/2014/main" id="{1AFE1C56-9538-46E3-B2A2-38FA2694E9BC}"/>
              </a:ext>
            </a:extLst>
          </p:cNvPr>
          <p:cNvSpPr>
            <a:spLocks xmlns:a="http://schemas.openxmlformats.org/drawingml/2006/main" noGrp="1"/>
          </p:cNvSpPr>
          <p:nvPr/>
        </p:nvSpPr>
        <p:spPr>
          <a:xfrm xmlns:a="http://schemas.openxmlformats.org/drawingml/2006/main">
            <a:off x="5600700" y="302895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5" name="">
            <a:extLst xmlns:a="http://schemas.openxmlformats.org/drawingml/2006/main">
              <a:ext uri="{FF2B5EF4-FFF2-40B4-BE49-F238E27FC236}">
                <a16:creationId xmlns:a16="http://schemas.microsoft.com/office/drawing/2014/main" id="{2418D3A2-2AC5-45BA-8BBD-7063A1B3F310}"/>
              </a:ext>
            </a:extLst>
          </p:cNvPr>
          <p:cNvSpPr>
            <a:spLocks xmlns:a="http://schemas.openxmlformats.org/drawingml/2006/main" noGrp="1"/>
          </p:cNvSpPr>
          <p:nvPr/>
        </p:nvSpPr>
        <p:spPr>
          <a:xfrm xmlns:a="http://schemas.openxmlformats.org/drawingml/2006/main">
            <a:off x="5695950" y="31242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Evidence</a:t>
            </a:r>
          </a:p>
        </p:txBody>
      </p:sp>
      <p:sp>
        <p:nvSpPr>
          <p:cNvPr id="26" name="">
            <a:extLst xmlns:a="http://schemas.openxmlformats.org/drawingml/2006/main">
              <a:ext uri="{FF2B5EF4-FFF2-40B4-BE49-F238E27FC236}">
                <a16:creationId xmlns:a16="http://schemas.microsoft.com/office/drawing/2014/main" id="{BEB8DC4F-92C8-4086-8EE8-88D25E7491A0}"/>
              </a:ext>
            </a:extLst>
          </p:cNvPr>
          <p:cNvSpPr>
            <a:spLocks xmlns:a="http://schemas.openxmlformats.org/drawingml/2006/main" noGrp="1"/>
          </p:cNvSpPr>
          <p:nvPr/>
        </p:nvSpPr>
        <p:spPr>
          <a:xfrm xmlns:a="http://schemas.openxmlformats.org/drawingml/2006/main">
            <a:off x="5695950" y="338137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source capsules + hash</a:t>
            </a:r>
          </a:p>
        </p:txBody>
      </p:sp>
      <p:sp>
        <p:nvSpPr>
          <p:cNvPr id="27" name="">
            <a:extLst xmlns:a="http://schemas.openxmlformats.org/drawingml/2006/main">
              <a:ext uri="{FF2B5EF4-FFF2-40B4-BE49-F238E27FC236}">
                <a16:creationId xmlns:a16="http://schemas.microsoft.com/office/drawing/2014/main" id="{B352E582-C664-4C65-92B4-41BBE19652AD}"/>
              </a:ext>
            </a:extLst>
          </p:cNvPr>
          <p:cNvSpPr>
            <a:spLocks xmlns:a="http://schemas.openxmlformats.org/drawingml/2006/main" noGrp="1"/>
          </p:cNvSpPr>
          <p:nvPr/>
        </p:nvSpPr>
        <p:spPr>
          <a:xfrm xmlns:a="http://schemas.openxmlformats.org/drawingml/2006/main">
            <a:off x="5600700" y="426720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8" name="">
            <a:extLst xmlns:a="http://schemas.openxmlformats.org/drawingml/2006/main">
              <a:ext uri="{FF2B5EF4-FFF2-40B4-BE49-F238E27FC236}">
                <a16:creationId xmlns:a16="http://schemas.microsoft.com/office/drawing/2014/main" id="{FD0B837A-2AB5-4FEB-B4E8-DC4A52CAAB98}"/>
              </a:ext>
            </a:extLst>
          </p:cNvPr>
          <p:cNvSpPr>
            <a:spLocks xmlns:a="http://schemas.openxmlformats.org/drawingml/2006/main" noGrp="1"/>
          </p:cNvSpPr>
          <p:nvPr/>
        </p:nvSpPr>
        <p:spPr>
          <a:xfrm xmlns:a="http://schemas.openxmlformats.org/drawingml/2006/main">
            <a:off x="5695950" y="436245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AUTHFRDS</a:t>
            </a:r>
          </a:p>
        </p:txBody>
      </p:sp>
      <p:sp>
        <p:nvSpPr>
          <p:cNvPr id="29" name="">
            <a:extLst xmlns:a="http://schemas.openxmlformats.org/drawingml/2006/main">
              <a:ext uri="{FF2B5EF4-FFF2-40B4-BE49-F238E27FC236}">
                <a16:creationId xmlns:a16="http://schemas.microsoft.com/office/drawing/2014/main" id="{C8F7F350-6E72-477D-898A-BFA428C77EF5}"/>
              </a:ext>
            </a:extLst>
          </p:cNvPr>
          <p:cNvSpPr>
            <a:spLocks xmlns:a="http://schemas.openxmlformats.org/drawingml/2006/main" noGrp="1"/>
          </p:cNvSpPr>
          <p:nvPr/>
        </p:nvSpPr>
        <p:spPr>
          <a:xfrm xmlns:a="http://schemas.openxmlformats.org/drawingml/2006/main">
            <a:off x="5695950" y="46196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Db2 table</a:t>
            </a:r>
          </a:p>
        </p:txBody>
      </p:sp>
      <p:cxnSp>
        <p:nvCxnSpPr>
          <p:cNvPr id="206" name=""/>
          <p:cNvCxnSpPr>
            <a:stCxn xmlns:a="http://schemas.openxmlformats.org/drawingml/2006/main" id="15" idx="3"/>
            <a:endCxn xmlns:a="http://schemas.openxmlformats.org/drawingml/2006/main" id="18" idx="1"/>
          </p:cNvCxnSpPr>
          <p:nvPr/>
        </p:nvCxnSpPr>
        <p:spPr>
          <a:xfrm xmlns:a="http://schemas.openxmlformats.org/drawingml/2006/main" flipV="1">
            <a:off x="2266950" y="3343275"/>
            <a:ext cx="952500" cy="619125"/>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7" name=""/>
          <p:cNvCxnSpPr>
            <a:stCxn xmlns:a="http://schemas.openxmlformats.org/drawingml/2006/main" id="15" idx="3"/>
            <a:endCxn xmlns:a="http://schemas.openxmlformats.org/drawingml/2006/main" id="21" idx="1"/>
          </p:cNvCxnSpPr>
          <p:nvPr/>
        </p:nvCxnSpPr>
        <p:spPr>
          <a:xfrm xmlns:a="http://schemas.openxmlformats.org/drawingml/2006/main">
            <a:off x="2266950" y="3962400"/>
            <a:ext cx="952500" cy="619125"/>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8" name=""/>
          <p:cNvCxnSpPr>
            <a:stCxn xmlns:a="http://schemas.openxmlformats.org/drawingml/2006/main" id="18" idx="3"/>
            <a:endCxn xmlns:a="http://schemas.openxmlformats.org/drawingml/2006/main" id="24" idx="1"/>
          </p:cNvCxnSpPr>
          <p:nvPr/>
        </p:nvCxnSpPr>
        <p:spPr>
          <a:xfrm xmlns:a="http://schemas.openxmlformats.org/drawingml/2006/main">
            <a:off x="4743450" y="3343275"/>
            <a:ext cx="857250" cy="0"/>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9" name=""/>
          <p:cNvCxnSpPr>
            <a:stCxn xmlns:a="http://schemas.openxmlformats.org/drawingml/2006/main" id="21" idx="3"/>
            <a:endCxn xmlns:a="http://schemas.openxmlformats.org/drawingml/2006/main" id="27" idx="1"/>
          </p:cNvCxnSpPr>
          <p:nvPr/>
        </p:nvCxnSpPr>
        <p:spPr>
          <a:xfrm xmlns:a="http://schemas.openxmlformats.org/drawingml/2006/main">
            <a:off x="4743450" y="4581525"/>
            <a:ext cx="857250" cy="0"/>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sp>
        <p:nvSpPr>
          <p:cNvPr id="34" name="">
            <a:extLst xmlns:a="http://schemas.openxmlformats.org/drawingml/2006/main">
              <a:ext uri="{FF2B5EF4-FFF2-40B4-BE49-F238E27FC236}">
                <a16:creationId xmlns:a16="http://schemas.microsoft.com/office/drawing/2014/main" id="{38D862CA-59D8-4748-8A3E-D9C69383EA78}"/>
              </a:ext>
            </a:extLst>
          </p:cNvPr>
          <p:cNvSpPr>
            <a:spLocks xmlns:a="http://schemas.openxmlformats.org/drawingml/2006/main" noGrp="1"/>
          </p:cNvSpPr>
          <p:nvPr/>
        </p:nvSpPr>
        <p:spPr>
          <a:xfrm xmlns:a="http://schemas.openxmlformats.org/drawingml/2006/main">
            <a:off x="2400300" y="3286125"/>
            <a:ext cx="723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CALLS</a:t>
            </a:r>
          </a:p>
        </p:txBody>
      </p:sp>
      <p:sp>
        <p:nvSpPr>
          <p:cNvPr id="35" name="">
            <a:extLst xmlns:a="http://schemas.openxmlformats.org/drawingml/2006/main">
              <a:ext uri="{FF2B5EF4-FFF2-40B4-BE49-F238E27FC236}">
                <a16:creationId xmlns:a16="http://schemas.microsoft.com/office/drawing/2014/main" id="{A73645D7-9A13-45F8-A326-01F29689A05C}"/>
              </a:ext>
            </a:extLst>
          </p:cNvPr>
          <p:cNvSpPr>
            <a:spLocks xmlns:a="http://schemas.openxmlformats.org/drawingml/2006/main" noGrp="1"/>
          </p:cNvSpPr>
          <p:nvPr/>
        </p:nvSpPr>
        <p:spPr>
          <a:xfrm xmlns:a="http://schemas.openxmlformats.org/drawingml/2006/main">
            <a:off x="2305050" y="445770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ISSUES_SQL</a:t>
            </a:r>
          </a:p>
        </p:txBody>
      </p:sp>
      <p:sp>
        <p:nvSpPr>
          <p:cNvPr id="36" name="">
            <a:extLst xmlns:a="http://schemas.openxmlformats.org/drawingml/2006/main">
              <a:ext uri="{FF2B5EF4-FFF2-40B4-BE49-F238E27FC236}">
                <a16:creationId xmlns:a16="http://schemas.microsoft.com/office/drawing/2014/main" id="{88A7AF88-D4F5-4EF6-92E3-2B2746124772}"/>
              </a:ext>
            </a:extLst>
          </p:cNvPr>
          <p:cNvSpPr>
            <a:spLocks xmlns:a="http://schemas.openxmlformats.org/drawingml/2006/main" noGrp="1"/>
          </p:cNvSpPr>
          <p:nvPr/>
        </p:nvSpPr>
        <p:spPr>
          <a:xfrm xmlns:a="http://schemas.openxmlformats.org/drawingml/2006/main">
            <a:off x="4838700" y="445770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READS</a:t>
            </a:r>
          </a:p>
        </p:txBody>
      </p:sp>
      <p:sp>
        <p:nvSpPr>
          <p:cNvPr id="37" name="">
            <a:extLst xmlns:a="http://schemas.openxmlformats.org/drawingml/2006/main">
              <a:ext uri="{FF2B5EF4-FFF2-40B4-BE49-F238E27FC236}">
                <a16:creationId xmlns:a16="http://schemas.microsoft.com/office/drawing/2014/main" id="{F76736B8-B30E-4FBF-AD8F-A1AE353819B6}"/>
              </a:ext>
            </a:extLst>
          </p:cNvPr>
          <p:cNvSpPr>
            <a:spLocks xmlns:a="http://schemas.openxmlformats.org/drawingml/2006/main" noGrp="1"/>
          </p:cNvSpPr>
          <p:nvPr/>
        </p:nvSpPr>
        <p:spPr>
          <a:xfrm xmlns:a="http://schemas.openxmlformats.org/drawingml/2006/main">
            <a:off x="7429500" y="2228850"/>
            <a:ext cx="4152900" cy="3467100"/>
          </a:xfrm>
          <a:prstGeom xmlns:a="http://schemas.openxmlformats.org/drawingml/2006/main" prst="roundRect">
            <a:avLst>
              <a:gd name="adj" fmla="val 3297"/>
            </a:avLst>
          </a:prstGeom>
          <a:solidFill xmlns:a="http://schemas.openxmlformats.org/drawingml/2006/main">
            <a:srgbClr val="17130D"/>
          </a:solidFill>
          <a:ln xmlns:a="http://schemas.openxmlformats.org/drawingml/2006/main" w="9525">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8" name="">
            <a:extLst xmlns:a="http://schemas.openxmlformats.org/drawingml/2006/main">
              <a:ext uri="{FF2B5EF4-FFF2-40B4-BE49-F238E27FC236}">
                <a16:creationId xmlns:a16="http://schemas.microsoft.com/office/drawing/2014/main" id="{BBE4148A-F503-49D7-98F2-23969CC76530}"/>
              </a:ext>
            </a:extLst>
          </p:cNvPr>
          <p:cNvSpPr>
            <a:spLocks xmlns:a="http://schemas.openxmlformats.org/drawingml/2006/main" noGrp="1"/>
          </p:cNvSpPr>
          <p:nvPr/>
        </p:nvSpPr>
        <p:spPr>
          <a:xfrm xmlns:a="http://schemas.openxmlformats.org/drawingml/2006/main">
            <a:off x="7581900" y="2362200"/>
            <a:ext cx="704850" cy="228600"/>
          </a:xfrm>
          <a:prstGeom xmlns:a="http://schemas.openxmlformats.org/drawingml/2006/main" prst="roundRect">
            <a:avLst>
              <a:gd name="adj" fmla="val 50000"/>
            </a:avLst>
          </a:prstGeom>
          <a:solidFill xmlns:a="http://schemas.openxmlformats.org/drawingml/2006/main">
            <a:srgbClr val="F2B84B"/>
          </a:solidFill>
          <a:ln xmlns:a="http://schemas.openxmlformats.org/drawingml/2006/main" w="762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39" name="">
            <a:extLst xmlns:a="http://schemas.openxmlformats.org/drawingml/2006/main">
              <a:ext uri="{FF2B5EF4-FFF2-40B4-BE49-F238E27FC236}">
                <a16:creationId xmlns:a16="http://schemas.microsoft.com/office/drawing/2014/main" id="{05F0AD1F-CDDC-4FEA-B126-431B22BDF178}"/>
              </a:ext>
            </a:extLst>
          </p:cNvPr>
          <p:cNvSpPr>
            <a:spLocks xmlns:a="http://schemas.openxmlformats.org/drawingml/2006/main" noGrp="1"/>
          </p:cNvSpPr>
          <p:nvPr/>
        </p:nvSpPr>
        <p:spPr>
          <a:xfrm xmlns:a="http://schemas.openxmlformats.org/drawingml/2006/main">
            <a:off x="7620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1" i="0">
                <a:solidFill>
                  <a:srgbClr val="050505"/>
                </a:solidFill>
              </a:defRPr>
            </a:pPr>
            <a:r>
              <a:rPr sz="600" b="1" i="0">
                <a:solidFill>
                  <a:srgbClr val="050505"/>
                </a:solidFill>
              </a:rPr>
              <a:t>Inspector</a:t>
            </a:r>
          </a:p>
        </p:txBody>
      </p:sp>
      <p:sp>
        <p:nvSpPr>
          <p:cNvPr id="40" name="">
            <a:extLst xmlns:a="http://schemas.openxmlformats.org/drawingml/2006/main">
              <a:ext uri="{FF2B5EF4-FFF2-40B4-BE49-F238E27FC236}">
                <a16:creationId xmlns:a16="http://schemas.microsoft.com/office/drawing/2014/main" id="{29903C70-24E4-47FE-A624-D986A8E7A60F}"/>
              </a:ext>
            </a:extLst>
          </p:cNvPr>
          <p:cNvSpPr>
            <a:spLocks xmlns:a="http://schemas.openxmlformats.org/drawingml/2006/main" noGrp="1"/>
          </p:cNvSpPr>
          <p:nvPr/>
        </p:nvSpPr>
        <p:spPr>
          <a:xfrm xmlns:a="http://schemas.openxmlformats.org/drawingml/2006/main">
            <a:off x="8343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1" name="">
            <a:extLst xmlns:a="http://schemas.openxmlformats.org/drawingml/2006/main">
              <a:ext uri="{FF2B5EF4-FFF2-40B4-BE49-F238E27FC236}">
                <a16:creationId xmlns:a16="http://schemas.microsoft.com/office/drawing/2014/main" id="{7FD62A15-60F8-412D-8345-92CAF97D0A93}"/>
              </a:ext>
            </a:extLst>
          </p:cNvPr>
          <p:cNvSpPr>
            <a:spLocks xmlns:a="http://schemas.openxmlformats.org/drawingml/2006/main" noGrp="1"/>
          </p:cNvSpPr>
          <p:nvPr/>
        </p:nvSpPr>
        <p:spPr>
          <a:xfrm xmlns:a="http://schemas.openxmlformats.org/drawingml/2006/main">
            <a:off x="8382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Ask graph</a:t>
            </a:r>
          </a:p>
        </p:txBody>
      </p:sp>
      <p:sp>
        <p:nvSpPr>
          <p:cNvPr id="42" name="">
            <a:extLst xmlns:a="http://schemas.openxmlformats.org/drawingml/2006/main">
              <a:ext uri="{FF2B5EF4-FFF2-40B4-BE49-F238E27FC236}">
                <a16:creationId xmlns:a16="http://schemas.microsoft.com/office/drawing/2014/main" id="{7546266D-8B68-4B1F-9102-463D5CC6305F}"/>
              </a:ext>
            </a:extLst>
          </p:cNvPr>
          <p:cNvSpPr>
            <a:spLocks xmlns:a="http://schemas.openxmlformats.org/drawingml/2006/main" noGrp="1"/>
          </p:cNvSpPr>
          <p:nvPr/>
        </p:nvSpPr>
        <p:spPr>
          <a:xfrm xmlns:a="http://schemas.openxmlformats.org/drawingml/2006/main">
            <a:off x="9105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3" name="">
            <a:extLst xmlns:a="http://schemas.openxmlformats.org/drawingml/2006/main">
              <a:ext uri="{FF2B5EF4-FFF2-40B4-BE49-F238E27FC236}">
                <a16:creationId xmlns:a16="http://schemas.microsoft.com/office/drawing/2014/main" id="{44F0288E-BFCC-4FEA-8F9C-F5C325F78467}"/>
              </a:ext>
            </a:extLst>
          </p:cNvPr>
          <p:cNvSpPr>
            <a:spLocks xmlns:a="http://schemas.openxmlformats.org/drawingml/2006/main" noGrp="1"/>
          </p:cNvSpPr>
          <p:nvPr/>
        </p:nvSpPr>
        <p:spPr>
          <a:xfrm xmlns:a="http://schemas.openxmlformats.org/drawingml/2006/main">
            <a:off x="9144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Factory</a:t>
            </a:r>
          </a:p>
        </p:txBody>
      </p:sp>
      <p:sp>
        <p:nvSpPr>
          <p:cNvPr id="44" name="">
            <a:extLst xmlns:a="http://schemas.openxmlformats.org/drawingml/2006/main">
              <a:ext uri="{FF2B5EF4-FFF2-40B4-BE49-F238E27FC236}">
                <a16:creationId xmlns:a16="http://schemas.microsoft.com/office/drawing/2014/main" id="{CAD38AC0-A3FE-47A0-ACFE-1BA936B26CCE}"/>
              </a:ext>
            </a:extLst>
          </p:cNvPr>
          <p:cNvSpPr>
            <a:spLocks xmlns:a="http://schemas.openxmlformats.org/drawingml/2006/main" noGrp="1"/>
          </p:cNvSpPr>
          <p:nvPr/>
        </p:nvSpPr>
        <p:spPr>
          <a:xfrm xmlns:a="http://schemas.openxmlformats.org/drawingml/2006/main">
            <a:off x="9867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5" name="">
            <a:extLst xmlns:a="http://schemas.openxmlformats.org/drawingml/2006/main">
              <a:ext uri="{FF2B5EF4-FFF2-40B4-BE49-F238E27FC236}">
                <a16:creationId xmlns:a16="http://schemas.microsoft.com/office/drawing/2014/main" id="{46DE37C8-2465-411C-87F8-39E68CA78650}"/>
              </a:ext>
            </a:extLst>
          </p:cNvPr>
          <p:cNvSpPr>
            <a:spLocks xmlns:a="http://schemas.openxmlformats.org/drawingml/2006/main" noGrp="1"/>
          </p:cNvSpPr>
          <p:nvPr/>
        </p:nvSpPr>
        <p:spPr>
          <a:xfrm xmlns:a="http://schemas.openxmlformats.org/drawingml/2006/main">
            <a:off x="9906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Portfolio</a:t>
            </a:r>
          </a:p>
        </p:txBody>
      </p:sp>
      <p:sp>
        <p:nvSpPr>
          <p:cNvPr id="46" name="">
            <a:extLst xmlns:a="http://schemas.openxmlformats.org/drawingml/2006/main">
              <a:ext uri="{FF2B5EF4-FFF2-40B4-BE49-F238E27FC236}">
                <a16:creationId xmlns:a16="http://schemas.microsoft.com/office/drawing/2014/main" id="{B6D7F26D-ACD8-46CF-AEBB-396526F45775}"/>
              </a:ext>
            </a:extLst>
          </p:cNvPr>
          <p:cNvSpPr>
            <a:spLocks xmlns:a="http://schemas.openxmlformats.org/drawingml/2006/main" noGrp="1"/>
          </p:cNvSpPr>
          <p:nvPr/>
        </p:nvSpPr>
        <p:spPr>
          <a:xfrm xmlns:a="http://schemas.openxmlformats.org/drawingml/2006/main">
            <a:off x="10629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7" name="">
            <a:extLst xmlns:a="http://schemas.openxmlformats.org/drawingml/2006/main">
              <a:ext uri="{FF2B5EF4-FFF2-40B4-BE49-F238E27FC236}">
                <a16:creationId xmlns:a16="http://schemas.microsoft.com/office/drawing/2014/main" id="{50BCFE1C-3FC5-4C11-80FB-462AA45FF42E}"/>
              </a:ext>
            </a:extLst>
          </p:cNvPr>
          <p:cNvSpPr>
            <a:spLocks xmlns:a="http://schemas.openxmlformats.org/drawingml/2006/main" noGrp="1"/>
          </p:cNvSpPr>
          <p:nvPr/>
        </p:nvSpPr>
        <p:spPr>
          <a:xfrm xmlns:a="http://schemas.openxmlformats.org/drawingml/2006/main">
            <a:off x="10668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Recovery</a:t>
            </a:r>
          </a:p>
        </p:txBody>
      </p:sp>
      <p:sp>
        <p:nvSpPr>
          <p:cNvPr id="48" name="">
            <a:extLst xmlns:a="http://schemas.openxmlformats.org/drawingml/2006/main">
              <a:ext uri="{FF2B5EF4-FFF2-40B4-BE49-F238E27FC236}">
                <a16:creationId xmlns:a16="http://schemas.microsoft.com/office/drawing/2014/main" id="{2A3BB22C-6418-4010-A654-8EDB3C4D55DD}"/>
              </a:ext>
            </a:extLst>
          </p:cNvPr>
          <p:cNvSpPr>
            <a:spLocks xmlns:a="http://schemas.openxmlformats.org/drawingml/2006/main" noGrp="1"/>
          </p:cNvSpPr>
          <p:nvPr/>
        </p:nvSpPr>
        <p:spPr>
          <a:xfrm xmlns:a="http://schemas.openxmlformats.org/drawingml/2006/main">
            <a:off x="7581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9" name="">
            <a:extLst xmlns:a="http://schemas.openxmlformats.org/drawingml/2006/main">
              <a:ext uri="{FF2B5EF4-FFF2-40B4-BE49-F238E27FC236}">
                <a16:creationId xmlns:a16="http://schemas.microsoft.com/office/drawing/2014/main" id="{7BC3F102-4FF7-4661-B689-871704DDB3DD}"/>
              </a:ext>
            </a:extLst>
          </p:cNvPr>
          <p:cNvSpPr>
            <a:spLocks xmlns:a="http://schemas.openxmlformats.org/drawingml/2006/main" noGrp="1"/>
          </p:cNvSpPr>
          <p:nvPr/>
        </p:nvSpPr>
        <p:spPr>
          <a:xfrm xmlns:a="http://schemas.openxmlformats.org/drawingml/2006/main">
            <a:off x="7620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Quality</a:t>
            </a:r>
          </a:p>
        </p:txBody>
      </p:sp>
      <p:sp>
        <p:nvSpPr>
          <p:cNvPr id="50" name="">
            <a:extLst xmlns:a="http://schemas.openxmlformats.org/drawingml/2006/main">
              <a:ext uri="{FF2B5EF4-FFF2-40B4-BE49-F238E27FC236}">
                <a16:creationId xmlns:a16="http://schemas.microsoft.com/office/drawing/2014/main" id="{4BC1F5A3-5B4C-43FB-BBD8-EC4594B4CE3B}"/>
              </a:ext>
            </a:extLst>
          </p:cNvPr>
          <p:cNvSpPr>
            <a:spLocks xmlns:a="http://schemas.openxmlformats.org/drawingml/2006/main" noGrp="1"/>
          </p:cNvSpPr>
          <p:nvPr/>
        </p:nvSpPr>
        <p:spPr>
          <a:xfrm xmlns:a="http://schemas.openxmlformats.org/drawingml/2006/main">
            <a:off x="8343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1" name="">
            <a:extLst xmlns:a="http://schemas.openxmlformats.org/drawingml/2006/main">
              <a:ext uri="{FF2B5EF4-FFF2-40B4-BE49-F238E27FC236}">
                <a16:creationId xmlns:a16="http://schemas.microsoft.com/office/drawing/2014/main" id="{29E0CDBC-370C-411F-9F7A-8DAAA1358101}"/>
              </a:ext>
            </a:extLst>
          </p:cNvPr>
          <p:cNvSpPr>
            <a:spLocks xmlns:a="http://schemas.openxmlformats.org/drawingml/2006/main" noGrp="1"/>
          </p:cNvSpPr>
          <p:nvPr/>
        </p:nvSpPr>
        <p:spPr>
          <a:xfrm xmlns:a="http://schemas.openxmlformats.org/drawingml/2006/main">
            <a:off x="8382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Memory</a:t>
            </a:r>
          </a:p>
        </p:txBody>
      </p:sp>
      <p:sp>
        <p:nvSpPr>
          <p:cNvPr id="52" name="">
            <a:extLst xmlns:a="http://schemas.openxmlformats.org/drawingml/2006/main">
              <a:ext uri="{FF2B5EF4-FFF2-40B4-BE49-F238E27FC236}">
                <a16:creationId xmlns:a16="http://schemas.microsoft.com/office/drawing/2014/main" id="{DD0CE90E-8C76-40FA-81EE-A1388B9FB8A7}"/>
              </a:ext>
            </a:extLst>
          </p:cNvPr>
          <p:cNvSpPr>
            <a:spLocks xmlns:a="http://schemas.openxmlformats.org/drawingml/2006/main" noGrp="1"/>
          </p:cNvSpPr>
          <p:nvPr/>
        </p:nvSpPr>
        <p:spPr>
          <a:xfrm xmlns:a="http://schemas.openxmlformats.org/drawingml/2006/main">
            <a:off x="9105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3" name="">
            <a:extLst xmlns:a="http://schemas.openxmlformats.org/drawingml/2006/main">
              <a:ext uri="{FF2B5EF4-FFF2-40B4-BE49-F238E27FC236}">
                <a16:creationId xmlns:a16="http://schemas.microsoft.com/office/drawing/2014/main" id="{E37B5B76-0F28-475B-AF17-422969F3E7F9}"/>
              </a:ext>
            </a:extLst>
          </p:cNvPr>
          <p:cNvSpPr>
            <a:spLocks xmlns:a="http://schemas.openxmlformats.org/drawingml/2006/main" noGrp="1"/>
          </p:cNvSpPr>
          <p:nvPr/>
        </p:nvSpPr>
        <p:spPr>
          <a:xfrm xmlns:a="http://schemas.openxmlformats.org/drawingml/2006/main">
            <a:off x="9144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Data</a:t>
            </a:r>
          </a:p>
        </p:txBody>
      </p:sp>
      <p:sp>
        <p:nvSpPr>
          <p:cNvPr id="54" name="">
            <a:extLst xmlns:a="http://schemas.openxmlformats.org/drawingml/2006/main">
              <a:ext uri="{FF2B5EF4-FFF2-40B4-BE49-F238E27FC236}">
                <a16:creationId xmlns:a16="http://schemas.microsoft.com/office/drawing/2014/main" id="{632E9EF6-02CF-4DEA-A993-6890E4F83D63}"/>
              </a:ext>
            </a:extLst>
          </p:cNvPr>
          <p:cNvSpPr>
            <a:spLocks xmlns:a="http://schemas.openxmlformats.org/drawingml/2006/main" noGrp="1"/>
          </p:cNvSpPr>
          <p:nvPr/>
        </p:nvSpPr>
        <p:spPr>
          <a:xfrm xmlns:a="http://schemas.openxmlformats.org/drawingml/2006/main">
            <a:off x="9867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5" name="">
            <a:extLst xmlns:a="http://schemas.openxmlformats.org/drawingml/2006/main">
              <a:ext uri="{FF2B5EF4-FFF2-40B4-BE49-F238E27FC236}">
                <a16:creationId xmlns:a16="http://schemas.microsoft.com/office/drawing/2014/main" id="{A70C3FE9-1388-4DF0-B0CB-7AA7112DCCCC}"/>
              </a:ext>
            </a:extLst>
          </p:cNvPr>
          <p:cNvSpPr>
            <a:spLocks xmlns:a="http://schemas.openxmlformats.org/drawingml/2006/main" noGrp="1"/>
          </p:cNvSpPr>
          <p:nvPr/>
        </p:nvSpPr>
        <p:spPr>
          <a:xfrm xmlns:a="http://schemas.openxmlformats.org/drawingml/2006/main">
            <a:off x="9906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Runtime</a:t>
            </a:r>
          </a:p>
        </p:txBody>
      </p:sp>
      <p:sp>
        <p:nvSpPr>
          <p:cNvPr id="56" name="">
            <a:extLst xmlns:a="http://schemas.openxmlformats.org/drawingml/2006/main">
              <a:ext uri="{FF2B5EF4-FFF2-40B4-BE49-F238E27FC236}">
                <a16:creationId xmlns:a16="http://schemas.microsoft.com/office/drawing/2014/main" id="{574EF711-2D28-4CA8-9C33-5FDE2BECDE9B}"/>
              </a:ext>
            </a:extLst>
          </p:cNvPr>
          <p:cNvSpPr>
            <a:spLocks xmlns:a="http://schemas.openxmlformats.org/drawingml/2006/main" noGrp="1"/>
          </p:cNvSpPr>
          <p:nvPr/>
        </p:nvSpPr>
        <p:spPr>
          <a:xfrm xmlns:a="http://schemas.openxmlformats.org/drawingml/2006/main">
            <a:off x="10629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7" name="">
            <a:extLst xmlns:a="http://schemas.openxmlformats.org/drawingml/2006/main">
              <a:ext uri="{FF2B5EF4-FFF2-40B4-BE49-F238E27FC236}">
                <a16:creationId xmlns:a16="http://schemas.microsoft.com/office/drawing/2014/main" id="{693904DC-CE4E-416E-B9E4-963A508E66FF}"/>
              </a:ext>
            </a:extLst>
          </p:cNvPr>
          <p:cNvSpPr>
            <a:spLocks xmlns:a="http://schemas.openxmlformats.org/drawingml/2006/main" noGrp="1"/>
          </p:cNvSpPr>
          <p:nvPr/>
        </p:nvSpPr>
        <p:spPr>
          <a:xfrm xmlns:a="http://schemas.openxmlformats.org/drawingml/2006/main">
            <a:off x="10668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Audit</a:t>
            </a:r>
          </a:p>
        </p:txBody>
      </p:sp>
      <p:sp>
        <p:nvSpPr>
          <p:cNvPr id="58" name="">
            <a:extLst xmlns:a="http://schemas.openxmlformats.org/drawingml/2006/main">
              <a:ext uri="{FF2B5EF4-FFF2-40B4-BE49-F238E27FC236}">
                <a16:creationId xmlns:a16="http://schemas.microsoft.com/office/drawing/2014/main" id="{CD20C5F0-4E9B-4C31-879C-43DAFB9C83AB}"/>
              </a:ext>
            </a:extLst>
          </p:cNvPr>
          <p:cNvSpPr>
            <a:spLocks xmlns:a="http://schemas.openxmlformats.org/drawingml/2006/main" noGrp="1"/>
          </p:cNvSpPr>
          <p:nvPr/>
        </p:nvSpPr>
        <p:spPr>
          <a:xfrm xmlns:a="http://schemas.openxmlformats.org/drawingml/2006/main">
            <a:off x="7639050" y="3105150"/>
            <a:ext cx="3619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ENTITY INSPECTION</a:t>
            </a:r>
          </a:p>
        </p:txBody>
      </p:sp>
      <p:sp>
        <p:nvSpPr>
          <p:cNvPr id="59" name="">
            <a:extLst xmlns:a="http://schemas.openxmlformats.org/drawingml/2006/main">
              <a:ext uri="{FF2B5EF4-FFF2-40B4-BE49-F238E27FC236}">
                <a16:creationId xmlns:a16="http://schemas.microsoft.com/office/drawing/2014/main" id="{71B7ECBA-A6B4-4F55-A9E7-42D5D172D82F}"/>
              </a:ext>
            </a:extLst>
          </p:cNvPr>
          <p:cNvSpPr>
            <a:spLocks xmlns:a="http://schemas.openxmlformats.org/drawingml/2006/main" noGrp="1"/>
          </p:cNvSpPr>
          <p:nvPr/>
        </p:nvSpPr>
        <p:spPr>
          <a:xfrm xmlns:a="http://schemas.openxmlformats.org/drawingml/2006/main">
            <a:off x="7639050" y="3352800"/>
            <a:ext cx="361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F8F4EC"/>
                </a:solidFill>
              </a:defRPr>
            </a:pPr>
            <a:r>
              <a:rPr sz="1650" b="1" i="0">
                <a:solidFill>
                  <a:srgbClr val="F8F4EC"/>
                </a:solidFill>
              </a:rPr>
              <a:t>Inspect an entity</a:t>
            </a:r>
          </a:p>
        </p:txBody>
      </p:sp>
      <p:sp>
        <p:nvSpPr>
          <p:cNvPr id="60" name="">
            <a:extLst xmlns:a="http://schemas.openxmlformats.org/drawingml/2006/main">
              <a:ext uri="{FF2B5EF4-FFF2-40B4-BE49-F238E27FC236}">
                <a16:creationId xmlns:a16="http://schemas.microsoft.com/office/drawing/2014/main" id="{060FACFB-1C86-4732-A2C7-1AD7073EE36A}"/>
              </a:ext>
            </a:extLst>
          </p:cNvPr>
          <p:cNvSpPr>
            <a:spLocks xmlns:a="http://schemas.openxmlformats.org/drawingml/2006/main" noGrp="1"/>
          </p:cNvSpPr>
          <p:nvPr/>
        </p:nvSpPr>
        <p:spPr>
          <a:xfrm xmlns:a="http://schemas.openxmlformats.org/drawingml/2006/main">
            <a:off x="7658100" y="4048125"/>
            <a:ext cx="228600" cy="228600"/>
          </a:xfrm>
          <a:prstGeom xmlns:a="http://schemas.openxmlformats.org/drawingml/2006/main" prst="ellipse">
            <a:avLst/>
          </a:prstGeom>
          <a:solidFill xmlns:a="http://schemas.openxmlformats.org/drawingml/2006/main">
            <a:srgbClr val="F2B84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1" name="">
            <a:extLst xmlns:a="http://schemas.openxmlformats.org/drawingml/2006/main">
              <a:ext uri="{FF2B5EF4-FFF2-40B4-BE49-F238E27FC236}">
                <a16:creationId xmlns:a16="http://schemas.microsoft.com/office/drawing/2014/main" id="{35CC1EDF-C433-4FDD-8B91-D08C1152B478}"/>
              </a:ext>
            </a:extLst>
          </p:cNvPr>
          <p:cNvSpPr>
            <a:spLocks xmlns:a="http://schemas.openxmlformats.org/drawingml/2006/main" noGrp="1"/>
          </p:cNvSpPr>
          <p:nvPr/>
        </p:nvSpPr>
        <p:spPr>
          <a:xfrm xmlns:a="http://schemas.openxmlformats.org/drawingml/2006/main">
            <a:off x="7658100" y="410527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050505"/>
                </a:solidFill>
              </a:defRPr>
            </a:pPr>
            <a:r>
              <a:rPr sz="675" b="1" i="0">
                <a:solidFill>
                  <a:srgbClr val="050505"/>
                </a:solidFill>
              </a:rPr>
              <a:t>1</a:t>
            </a:r>
          </a:p>
        </p:txBody>
      </p:sp>
      <p:sp>
        <p:nvSpPr>
          <p:cNvPr id="62" name="">
            <a:extLst xmlns:a="http://schemas.openxmlformats.org/drawingml/2006/main">
              <a:ext uri="{FF2B5EF4-FFF2-40B4-BE49-F238E27FC236}">
                <a16:creationId xmlns:a16="http://schemas.microsoft.com/office/drawing/2014/main" id="{AFEBE060-E60E-4802-9DB2-35B43DCD6719}"/>
              </a:ext>
            </a:extLst>
          </p:cNvPr>
          <p:cNvSpPr>
            <a:spLocks xmlns:a="http://schemas.openxmlformats.org/drawingml/2006/main" noGrp="1"/>
          </p:cNvSpPr>
          <p:nvPr/>
        </p:nvSpPr>
        <p:spPr>
          <a:xfrm xmlns:a="http://schemas.openxmlformats.org/drawingml/2006/main">
            <a:off x="8001000" y="403860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8F4EC"/>
                </a:solidFill>
              </a:defRPr>
            </a:pPr>
            <a:r>
              <a:rPr sz="1050" b="1" i="0">
                <a:solidFill>
                  <a:srgbClr val="F8F4EC"/>
                </a:solidFill>
              </a:rPr>
              <a:t>Properties and meaning</a:t>
            </a:r>
          </a:p>
        </p:txBody>
      </p:sp>
      <p:sp>
        <p:nvSpPr>
          <p:cNvPr id="63" name="">
            <a:extLst xmlns:a="http://schemas.openxmlformats.org/drawingml/2006/main">
              <a:ext uri="{FF2B5EF4-FFF2-40B4-BE49-F238E27FC236}">
                <a16:creationId xmlns:a16="http://schemas.microsoft.com/office/drawing/2014/main" id="{201A3688-BB3B-45B9-B802-F54E16825FB3}"/>
              </a:ext>
            </a:extLst>
          </p:cNvPr>
          <p:cNvSpPr>
            <a:spLocks xmlns:a="http://schemas.openxmlformats.org/drawingml/2006/main" noGrp="1"/>
          </p:cNvSpPr>
          <p:nvPr/>
        </p:nvSpPr>
        <p:spPr>
          <a:xfrm xmlns:a="http://schemas.openxmlformats.org/drawingml/2006/main">
            <a:off x="7658100" y="4524375"/>
            <a:ext cx="228600" cy="228600"/>
          </a:xfrm>
          <a:prstGeom xmlns:a="http://schemas.openxmlformats.org/drawingml/2006/main" prst="ellipse">
            <a:avLst/>
          </a:prstGeom>
          <a:solidFill xmlns:a="http://schemas.openxmlformats.org/drawingml/2006/main">
            <a:srgbClr val="2A1D0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4" name="">
            <a:extLst xmlns:a="http://schemas.openxmlformats.org/drawingml/2006/main">
              <a:ext uri="{FF2B5EF4-FFF2-40B4-BE49-F238E27FC236}">
                <a16:creationId xmlns:a16="http://schemas.microsoft.com/office/drawing/2014/main" id="{B50065C1-4487-4196-9ED3-969A875EBD39}"/>
              </a:ext>
            </a:extLst>
          </p:cNvPr>
          <p:cNvSpPr>
            <a:spLocks xmlns:a="http://schemas.openxmlformats.org/drawingml/2006/main" noGrp="1"/>
          </p:cNvSpPr>
          <p:nvPr/>
        </p:nvSpPr>
        <p:spPr>
          <a:xfrm xmlns:a="http://schemas.openxmlformats.org/drawingml/2006/main">
            <a:off x="7658100" y="458152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F2B84B"/>
                </a:solidFill>
              </a:defRPr>
            </a:pPr>
            <a:r>
              <a:rPr sz="675" b="1" i="0">
                <a:solidFill>
                  <a:srgbClr val="F2B84B"/>
                </a:solidFill>
              </a:rPr>
              <a:t>2</a:t>
            </a:r>
          </a:p>
        </p:txBody>
      </p:sp>
      <p:sp>
        <p:nvSpPr>
          <p:cNvPr id="65" name="">
            <a:extLst xmlns:a="http://schemas.openxmlformats.org/drawingml/2006/main">
              <a:ext uri="{FF2B5EF4-FFF2-40B4-BE49-F238E27FC236}">
                <a16:creationId xmlns:a16="http://schemas.microsoft.com/office/drawing/2014/main" id="{DD1B16DB-53AF-4217-8F43-9B55FBF2DB81}"/>
              </a:ext>
            </a:extLst>
          </p:cNvPr>
          <p:cNvSpPr>
            <a:spLocks xmlns:a="http://schemas.openxmlformats.org/drawingml/2006/main" noGrp="1"/>
          </p:cNvSpPr>
          <p:nvPr/>
        </p:nvSpPr>
        <p:spPr>
          <a:xfrm xmlns:a="http://schemas.openxmlformats.org/drawingml/2006/main">
            <a:off x="8001000" y="451485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Supporting source evidence</a:t>
            </a:r>
          </a:p>
        </p:txBody>
      </p:sp>
      <p:sp>
        <p:nvSpPr>
          <p:cNvPr id="66" name="">
            <a:extLst xmlns:a="http://schemas.openxmlformats.org/drawingml/2006/main">
              <a:ext uri="{FF2B5EF4-FFF2-40B4-BE49-F238E27FC236}">
                <a16:creationId xmlns:a16="http://schemas.microsoft.com/office/drawing/2014/main" id="{C365602C-B4BA-47AD-A003-1B054B1F102C}"/>
              </a:ext>
            </a:extLst>
          </p:cNvPr>
          <p:cNvSpPr>
            <a:spLocks xmlns:a="http://schemas.openxmlformats.org/drawingml/2006/main" noGrp="1"/>
          </p:cNvSpPr>
          <p:nvPr/>
        </p:nvSpPr>
        <p:spPr>
          <a:xfrm xmlns:a="http://schemas.openxmlformats.org/drawingml/2006/main">
            <a:off x="7658100" y="5000625"/>
            <a:ext cx="228600" cy="228600"/>
          </a:xfrm>
          <a:prstGeom xmlns:a="http://schemas.openxmlformats.org/drawingml/2006/main" prst="ellipse">
            <a:avLst/>
          </a:prstGeom>
          <a:solidFill xmlns:a="http://schemas.openxmlformats.org/drawingml/2006/main">
            <a:srgbClr val="2A1D0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7" name="">
            <a:extLst xmlns:a="http://schemas.openxmlformats.org/drawingml/2006/main">
              <a:ext uri="{FF2B5EF4-FFF2-40B4-BE49-F238E27FC236}">
                <a16:creationId xmlns:a16="http://schemas.microsoft.com/office/drawing/2014/main" id="{68BF0508-A0E9-4624-9B6E-B1140370DCD3}"/>
              </a:ext>
            </a:extLst>
          </p:cNvPr>
          <p:cNvSpPr>
            <a:spLocks xmlns:a="http://schemas.openxmlformats.org/drawingml/2006/main" noGrp="1"/>
          </p:cNvSpPr>
          <p:nvPr/>
        </p:nvSpPr>
        <p:spPr>
          <a:xfrm xmlns:a="http://schemas.openxmlformats.org/drawingml/2006/main">
            <a:off x="7658100" y="505777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F2B84B"/>
                </a:solidFill>
              </a:defRPr>
            </a:pPr>
            <a:r>
              <a:rPr sz="675" b="1" i="0">
                <a:solidFill>
                  <a:srgbClr val="F2B84B"/>
                </a:solidFill>
              </a:rPr>
              <a:t>3</a:t>
            </a:r>
          </a:p>
        </p:txBody>
      </p:sp>
      <p:sp>
        <p:nvSpPr>
          <p:cNvPr id="68" name="">
            <a:extLst xmlns:a="http://schemas.openxmlformats.org/drawingml/2006/main">
              <a:ext uri="{FF2B5EF4-FFF2-40B4-BE49-F238E27FC236}">
                <a16:creationId xmlns:a16="http://schemas.microsoft.com/office/drawing/2014/main" id="{8B1D4227-F0E5-4D7A-9051-1A823593291C}"/>
              </a:ext>
            </a:extLst>
          </p:cNvPr>
          <p:cNvSpPr>
            <a:spLocks xmlns:a="http://schemas.openxmlformats.org/drawingml/2006/main" noGrp="1"/>
          </p:cNvSpPr>
          <p:nvPr/>
        </p:nvSpPr>
        <p:spPr>
          <a:xfrm xmlns:a="http://schemas.openxmlformats.org/drawingml/2006/main">
            <a:off x="8001000" y="499110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Runtime truth + relationships</a:t>
            </a:r>
          </a:p>
        </p:txBody>
      </p:sp>
      <p:sp>
        <p:nvSpPr>
          <p:cNvPr id="69" name="">
            <a:extLst xmlns:a="http://schemas.openxmlformats.org/drawingml/2006/main">
              <a:ext uri="{FF2B5EF4-FFF2-40B4-BE49-F238E27FC236}">
                <a16:creationId xmlns:a16="http://schemas.microsoft.com/office/drawing/2014/main" id="{5AEB2F24-DE2D-41C6-AFB3-C09A2910CCD6}"/>
              </a:ext>
            </a:extLst>
          </p:cNvPr>
          <p:cNvSpPr>
            <a:spLocks xmlns:a="http://schemas.openxmlformats.org/drawingml/2006/main" noGrp="1"/>
          </p:cNvSpPr>
          <p:nvPr/>
        </p:nvSpPr>
        <p:spPr>
          <a:xfrm xmlns:a="http://schemas.openxmlformats.org/drawingml/2006/main">
            <a:off x="7639050" y="5410200"/>
            <a:ext cx="1257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Customer value</a:t>
            </a:r>
          </a:p>
        </p:txBody>
      </p:sp>
      <p:sp>
        <p:nvSpPr>
          <p:cNvPr id="70" name="">
            <a:extLst xmlns:a="http://schemas.openxmlformats.org/drawingml/2006/main">
              <a:ext uri="{FF2B5EF4-FFF2-40B4-BE49-F238E27FC236}">
                <a16:creationId xmlns:a16="http://schemas.microsoft.com/office/drawing/2014/main" id="{41952A7B-A932-4365-B36D-A3E36B635A59}"/>
              </a:ext>
            </a:extLst>
          </p:cNvPr>
          <p:cNvSpPr>
            <a:spLocks xmlns:a="http://schemas.openxmlformats.org/drawingml/2006/main" noGrp="1"/>
          </p:cNvSpPr>
          <p:nvPr/>
        </p:nvSpPr>
        <p:spPr>
          <a:xfrm xmlns:a="http://schemas.openxmlformats.org/drawingml/2006/main">
            <a:off x="8953500" y="5381625"/>
            <a:ext cx="2324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F8F4EC"/>
                </a:solidFill>
              </a:defRPr>
            </a:pPr>
            <a:r>
              <a:rPr sz="900" b="1" i="0">
                <a:solidFill>
                  <a:srgbClr val="F8F4EC"/>
                </a:solidFill>
              </a:rPr>
              <a:t>One shared truth surface</a:t>
            </a:r>
          </a:p>
        </p:txBody>
      </p:sp>
      <p:sp>
        <p:nvSpPr>
          <p:cNvPr id="71" name="">
            <a:extLst xmlns:a="http://schemas.openxmlformats.org/drawingml/2006/main">
              <a:ext uri="{FF2B5EF4-FFF2-40B4-BE49-F238E27FC236}">
                <a16:creationId xmlns:a16="http://schemas.microsoft.com/office/drawing/2014/main" id="{FF362142-1D2F-460D-980E-B412924FBF2A}"/>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3" name="">
            <a:extLst xmlns:a="http://schemas.openxmlformats.org/drawingml/2006/main">
              <a:ext uri="{FF2B5EF4-FFF2-40B4-BE49-F238E27FC236}">
                <a16:creationId xmlns:a16="http://schemas.microsoft.com/office/drawing/2014/main" id="{46D6BBAB-C8DB-4D26-B742-B8851E8BC3C0}"/>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4" name="">
            <a:extLst xmlns:a="http://schemas.openxmlformats.org/drawingml/2006/main">
              <a:ext uri="{FF2B5EF4-FFF2-40B4-BE49-F238E27FC236}">
                <a16:creationId xmlns:a16="http://schemas.microsoft.com/office/drawing/2014/main" id="{1852F913-EB08-47CF-B6FF-5EEBCB94509F}"/>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08</a:t>
            </a:r>
          </a:p>
        </p:txBody>
      </p:sp>
      <p:pic>
        <p:nvPicPr>
          <p:cNvPr id="250" name=""/>
          <p:cNvPicPr>
            <a:picLocks xmlns:a="http://schemas.openxmlformats.org/drawingml/2006/main" noChangeAspect="1"/>
          </p:cNvPicPr>
          <p:nvPr/>
        </p:nvPicPr>
        <p:blipFill>
          <a:blip xmlns:r="http://schemas.openxmlformats.org/officeDocument/2006/relationships" xmlns:a="http://schemas.openxmlformats.org/drawingml/2006/main" r:embed="R9ec9a026f62d459f">
            <a:extLst>
              <a:ext uri="{96DAC541-7B7A-43D3-8B79-37D633B846F1}">
                <asvg:svgBlip xmlns:asvg="http://schemas.microsoft.com/office/drawing/2016/SVG/main" r:embed="Rf6114b2637654d45"/>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251" name=""/>
          <p:cNvPicPr>
            <a:picLocks xmlns:a="http://schemas.openxmlformats.org/drawingml/2006/main" noChangeAspect="1"/>
          </p:cNvPicPr>
          <p:nvPr/>
        </p:nvPicPr>
        <p:blipFill>
          <a:blip xmlns:r="http://schemas.openxmlformats.org/officeDocument/2006/relationships" xmlns:a="http://schemas.openxmlformats.org/drawingml/2006/main" r:embed="R2c2d458f4ba54333">
            <a:extLst>
              <a:ext uri="{96DAC541-7B7A-43D3-8B79-37D633B846F1}">
                <asvg:svgBlip xmlns:asvg="http://schemas.microsoft.com/office/drawing/2016/SVG/main" r:embed="R5587782360b04ec1"/>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188786636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75" name="">
            <a:extLst xmlns:a="http://schemas.openxmlformats.org/drawingml/2006/main">
              <a:ext uri="{FF2B5EF4-FFF2-40B4-BE49-F238E27FC236}">
                <a16:creationId xmlns:a16="http://schemas.microsoft.com/office/drawing/2014/main" id="{C25D7ACC-1195-4422-B2C3-AE79D7B3817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EFDD5C54-C707-4C98-9448-F8ADE6B20AF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gradFill xmlns:a="http://schemas.openxmlformats.org/drawingml/2006/main">
            <a:gsLst>
              <a:gs pos="0">
                <a:srgbClr val="D68A17"/>
              </a:gs>
              <a:gs pos="100000">
                <a:srgbClr val="F2B84B"/>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CA1A2C08-1144-48B0-AAF0-348BB954DA96}"/>
              </a:ext>
            </a:extLst>
          </p:cNvPr>
          <p:cNvSpPr>
            <a:spLocks xmlns:a="http://schemas.openxmlformats.org/drawingml/2006/main" noGrp="1"/>
          </p:cNvSpPr>
          <p:nvPr/>
        </p:nvSpPr>
        <p:spPr>
          <a:xfrm xmlns:a="http://schemas.openxmlformats.org/drawingml/2006/main">
            <a:off x="10763250" y="171450"/>
            <a:ext cx="1200150" cy="1200150"/>
          </a:xfrm>
          <a:prstGeom xmlns:a="http://schemas.openxmlformats.org/drawingml/2006/main" prst="ellipse">
            <a:avLst/>
          </a:prstGeom>
          <a:solidFill xmlns:a="http://schemas.openxmlformats.org/drawingml/2006/main">
            <a:srgbClr val="F2B84B">
              <a:alpha val="8000"/>
            </a:srgbClr>
          </a:solidFill>
          <a:ln xmlns:a="http://schemas.openxmlformats.org/drawingml/2006/main" w="9525">
            <a:solidFill>
              <a:srgbClr val="F2B84B">
                <a:alpha val="12000"/>
              </a:srgbClr>
            </a:solidFill>
            <a:prstDash val="solid"/>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66ACAC0E-9879-4611-AED6-57616953AA5B}"/>
              </a:ext>
            </a:extLst>
          </p:cNvPr>
          <p:cNvSpPr>
            <a:spLocks xmlns:a="http://schemas.openxmlformats.org/drawingml/2006/main" noGrp="1"/>
          </p:cNvSpPr>
          <p:nvPr/>
        </p:nvSpPr>
        <p:spPr>
          <a:xfrm xmlns:a="http://schemas.openxmlformats.org/drawingml/2006/main">
            <a:off x="171450" y="5619750"/>
            <a:ext cx="1028700" cy="1028700"/>
          </a:xfrm>
          <a:prstGeom xmlns:a="http://schemas.openxmlformats.org/drawingml/2006/main" prst="ellipse">
            <a:avLst/>
          </a:prstGeom>
          <a:solidFill xmlns:a="http://schemas.openxmlformats.org/drawingml/2006/main">
            <a:srgbClr val="D68A17">
              <a:alpha val="6000"/>
            </a:srgbClr>
          </a:solidFill>
          <a:ln xmlns:a="http://schemas.openxmlformats.org/drawingml/2006/main" w="9525">
            <a:solidFill>
              <a:srgbClr val="D68A17">
                <a:alpha val="10000"/>
              </a:srgbClr>
            </a:solidFill>
            <a:prstDash val="solid"/>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72C9C5E8-D9B1-488E-B843-F76D99CE6EF9}"/>
              </a:ext>
            </a:extLst>
          </p:cNvPr>
          <p:cNvSpPr>
            <a:spLocks xmlns:a="http://schemas.openxmlformats.org/drawingml/2006/main" noGrp="1"/>
          </p:cNvSpPr>
          <p:nvPr/>
        </p:nvSpPr>
        <p:spPr>
          <a:xfrm xmlns:a="http://schemas.openxmlformats.org/drawingml/2006/main">
            <a:off x="552450" y="323850"/>
            <a:ext cx="657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F2B84B"/>
                </a:solidFill>
              </a:defRPr>
            </a:pPr>
            <a:r>
              <a:rPr sz="975" b="1" i="0">
                <a:solidFill>
                  <a:srgbClr val="F2B84B"/>
                </a:solidFill>
              </a:rPr>
              <a:t>UI MODE · ASK GRAPH</a:t>
            </a:r>
          </a:p>
        </p:txBody>
      </p:sp>
      <p:sp>
        <p:nvSpPr>
          <p:cNvPr id="6" name="">
            <a:extLst xmlns:a="http://schemas.openxmlformats.org/drawingml/2006/main">
              <a:ext uri="{FF2B5EF4-FFF2-40B4-BE49-F238E27FC236}">
                <a16:creationId xmlns:a16="http://schemas.microsoft.com/office/drawing/2014/main" id="{C98F4C6F-4AD7-4504-96F8-5D65EECEE804}"/>
              </a:ext>
            </a:extLst>
          </p:cNvPr>
          <p:cNvSpPr>
            <a:spLocks xmlns:a="http://schemas.openxmlformats.org/drawingml/2006/main" noGrp="1"/>
          </p:cNvSpPr>
          <p:nvPr/>
        </p:nvSpPr>
        <p:spPr>
          <a:xfrm xmlns:a="http://schemas.openxmlformats.org/drawingml/2006/main">
            <a:off x="552450" y="6667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i="0">
                <a:solidFill>
                  <a:srgbClr val="F8F4EC"/>
                </a:solidFill>
              </a:defRPr>
            </a:pPr>
            <a:r>
              <a:rPr sz="2700" b="1" i="0">
                <a:solidFill>
                  <a:srgbClr val="F8F4EC"/>
                </a:solidFill>
              </a:rPr>
              <a:t>Can a newcomer interrogate the estate without guessing?</a:t>
            </a:r>
          </a:p>
        </p:txBody>
      </p:sp>
      <p:sp>
        <p:nvSpPr>
          <p:cNvPr id="7" name="">
            <a:extLst xmlns:a="http://schemas.openxmlformats.org/drawingml/2006/main">
              <a:ext uri="{FF2B5EF4-FFF2-40B4-BE49-F238E27FC236}">
                <a16:creationId xmlns:a16="http://schemas.microsoft.com/office/drawing/2014/main" id="{B08FC91E-4A04-45FA-B933-60F93BC0692F}"/>
              </a:ext>
            </a:extLst>
          </p:cNvPr>
          <p:cNvSpPr>
            <a:spLocks xmlns:a="http://schemas.openxmlformats.org/drawingml/2006/main" noGrp="1"/>
          </p:cNvSpPr>
          <p:nvPr/>
        </p:nvSpPr>
        <p:spPr>
          <a:xfrm xmlns:a="http://schemas.openxmlformats.org/drawingml/2006/main">
            <a:off x="552450" y="1257300"/>
            <a:ext cx="8191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AAFDE1FB-131A-48BD-A35C-C27A356D7B1E}"/>
              </a:ext>
            </a:extLst>
          </p:cNvPr>
          <p:cNvSpPr>
            <a:spLocks xmlns:a="http://schemas.openxmlformats.org/drawingml/2006/main" noGrp="1"/>
          </p:cNvSpPr>
          <p:nvPr/>
        </p:nvSpPr>
        <p:spPr>
          <a:xfrm xmlns:a="http://schemas.openxmlformats.org/drawingml/2006/main">
            <a:off x="1600200" y="1152525"/>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C5BDAF"/>
                </a:solidFill>
              </a:defRPr>
            </a:pPr>
            <a:r>
              <a:rPr sz="1350" b="0" i="0">
                <a:solidFill>
                  <a:srgbClr val="C5BDAF"/>
                </a:solidFill>
              </a:rPr>
              <a:t>Committed product UI contract · graph context remains visible</a:t>
            </a:r>
          </a:p>
        </p:txBody>
      </p:sp>
      <p:sp>
        <p:nvSpPr>
          <p:cNvPr id="9" name="">
            <a:extLst xmlns:a="http://schemas.openxmlformats.org/drawingml/2006/main">
              <a:ext uri="{FF2B5EF4-FFF2-40B4-BE49-F238E27FC236}">
                <a16:creationId xmlns:a16="http://schemas.microsoft.com/office/drawing/2014/main" id="{19A4FFB3-3842-4C3C-B9F1-F9AA2C51F320}"/>
              </a:ext>
            </a:extLst>
          </p:cNvPr>
          <p:cNvSpPr>
            <a:spLocks xmlns:a="http://schemas.openxmlformats.org/drawingml/2006/main" noGrp="1"/>
          </p:cNvSpPr>
          <p:nvPr/>
        </p:nvSpPr>
        <p:spPr>
          <a:xfrm xmlns:a="http://schemas.openxmlformats.org/drawingml/2006/main">
            <a:off x="457200" y="1676400"/>
            <a:ext cx="11277600" cy="4229100"/>
          </a:xfrm>
          <a:prstGeom xmlns:a="http://schemas.openxmlformats.org/drawingml/2006/main" prst="roundRect">
            <a:avLst>
              <a:gd name="adj" fmla="val 2703"/>
            </a:avLst>
          </a:prstGeom>
          <a:solidFill xmlns:a="http://schemas.openxmlformats.org/drawingml/2006/main">
            <a:srgbClr val="101010"/>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A183FDCB-E347-48C2-96C6-EB4A9D50A56E}"/>
              </a:ext>
            </a:extLst>
          </p:cNvPr>
          <p:cNvSpPr>
            <a:spLocks xmlns:a="http://schemas.openxmlformats.org/drawingml/2006/main" noGrp="1"/>
          </p:cNvSpPr>
          <p:nvPr/>
        </p:nvSpPr>
        <p:spPr>
          <a:xfrm xmlns:a="http://schemas.openxmlformats.org/drawingml/2006/main">
            <a:off x="457200" y="1676400"/>
            <a:ext cx="11277600" cy="400050"/>
          </a:xfrm>
          <a:prstGeom xmlns:a="http://schemas.openxmlformats.org/drawingml/2006/main" prst="roundRect">
            <a:avLst>
              <a:gd name="adj" fmla="val 28571"/>
            </a:avLst>
          </a:prstGeom>
          <a:solidFill xmlns:a="http://schemas.openxmlformats.org/drawingml/2006/main">
            <a:srgbClr val="17130D"/>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EF3ADE02-C503-43B6-8A0C-08864829B34C}"/>
              </a:ext>
            </a:extLst>
          </p:cNvPr>
          <p:cNvSpPr>
            <a:spLocks xmlns:a="http://schemas.openxmlformats.org/drawingml/2006/main" noGrp="1"/>
          </p:cNvSpPr>
          <p:nvPr/>
        </p:nvSpPr>
        <p:spPr>
          <a:xfrm xmlns:a="http://schemas.openxmlformats.org/drawingml/2006/main">
            <a:off x="647700" y="1800225"/>
            <a:ext cx="1047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F2B84B"/>
                </a:solidFill>
              </a:defRPr>
            </a:pPr>
            <a:r>
              <a:rPr sz="825" b="1" i="0">
                <a:solidFill>
                  <a:srgbClr val="F2B84B"/>
                </a:solidFill>
              </a:rPr>
              <a:t>LIGHTYEAR</a:t>
            </a:r>
          </a:p>
        </p:txBody>
      </p:sp>
      <p:sp>
        <p:nvSpPr>
          <p:cNvPr id="12" name="">
            <a:extLst xmlns:a="http://schemas.openxmlformats.org/drawingml/2006/main">
              <a:ext uri="{FF2B5EF4-FFF2-40B4-BE49-F238E27FC236}">
                <a16:creationId xmlns:a16="http://schemas.microsoft.com/office/drawing/2014/main" id="{70019518-3365-428D-A147-709C5B6E24A4}"/>
              </a:ext>
            </a:extLst>
          </p:cNvPr>
          <p:cNvSpPr>
            <a:spLocks xmlns:a="http://schemas.openxmlformats.org/drawingml/2006/main" noGrp="1"/>
          </p:cNvSpPr>
          <p:nvPr/>
        </p:nvSpPr>
        <p:spPr>
          <a:xfrm xmlns:a="http://schemas.openxmlformats.org/drawingml/2006/main">
            <a:off x="8458200" y="1800225"/>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C5BDAF"/>
                </a:solidFill>
              </a:defRPr>
            </a:pPr>
            <a:r>
              <a:rPr sz="750" b="0" i="0">
                <a:solidFill>
                  <a:srgbClr val="C5BDAF"/>
                </a:solidFill>
              </a:rPr>
              <a:t>Composite estate · 11,328 nodes · read-only</a:t>
            </a:r>
          </a:p>
        </p:txBody>
      </p:sp>
      <p:sp>
        <p:nvSpPr>
          <p:cNvPr id="13" name="">
            <a:extLst xmlns:a="http://schemas.openxmlformats.org/drawingml/2006/main">
              <a:ext uri="{FF2B5EF4-FFF2-40B4-BE49-F238E27FC236}">
                <a16:creationId xmlns:a16="http://schemas.microsoft.com/office/drawing/2014/main" id="{46A431ED-5F54-402F-9572-94E973676EC9}"/>
              </a:ext>
            </a:extLst>
          </p:cNvPr>
          <p:cNvSpPr>
            <a:spLocks xmlns:a="http://schemas.openxmlformats.org/drawingml/2006/main" noGrp="1"/>
          </p:cNvSpPr>
          <p:nvPr/>
        </p:nvSpPr>
        <p:spPr>
          <a:xfrm xmlns:a="http://schemas.openxmlformats.org/drawingml/2006/main">
            <a:off x="609600" y="2228850"/>
            <a:ext cx="6667500" cy="3467100"/>
          </a:xfrm>
          <a:prstGeom xmlns:a="http://schemas.openxmlformats.org/drawingml/2006/main" prst="roundRect">
            <a:avLst>
              <a:gd name="adj" fmla="val 3297"/>
            </a:avLst>
          </a:prstGeom>
          <a:solidFill xmlns:a="http://schemas.openxmlformats.org/drawingml/2006/main">
            <a:srgbClr val="050505"/>
          </a:solidFill>
          <a:ln xmlns:a="http://schemas.openxmlformats.org/drawingml/2006/main" w="9525">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22BCAB89-FB8E-431A-8F3F-6378BB495D76}"/>
              </a:ext>
            </a:extLst>
          </p:cNvPr>
          <p:cNvSpPr>
            <a:spLocks xmlns:a="http://schemas.openxmlformats.org/drawingml/2006/main" noGrp="1"/>
          </p:cNvSpPr>
          <p:nvPr/>
        </p:nvSpPr>
        <p:spPr>
          <a:xfrm xmlns:a="http://schemas.openxmlformats.org/drawingml/2006/main">
            <a:off x="819150" y="2390775"/>
            <a:ext cx="1809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GRAPH CONTEXT</a:t>
            </a:r>
          </a:p>
        </p:txBody>
      </p:sp>
      <p:sp>
        <p:nvSpPr>
          <p:cNvPr id="15" name="">
            <a:extLst xmlns:a="http://schemas.openxmlformats.org/drawingml/2006/main">
              <a:ext uri="{FF2B5EF4-FFF2-40B4-BE49-F238E27FC236}">
                <a16:creationId xmlns:a16="http://schemas.microsoft.com/office/drawing/2014/main" id="{29FA1730-9D04-41E7-80C1-286F5E718C3F}"/>
              </a:ext>
            </a:extLst>
          </p:cNvPr>
          <p:cNvSpPr>
            <a:spLocks xmlns:a="http://schemas.openxmlformats.org/drawingml/2006/main" noGrp="1"/>
          </p:cNvSpPr>
          <p:nvPr/>
        </p:nvSpPr>
        <p:spPr>
          <a:xfrm xmlns:a="http://schemas.openxmlformats.org/drawingml/2006/main">
            <a:off x="838200" y="3648075"/>
            <a:ext cx="1428750" cy="628650"/>
          </a:xfrm>
          <a:prstGeom xmlns:a="http://schemas.openxmlformats.org/drawingml/2006/main" prst="roundRect">
            <a:avLst>
              <a:gd name="adj" fmla="val 18182"/>
            </a:avLst>
          </a:prstGeom>
          <a:solidFill xmlns:a="http://schemas.openxmlformats.org/drawingml/2006/main">
            <a:srgbClr val="2A1D0B"/>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6" name="">
            <a:extLst xmlns:a="http://schemas.openxmlformats.org/drawingml/2006/main">
              <a:ext uri="{FF2B5EF4-FFF2-40B4-BE49-F238E27FC236}">
                <a16:creationId xmlns:a16="http://schemas.microsoft.com/office/drawing/2014/main" id="{6DD5C85C-4574-4A50-BC43-F4EB534214FF}"/>
              </a:ext>
            </a:extLst>
          </p:cNvPr>
          <p:cNvSpPr>
            <a:spLocks xmlns:a="http://schemas.openxmlformats.org/drawingml/2006/main" noGrp="1"/>
          </p:cNvSpPr>
          <p:nvPr/>
        </p:nvSpPr>
        <p:spPr>
          <a:xfrm xmlns:a="http://schemas.openxmlformats.org/drawingml/2006/main">
            <a:off x="933450" y="3743325"/>
            <a:ext cx="1238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ACCTPL1</a:t>
            </a:r>
          </a:p>
        </p:txBody>
      </p:sp>
      <p:sp>
        <p:nvSpPr>
          <p:cNvPr id="17" name="">
            <a:extLst xmlns:a="http://schemas.openxmlformats.org/drawingml/2006/main">
              <a:ext uri="{FF2B5EF4-FFF2-40B4-BE49-F238E27FC236}">
                <a16:creationId xmlns:a16="http://schemas.microsoft.com/office/drawing/2014/main" id="{7D46C47A-F361-4007-9760-CA9B58E5997B}"/>
              </a:ext>
            </a:extLst>
          </p:cNvPr>
          <p:cNvSpPr>
            <a:spLocks xmlns:a="http://schemas.openxmlformats.org/drawingml/2006/main" noGrp="1"/>
          </p:cNvSpPr>
          <p:nvPr/>
        </p:nvSpPr>
        <p:spPr>
          <a:xfrm xmlns:a="http://schemas.openxmlformats.org/drawingml/2006/main">
            <a:off x="933450" y="400050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PL/I program</a:t>
            </a:r>
          </a:p>
        </p:txBody>
      </p:sp>
      <p:sp>
        <p:nvSpPr>
          <p:cNvPr id="18" name="">
            <a:extLst xmlns:a="http://schemas.openxmlformats.org/drawingml/2006/main">
              <a:ext uri="{FF2B5EF4-FFF2-40B4-BE49-F238E27FC236}">
                <a16:creationId xmlns:a16="http://schemas.microsoft.com/office/drawing/2014/main" id="{8FFA00A4-FF20-4B4B-A1B2-9EB786800D96}"/>
              </a:ext>
            </a:extLst>
          </p:cNvPr>
          <p:cNvSpPr>
            <a:spLocks xmlns:a="http://schemas.openxmlformats.org/drawingml/2006/main" noGrp="1"/>
          </p:cNvSpPr>
          <p:nvPr/>
        </p:nvSpPr>
        <p:spPr>
          <a:xfrm xmlns:a="http://schemas.openxmlformats.org/drawingml/2006/main">
            <a:off x="3219450" y="302895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9" name="">
            <a:extLst xmlns:a="http://schemas.openxmlformats.org/drawingml/2006/main">
              <a:ext uri="{FF2B5EF4-FFF2-40B4-BE49-F238E27FC236}">
                <a16:creationId xmlns:a16="http://schemas.microsoft.com/office/drawing/2014/main" id="{40BFF27A-6254-41BB-987D-4D6BD0E6566A}"/>
              </a:ext>
            </a:extLst>
          </p:cNvPr>
          <p:cNvSpPr>
            <a:spLocks xmlns:a="http://schemas.openxmlformats.org/drawingml/2006/main" noGrp="1"/>
          </p:cNvSpPr>
          <p:nvPr/>
        </p:nvSpPr>
        <p:spPr>
          <a:xfrm xmlns:a="http://schemas.openxmlformats.org/drawingml/2006/main">
            <a:off x="3314700" y="31242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CBACT04C</a:t>
            </a:r>
          </a:p>
        </p:txBody>
      </p:sp>
      <p:sp>
        <p:nvSpPr>
          <p:cNvPr id="20" name="">
            <a:extLst xmlns:a="http://schemas.openxmlformats.org/drawingml/2006/main">
              <a:ext uri="{FF2B5EF4-FFF2-40B4-BE49-F238E27FC236}">
                <a16:creationId xmlns:a16="http://schemas.microsoft.com/office/drawing/2014/main" id="{6833279D-B5D4-4117-893C-29FD1A7B7BCB}"/>
              </a:ext>
            </a:extLst>
          </p:cNvPr>
          <p:cNvSpPr>
            <a:spLocks xmlns:a="http://schemas.openxmlformats.org/drawingml/2006/main" noGrp="1"/>
          </p:cNvSpPr>
          <p:nvPr/>
        </p:nvSpPr>
        <p:spPr>
          <a:xfrm xmlns:a="http://schemas.openxmlformats.org/drawingml/2006/main">
            <a:off x="3314700" y="338137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COBOL program</a:t>
            </a:r>
          </a:p>
        </p:txBody>
      </p:sp>
      <p:sp>
        <p:nvSpPr>
          <p:cNvPr id="21" name="">
            <a:extLst xmlns:a="http://schemas.openxmlformats.org/drawingml/2006/main">
              <a:ext uri="{FF2B5EF4-FFF2-40B4-BE49-F238E27FC236}">
                <a16:creationId xmlns:a16="http://schemas.microsoft.com/office/drawing/2014/main" id="{B41CF9D1-BF58-4C66-A7CB-A16BDECA6C7C}"/>
              </a:ext>
            </a:extLst>
          </p:cNvPr>
          <p:cNvSpPr>
            <a:spLocks xmlns:a="http://schemas.openxmlformats.org/drawingml/2006/main" noGrp="1"/>
          </p:cNvSpPr>
          <p:nvPr/>
        </p:nvSpPr>
        <p:spPr>
          <a:xfrm xmlns:a="http://schemas.openxmlformats.org/drawingml/2006/main">
            <a:off x="3219450" y="426720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83C2E802-9F83-4B05-9C5C-7ACF81C14000}"/>
              </a:ext>
            </a:extLst>
          </p:cNvPr>
          <p:cNvSpPr>
            <a:spLocks xmlns:a="http://schemas.openxmlformats.org/drawingml/2006/main" noGrp="1"/>
          </p:cNvSpPr>
          <p:nvPr/>
        </p:nvSpPr>
        <p:spPr>
          <a:xfrm xmlns:a="http://schemas.openxmlformats.org/drawingml/2006/main">
            <a:off x="3314700" y="436245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SELECT</a:t>
            </a:r>
          </a:p>
        </p:txBody>
      </p:sp>
      <p:sp>
        <p:nvSpPr>
          <p:cNvPr id="23" name="">
            <a:extLst xmlns:a="http://schemas.openxmlformats.org/drawingml/2006/main">
              <a:ext uri="{FF2B5EF4-FFF2-40B4-BE49-F238E27FC236}">
                <a16:creationId xmlns:a16="http://schemas.microsoft.com/office/drawing/2014/main" id="{F71BAE31-DB63-4F12-AC2B-DAB1F2830C8C}"/>
              </a:ext>
            </a:extLst>
          </p:cNvPr>
          <p:cNvSpPr>
            <a:spLocks xmlns:a="http://schemas.openxmlformats.org/drawingml/2006/main" noGrp="1"/>
          </p:cNvSpPr>
          <p:nvPr/>
        </p:nvSpPr>
        <p:spPr>
          <a:xfrm xmlns:a="http://schemas.openxmlformats.org/drawingml/2006/main">
            <a:off x="3314700" y="46196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Db2 SQL statement</a:t>
            </a:r>
          </a:p>
        </p:txBody>
      </p:sp>
      <p:sp>
        <p:nvSpPr>
          <p:cNvPr id="24" name="">
            <a:extLst xmlns:a="http://schemas.openxmlformats.org/drawingml/2006/main">
              <a:ext uri="{FF2B5EF4-FFF2-40B4-BE49-F238E27FC236}">
                <a16:creationId xmlns:a16="http://schemas.microsoft.com/office/drawing/2014/main" id="{B135C816-904E-4B77-A021-1CC4709AB10E}"/>
              </a:ext>
            </a:extLst>
          </p:cNvPr>
          <p:cNvSpPr>
            <a:spLocks xmlns:a="http://schemas.openxmlformats.org/drawingml/2006/main" noGrp="1"/>
          </p:cNvSpPr>
          <p:nvPr/>
        </p:nvSpPr>
        <p:spPr>
          <a:xfrm xmlns:a="http://schemas.openxmlformats.org/drawingml/2006/main">
            <a:off x="5600700" y="302895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5" name="">
            <a:extLst xmlns:a="http://schemas.openxmlformats.org/drawingml/2006/main">
              <a:ext uri="{FF2B5EF4-FFF2-40B4-BE49-F238E27FC236}">
                <a16:creationId xmlns:a16="http://schemas.microsoft.com/office/drawing/2014/main" id="{EE67345A-3896-4759-BC7C-C29230B9DF28}"/>
              </a:ext>
            </a:extLst>
          </p:cNvPr>
          <p:cNvSpPr>
            <a:spLocks xmlns:a="http://schemas.openxmlformats.org/drawingml/2006/main" noGrp="1"/>
          </p:cNvSpPr>
          <p:nvPr/>
        </p:nvSpPr>
        <p:spPr>
          <a:xfrm xmlns:a="http://schemas.openxmlformats.org/drawingml/2006/main">
            <a:off x="5695950" y="31242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Evidence</a:t>
            </a:r>
          </a:p>
        </p:txBody>
      </p:sp>
      <p:sp>
        <p:nvSpPr>
          <p:cNvPr id="26" name="">
            <a:extLst xmlns:a="http://schemas.openxmlformats.org/drawingml/2006/main">
              <a:ext uri="{FF2B5EF4-FFF2-40B4-BE49-F238E27FC236}">
                <a16:creationId xmlns:a16="http://schemas.microsoft.com/office/drawing/2014/main" id="{8E2A6026-04B8-400C-A245-9F6EDDC0FA09}"/>
              </a:ext>
            </a:extLst>
          </p:cNvPr>
          <p:cNvSpPr>
            <a:spLocks xmlns:a="http://schemas.openxmlformats.org/drawingml/2006/main" noGrp="1"/>
          </p:cNvSpPr>
          <p:nvPr/>
        </p:nvSpPr>
        <p:spPr>
          <a:xfrm xmlns:a="http://schemas.openxmlformats.org/drawingml/2006/main">
            <a:off x="5695950" y="338137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source capsules + hash</a:t>
            </a:r>
          </a:p>
        </p:txBody>
      </p:sp>
      <p:sp>
        <p:nvSpPr>
          <p:cNvPr id="27" name="">
            <a:extLst xmlns:a="http://schemas.openxmlformats.org/drawingml/2006/main">
              <a:ext uri="{FF2B5EF4-FFF2-40B4-BE49-F238E27FC236}">
                <a16:creationId xmlns:a16="http://schemas.microsoft.com/office/drawing/2014/main" id="{8FB2429E-6782-4221-93E8-3EBBD6290F00}"/>
              </a:ext>
            </a:extLst>
          </p:cNvPr>
          <p:cNvSpPr>
            <a:spLocks xmlns:a="http://schemas.openxmlformats.org/drawingml/2006/main" noGrp="1"/>
          </p:cNvSpPr>
          <p:nvPr/>
        </p:nvSpPr>
        <p:spPr>
          <a:xfrm xmlns:a="http://schemas.openxmlformats.org/drawingml/2006/main">
            <a:off x="5600700" y="426720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8" name="">
            <a:extLst xmlns:a="http://schemas.openxmlformats.org/drawingml/2006/main">
              <a:ext uri="{FF2B5EF4-FFF2-40B4-BE49-F238E27FC236}">
                <a16:creationId xmlns:a16="http://schemas.microsoft.com/office/drawing/2014/main" id="{B9C1E4E1-6098-4DF2-9EE6-122FEEFE5FAB}"/>
              </a:ext>
            </a:extLst>
          </p:cNvPr>
          <p:cNvSpPr>
            <a:spLocks xmlns:a="http://schemas.openxmlformats.org/drawingml/2006/main" noGrp="1"/>
          </p:cNvSpPr>
          <p:nvPr/>
        </p:nvSpPr>
        <p:spPr>
          <a:xfrm xmlns:a="http://schemas.openxmlformats.org/drawingml/2006/main">
            <a:off x="5695950" y="436245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AUTHFRDS</a:t>
            </a:r>
          </a:p>
        </p:txBody>
      </p:sp>
      <p:sp>
        <p:nvSpPr>
          <p:cNvPr id="29" name="">
            <a:extLst xmlns:a="http://schemas.openxmlformats.org/drawingml/2006/main">
              <a:ext uri="{FF2B5EF4-FFF2-40B4-BE49-F238E27FC236}">
                <a16:creationId xmlns:a16="http://schemas.microsoft.com/office/drawing/2014/main" id="{D56B970E-43DA-451F-A453-AED0DF6715AB}"/>
              </a:ext>
            </a:extLst>
          </p:cNvPr>
          <p:cNvSpPr>
            <a:spLocks xmlns:a="http://schemas.openxmlformats.org/drawingml/2006/main" noGrp="1"/>
          </p:cNvSpPr>
          <p:nvPr/>
        </p:nvSpPr>
        <p:spPr>
          <a:xfrm xmlns:a="http://schemas.openxmlformats.org/drawingml/2006/main">
            <a:off x="5695950" y="46196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Db2 table</a:t>
            </a:r>
          </a:p>
        </p:txBody>
      </p:sp>
      <p:cxnSp>
        <p:nvCxnSpPr>
          <p:cNvPr id="206" name=""/>
          <p:cNvCxnSpPr>
            <a:stCxn xmlns:a="http://schemas.openxmlformats.org/drawingml/2006/main" id="15" idx="3"/>
            <a:endCxn xmlns:a="http://schemas.openxmlformats.org/drawingml/2006/main" id="18" idx="1"/>
          </p:cNvCxnSpPr>
          <p:nvPr/>
        </p:nvCxnSpPr>
        <p:spPr>
          <a:xfrm xmlns:a="http://schemas.openxmlformats.org/drawingml/2006/main" flipV="1">
            <a:off x="2266950" y="3343275"/>
            <a:ext cx="952500" cy="619125"/>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7" name=""/>
          <p:cNvCxnSpPr>
            <a:stCxn xmlns:a="http://schemas.openxmlformats.org/drawingml/2006/main" id="15" idx="3"/>
            <a:endCxn xmlns:a="http://schemas.openxmlformats.org/drawingml/2006/main" id="21" idx="1"/>
          </p:cNvCxnSpPr>
          <p:nvPr/>
        </p:nvCxnSpPr>
        <p:spPr>
          <a:xfrm xmlns:a="http://schemas.openxmlformats.org/drawingml/2006/main">
            <a:off x="2266950" y="3962400"/>
            <a:ext cx="952500" cy="619125"/>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8" name=""/>
          <p:cNvCxnSpPr>
            <a:stCxn xmlns:a="http://schemas.openxmlformats.org/drawingml/2006/main" id="18" idx="3"/>
            <a:endCxn xmlns:a="http://schemas.openxmlformats.org/drawingml/2006/main" id="24" idx="1"/>
          </p:cNvCxnSpPr>
          <p:nvPr/>
        </p:nvCxnSpPr>
        <p:spPr>
          <a:xfrm xmlns:a="http://schemas.openxmlformats.org/drawingml/2006/main">
            <a:off x="4743450" y="3343275"/>
            <a:ext cx="857250" cy="0"/>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9" name=""/>
          <p:cNvCxnSpPr>
            <a:stCxn xmlns:a="http://schemas.openxmlformats.org/drawingml/2006/main" id="21" idx="3"/>
            <a:endCxn xmlns:a="http://schemas.openxmlformats.org/drawingml/2006/main" id="27" idx="1"/>
          </p:cNvCxnSpPr>
          <p:nvPr/>
        </p:nvCxnSpPr>
        <p:spPr>
          <a:xfrm xmlns:a="http://schemas.openxmlformats.org/drawingml/2006/main">
            <a:off x="4743450" y="4581525"/>
            <a:ext cx="857250" cy="0"/>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sp>
        <p:nvSpPr>
          <p:cNvPr id="34" name="">
            <a:extLst xmlns:a="http://schemas.openxmlformats.org/drawingml/2006/main">
              <a:ext uri="{FF2B5EF4-FFF2-40B4-BE49-F238E27FC236}">
                <a16:creationId xmlns:a16="http://schemas.microsoft.com/office/drawing/2014/main" id="{335BA505-C97D-416F-B88F-38CEFEF8CE38}"/>
              </a:ext>
            </a:extLst>
          </p:cNvPr>
          <p:cNvSpPr>
            <a:spLocks xmlns:a="http://schemas.openxmlformats.org/drawingml/2006/main" noGrp="1"/>
          </p:cNvSpPr>
          <p:nvPr/>
        </p:nvSpPr>
        <p:spPr>
          <a:xfrm xmlns:a="http://schemas.openxmlformats.org/drawingml/2006/main">
            <a:off x="2400300" y="3286125"/>
            <a:ext cx="723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CALLS</a:t>
            </a:r>
          </a:p>
        </p:txBody>
      </p:sp>
      <p:sp>
        <p:nvSpPr>
          <p:cNvPr id="35" name="">
            <a:extLst xmlns:a="http://schemas.openxmlformats.org/drawingml/2006/main">
              <a:ext uri="{FF2B5EF4-FFF2-40B4-BE49-F238E27FC236}">
                <a16:creationId xmlns:a16="http://schemas.microsoft.com/office/drawing/2014/main" id="{B1811820-20E4-44CF-97F4-EA51A27F3D30}"/>
              </a:ext>
            </a:extLst>
          </p:cNvPr>
          <p:cNvSpPr>
            <a:spLocks xmlns:a="http://schemas.openxmlformats.org/drawingml/2006/main" noGrp="1"/>
          </p:cNvSpPr>
          <p:nvPr/>
        </p:nvSpPr>
        <p:spPr>
          <a:xfrm xmlns:a="http://schemas.openxmlformats.org/drawingml/2006/main">
            <a:off x="2305050" y="445770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ISSUES_SQL</a:t>
            </a:r>
          </a:p>
        </p:txBody>
      </p:sp>
      <p:sp>
        <p:nvSpPr>
          <p:cNvPr id="36" name="">
            <a:extLst xmlns:a="http://schemas.openxmlformats.org/drawingml/2006/main">
              <a:ext uri="{FF2B5EF4-FFF2-40B4-BE49-F238E27FC236}">
                <a16:creationId xmlns:a16="http://schemas.microsoft.com/office/drawing/2014/main" id="{1EE00551-2DB8-47AD-B393-1A88EF470291}"/>
              </a:ext>
            </a:extLst>
          </p:cNvPr>
          <p:cNvSpPr>
            <a:spLocks xmlns:a="http://schemas.openxmlformats.org/drawingml/2006/main" noGrp="1"/>
          </p:cNvSpPr>
          <p:nvPr/>
        </p:nvSpPr>
        <p:spPr>
          <a:xfrm xmlns:a="http://schemas.openxmlformats.org/drawingml/2006/main">
            <a:off x="4838700" y="445770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READS</a:t>
            </a:r>
          </a:p>
        </p:txBody>
      </p:sp>
      <p:sp>
        <p:nvSpPr>
          <p:cNvPr id="37" name="">
            <a:extLst xmlns:a="http://schemas.openxmlformats.org/drawingml/2006/main">
              <a:ext uri="{FF2B5EF4-FFF2-40B4-BE49-F238E27FC236}">
                <a16:creationId xmlns:a16="http://schemas.microsoft.com/office/drawing/2014/main" id="{942EA92A-85AC-4FD9-B0E4-7D6A821B8383}"/>
              </a:ext>
            </a:extLst>
          </p:cNvPr>
          <p:cNvSpPr>
            <a:spLocks xmlns:a="http://schemas.openxmlformats.org/drawingml/2006/main" noGrp="1"/>
          </p:cNvSpPr>
          <p:nvPr/>
        </p:nvSpPr>
        <p:spPr>
          <a:xfrm xmlns:a="http://schemas.openxmlformats.org/drawingml/2006/main">
            <a:off x="7429500" y="2228850"/>
            <a:ext cx="4152900" cy="3467100"/>
          </a:xfrm>
          <a:prstGeom xmlns:a="http://schemas.openxmlformats.org/drawingml/2006/main" prst="roundRect">
            <a:avLst>
              <a:gd name="adj" fmla="val 3297"/>
            </a:avLst>
          </a:prstGeom>
          <a:solidFill xmlns:a="http://schemas.openxmlformats.org/drawingml/2006/main">
            <a:srgbClr val="17130D"/>
          </a:solidFill>
          <a:ln xmlns:a="http://schemas.openxmlformats.org/drawingml/2006/main" w="9525">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8" name="">
            <a:extLst xmlns:a="http://schemas.openxmlformats.org/drawingml/2006/main">
              <a:ext uri="{FF2B5EF4-FFF2-40B4-BE49-F238E27FC236}">
                <a16:creationId xmlns:a16="http://schemas.microsoft.com/office/drawing/2014/main" id="{F7110E27-9F38-418C-92B4-35DF15B1DF57}"/>
              </a:ext>
            </a:extLst>
          </p:cNvPr>
          <p:cNvSpPr>
            <a:spLocks xmlns:a="http://schemas.openxmlformats.org/drawingml/2006/main" noGrp="1"/>
          </p:cNvSpPr>
          <p:nvPr/>
        </p:nvSpPr>
        <p:spPr>
          <a:xfrm xmlns:a="http://schemas.openxmlformats.org/drawingml/2006/main">
            <a:off x="7581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9" name="">
            <a:extLst xmlns:a="http://schemas.openxmlformats.org/drawingml/2006/main">
              <a:ext uri="{FF2B5EF4-FFF2-40B4-BE49-F238E27FC236}">
                <a16:creationId xmlns:a16="http://schemas.microsoft.com/office/drawing/2014/main" id="{B462DDA3-16BD-4A0E-9D94-B1F73F6CA0C0}"/>
              </a:ext>
            </a:extLst>
          </p:cNvPr>
          <p:cNvSpPr>
            <a:spLocks xmlns:a="http://schemas.openxmlformats.org/drawingml/2006/main" noGrp="1"/>
          </p:cNvSpPr>
          <p:nvPr/>
        </p:nvSpPr>
        <p:spPr>
          <a:xfrm xmlns:a="http://schemas.openxmlformats.org/drawingml/2006/main">
            <a:off x="7620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Inspector</a:t>
            </a:r>
          </a:p>
        </p:txBody>
      </p:sp>
      <p:sp>
        <p:nvSpPr>
          <p:cNvPr id="40" name="">
            <a:extLst xmlns:a="http://schemas.openxmlformats.org/drawingml/2006/main">
              <a:ext uri="{FF2B5EF4-FFF2-40B4-BE49-F238E27FC236}">
                <a16:creationId xmlns:a16="http://schemas.microsoft.com/office/drawing/2014/main" id="{CC2B67D2-61A4-49CB-BF95-787E4474F88C}"/>
              </a:ext>
            </a:extLst>
          </p:cNvPr>
          <p:cNvSpPr>
            <a:spLocks xmlns:a="http://schemas.openxmlformats.org/drawingml/2006/main" noGrp="1"/>
          </p:cNvSpPr>
          <p:nvPr/>
        </p:nvSpPr>
        <p:spPr>
          <a:xfrm xmlns:a="http://schemas.openxmlformats.org/drawingml/2006/main">
            <a:off x="8343900" y="2362200"/>
            <a:ext cx="704850" cy="228600"/>
          </a:xfrm>
          <a:prstGeom xmlns:a="http://schemas.openxmlformats.org/drawingml/2006/main" prst="roundRect">
            <a:avLst>
              <a:gd name="adj" fmla="val 50000"/>
            </a:avLst>
          </a:prstGeom>
          <a:solidFill xmlns:a="http://schemas.openxmlformats.org/drawingml/2006/main">
            <a:srgbClr val="F2B84B"/>
          </a:solidFill>
          <a:ln xmlns:a="http://schemas.openxmlformats.org/drawingml/2006/main" w="762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41" name="">
            <a:extLst xmlns:a="http://schemas.openxmlformats.org/drawingml/2006/main">
              <a:ext uri="{FF2B5EF4-FFF2-40B4-BE49-F238E27FC236}">
                <a16:creationId xmlns:a16="http://schemas.microsoft.com/office/drawing/2014/main" id="{411A760E-05BB-42FE-8545-9D424E5FFBFD}"/>
              </a:ext>
            </a:extLst>
          </p:cNvPr>
          <p:cNvSpPr>
            <a:spLocks xmlns:a="http://schemas.openxmlformats.org/drawingml/2006/main" noGrp="1"/>
          </p:cNvSpPr>
          <p:nvPr/>
        </p:nvSpPr>
        <p:spPr>
          <a:xfrm xmlns:a="http://schemas.openxmlformats.org/drawingml/2006/main">
            <a:off x="8382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1" i="0">
                <a:solidFill>
                  <a:srgbClr val="050505"/>
                </a:solidFill>
              </a:defRPr>
            </a:pPr>
            <a:r>
              <a:rPr sz="600" b="1" i="0">
                <a:solidFill>
                  <a:srgbClr val="050505"/>
                </a:solidFill>
              </a:rPr>
              <a:t>Ask graph</a:t>
            </a:r>
          </a:p>
        </p:txBody>
      </p:sp>
      <p:sp>
        <p:nvSpPr>
          <p:cNvPr id="42" name="">
            <a:extLst xmlns:a="http://schemas.openxmlformats.org/drawingml/2006/main">
              <a:ext uri="{FF2B5EF4-FFF2-40B4-BE49-F238E27FC236}">
                <a16:creationId xmlns:a16="http://schemas.microsoft.com/office/drawing/2014/main" id="{5DD0F70B-E2D9-4312-8380-2B31107343D0}"/>
              </a:ext>
            </a:extLst>
          </p:cNvPr>
          <p:cNvSpPr>
            <a:spLocks xmlns:a="http://schemas.openxmlformats.org/drawingml/2006/main" noGrp="1"/>
          </p:cNvSpPr>
          <p:nvPr/>
        </p:nvSpPr>
        <p:spPr>
          <a:xfrm xmlns:a="http://schemas.openxmlformats.org/drawingml/2006/main">
            <a:off x="9105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3" name="">
            <a:extLst xmlns:a="http://schemas.openxmlformats.org/drawingml/2006/main">
              <a:ext uri="{FF2B5EF4-FFF2-40B4-BE49-F238E27FC236}">
                <a16:creationId xmlns:a16="http://schemas.microsoft.com/office/drawing/2014/main" id="{A20A3B4B-686A-4699-B425-1025D8E3B77C}"/>
              </a:ext>
            </a:extLst>
          </p:cNvPr>
          <p:cNvSpPr>
            <a:spLocks xmlns:a="http://schemas.openxmlformats.org/drawingml/2006/main" noGrp="1"/>
          </p:cNvSpPr>
          <p:nvPr/>
        </p:nvSpPr>
        <p:spPr>
          <a:xfrm xmlns:a="http://schemas.openxmlformats.org/drawingml/2006/main">
            <a:off x="9144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Factory</a:t>
            </a:r>
          </a:p>
        </p:txBody>
      </p:sp>
      <p:sp>
        <p:nvSpPr>
          <p:cNvPr id="44" name="">
            <a:extLst xmlns:a="http://schemas.openxmlformats.org/drawingml/2006/main">
              <a:ext uri="{FF2B5EF4-FFF2-40B4-BE49-F238E27FC236}">
                <a16:creationId xmlns:a16="http://schemas.microsoft.com/office/drawing/2014/main" id="{B913BCDA-3FD9-4CB1-B7CE-E4DF95E9528F}"/>
              </a:ext>
            </a:extLst>
          </p:cNvPr>
          <p:cNvSpPr>
            <a:spLocks xmlns:a="http://schemas.openxmlformats.org/drawingml/2006/main" noGrp="1"/>
          </p:cNvSpPr>
          <p:nvPr/>
        </p:nvSpPr>
        <p:spPr>
          <a:xfrm xmlns:a="http://schemas.openxmlformats.org/drawingml/2006/main">
            <a:off x="9867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5" name="">
            <a:extLst xmlns:a="http://schemas.openxmlformats.org/drawingml/2006/main">
              <a:ext uri="{FF2B5EF4-FFF2-40B4-BE49-F238E27FC236}">
                <a16:creationId xmlns:a16="http://schemas.microsoft.com/office/drawing/2014/main" id="{F72868FD-35D9-412F-A127-92896EE0CADA}"/>
              </a:ext>
            </a:extLst>
          </p:cNvPr>
          <p:cNvSpPr>
            <a:spLocks xmlns:a="http://schemas.openxmlformats.org/drawingml/2006/main" noGrp="1"/>
          </p:cNvSpPr>
          <p:nvPr/>
        </p:nvSpPr>
        <p:spPr>
          <a:xfrm xmlns:a="http://schemas.openxmlformats.org/drawingml/2006/main">
            <a:off x="9906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Portfolio</a:t>
            </a:r>
          </a:p>
        </p:txBody>
      </p:sp>
      <p:sp>
        <p:nvSpPr>
          <p:cNvPr id="46" name="">
            <a:extLst xmlns:a="http://schemas.openxmlformats.org/drawingml/2006/main">
              <a:ext uri="{FF2B5EF4-FFF2-40B4-BE49-F238E27FC236}">
                <a16:creationId xmlns:a16="http://schemas.microsoft.com/office/drawing/2014/main" id="{C9BEE581-0257-4E30-B378-70E90F52769B}"/>
              </a:ext>
            </a:extLst>
          </p:cNvPr>
          <p:cNvSpPr>
            <a:spLocks xmlns:a="http://schemas.openxmlformats.org/drawingml/2006/main" noGrp="1"/>
          </p:cNvSpPr>
          <p:nvPr/>
        </p:nvSpPr>
        <p:spPr>
          <a:xfrm xmlns:a="http://schemas.openxmlformats.org/drawingml/2006/main">
            <a:off x="10629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7" name="">
            <a:extLst xmlns:a="http://schemas.openxmlformats.org/drawingml/2006/main">
              <a:ext uri="{FF2B5EF4-FFF2-40B4-BE49-F238E27FC236}">
                <a16:creationId xmlns:a16="http://schemas.microsoft.com/office/drawing/2014/main" id="{F5EECD7E-0EE0-4049-B54E-21CB0D4FFE93}"/>
              </a:ext>
            </a:extLst>
          </p:cNvPr>
          <p:cNvSpPr>
            <a:spLocks xmlns:a="http://schemas.openxmlformats.org/drawingml/2006/main" noGrp="1"/>
          </p:cNvSpPr>
          <p:nvPr/>
        </p:nvSpPr>
        <p:spPr>
          <a:xfrm xmlns:a="http://schemas.openxmlformats.org/drawingml/2006/main">
            <a:off x="10668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Recovery</a:t>
            </a:r>
          </a:p>
        </p:txBody>
      </p:sp>
      <p:sp>
        <p:nvSpPr>
          <p:cNvPr id="48" name="">
            <a:extLst xmlns:a="http://schemas.openxmlformats.org/drawingml/2006/main">
              <a:ext uri="{FF2B5EF4-FFF2-40B4-BE49-F238E27FC236}">
                <a16:creationId xmlns:a16="http://schemas.microsoft.com/office/drawing/2014/main" id="{73D364BF-D94F-4DA0-8134-F65DD7F4D237}"/>
              </a:ext>
            </a:extLst>
          </p:cNvPr>
          <p:cNvSpPr>
            <a:spLocks xmlns:a="http://schemas.openxmlformats.org/drawingml/2006/main" noGrp="1"/>
          </p:cNvSpPr>
          <p:nvPr/>
        </p:nvSpPr>
        <p:spPr>
          <a:xfrm xmlns:a="http://schemas.openxmlformats.org/drawingml/2006/main">
            <a:off x="7581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9" name="">
            <a:extLst xmlns:a="http://schemas.openxmlformats.org/drawingml/2006/main">
              <a:ext uri="{FF2B5EF4-FFF2-40B4-BE49-F238E27FC236}">
                <a16:creationId xmlns:a16="http://schemas.microsoft.com/office/drawing/2014/main" id="{F3AAEEC2-BAA6-447B-8568-9AE84A877E48}"/>
              </a:ext>
            </a:extLst>
          </p:cNvPr>
          <p:cNvSpPr>
            <a:spLocks xmlns:a="http://schemas.openxmlformats.org/drawingml/2006/main" noGrp="1"/>
          </p:cNvSpPr>
          <p:nvPr/>
        </p:nvSpPr>
        <p:spPr>
          <a:xfrm xmlns:a="http://schemas.openxmlformats.org/drawingml/2006/main">
            <a:off x="7620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Quality</a:t>
            </a:r>
          </a:p>
        </p:txBody>
      </p:sp>
      <p:sp>
        <p:nvSpPr>
          <p:cNvPr id="50" name="">
            <a:extLst xmlns:a="http://schemas.openxmlformats.org/drawingml/2006/main">
              <a:ext uri="{FF2B5EF4-FFF2-40B4-BE49-F238E27FC236}">
                <a16:creationId xmlns:a16="http://schemas.microsoft.com/office/drawing/2014/main" id="{1615E3D9-3E43-49AD-8738-7DE930F8820D}"/>
              </a:ext>
            </a:extLst>
          </p:cNvPr>
          <p:cNvSpPr>
            <a:spLocks xmlns:a="http://schemas.openxmlformats.org/drawingml/2006/main" noGrp="1"/>
          </p:cNvSpPr>
          <p:nvPr/>
        </p:nvSpPr>
        <p:spPr>
          <a:xfrm xmlns:a="http://schemas.openxmlformats.org/drawingml/2006/main">
            <a:off x="8343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1" name="">
            <a:extLst xmlns:a="http://schemas.openxmlformats.org/drawingml/2006/main">
              <a:ext uri="{FF2B5EF4-FFF2-40B4-BE49-F238E27FC236}">
                <a16:creationId xmlns:a16="http://schemas.microsoft.com/office/drawing/2014/main" id="{008CB48C-C356-4A94-B88D-0FD22F9D6140}"/>
              </a:ext>
            </a:extLst>
          </p:cNvPr>
          <p:cNvSpPr>
            <a:spLocks xmlns:a="http://schemas.openxmlformats.org/drawingml/2006/main" noGrp="1"/>
          </p:cNvSpPr>
          <p:nvPr/>
        </p:nvSpPr>
        <p:spPr>
          <a:xfrm xmlns:a="http://schemas.openxmlformats.org/drawingml/2006/main">
            <a:off x="8382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Memory</a:t>
            </a:r>
          </a:p>
        </p:txBody>
      </p:sp>
      <p:sp>
        <p:nvSpPr>
          <p:cNvPr id="52" name="">
            <a:extLst xmlns:a="http://schemas.openxmlformats.org/drawingml/2006/main">
              <a:ext uri="{FF2B5EF4-FFF2-40B4-BE49-F238E27FC236}">
                <a16:creationId xmlns:a16="http://schemas.microsoft.com/office/drawing/2014/main" id="{D68E67E1-42AC-4080-A251-C250C96AE27F}"/>
              </a:ext>
            </a:extLst>
          </p:cNvPr>
          <p:cNvSpPr>
            <a:spLocks xmlns:a="http://schemas.openxmlformats.org/drawingml/2006/main" noGrp="1"/>
          </p:cNvSpPr>
          <p:nvPr/>
        </p:nvSpPr>
        <p:spPr>
          <a:xfrm xmlns:a="http://schemas.openxmlformats.org/drawingml/2006/main">
            <a:off x="9105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3" name="">
            <a:extLst xmlns:a="http://schemas.openxmlformats.org/drawingml/2006/main">
              <a:ext uri="{FF2B5EF4-FFF2-40B4-BE49-F238E27FC236}">
                <a16:creationId xmlns:a16="http://schemas.microsoft.com/office/drawing/2014/main" id="{9566F859-BB3C-4167-8637-A7A0E64E25FA}"/>
              </a:ext>
            </a:extLst>
          </p:cNvPr>
          <p:cNvSpPr>
            <a:spLocks xmlns:a="http://schemas.openxmlformats.org/drawingml/2006/main" noGrp="1"/>
          </p:cNvSpPr>
          <p:nvPr/>
        </p:nvSpPr>
        <p:spPr>
          <a:xfrm xmlns:a="http://schemas.openxmlformats.org/drawingml/2006/main">
            <a:off x="9144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Data</a:t>
            </a:r>
          </a:p>
        </p:txBody>
      </p:sp>
      <p:sp>
        <p:nvSpPr>
          <p:cNvPr id="54" name="">
            <a:extLst xmlns:a="http://schemas.openxmlformats.org/drawingml/2006/main">
              <a:ext uri="{FF2B5EF4-FFF2-40B4-BE49-F238E27FC236}">
                <a16:creationId xmlns:a16="http://schemas.microsoft.com/office/drawing/2014/main" id="{2989B1C9-4954-4E4F-ACD6-43B6DEFB472F}"/>
              </a:ext>
            </a:extLst>
          </p:cNvPr>
          <p:cNvSpPr>
            <a:spLocks xmlns:a="http://schemas.openxmlformats.org/drawingml/2006/main" noGrp="1"/>
          </p:cNvSpPr>
          <p:nvPr/>
        </p:nvSpPr>
        <p:spPr>
          <a:xfrm xmlns:a="http://schemas.openxmlformats.org/drawingml/2006/main">
            <a:off x="9867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5" name="">
            <a:extLst xmlns:a="http://schemas.openxmlformats.org/drawingml/2006/main">
              <a:ext uri="{FF2B5EF4-FFF2-40B4-BE49-F238E27FC236}">
                <a16:creationId xmlns:a16="http://schemas.microsoft.com/office/drawing/2014/main" id="{BA7F78EF-8FCE-4ABD-ACD1-A8ADEBBD6A80}"/>
              </a:ext>
            </a:extLst>
          </p:cNvPr>
          <p:cNvSpPr>
            <a:spLocks xmlns:a="http://schemas.openxmlformats.org/drawingml/2006/main" noGrp="1"/>
          </p:cNvSpPr>
          <p:nvPr/>
        </p:nvSpPr>
        <p:spPr>
          <a:xfrm xmlns:a="http://schemas.openxmlformats.org/drawingml/2006/main">
            <a:off x="9906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Runtime</a:t>
            </a:r>
          </a:p>
        </p:txBody>
      </p:sp>
      <p:sp>
        <p:nvSpPr>
          <p:cNvPr id="56" name="">
            <a:extLst xmlns:a="http://schemas.openxmlformats.org/drawingml/2006/main">
              <a:ext uri="{FF2B5EF4-FFF2-40B4-BE49-F238E27FC236}">
                <a16:creationId xmlns:a16="http://schemas.microsoft.com/office/drawing/2014/main" id="{7D88286A-C558-499B-B0AC-4F5E3345D1B2}"/>
              </a:ext>
            </a:extLst>
          </p:cNvPr>
          <p:cNvSpPr>
            <a:spLocks xmlns:a="http://schemas.openxmlformats.org/drawingml/2006/main" noGrp="1"/>
          </p:cNvSpPr>
          <p:nvPr/>
        </p:nvSpPr>
        <p:spPr>
          <a:xfrm xmlns:a="http://schemas.openxmlformats.org/drawingml/2006/main">
            <a:off x="10629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7" name="">
            <a:extLst xmlns:a="http://schemas.openxmlformats.org/drawingml/2006/main">
              <a:ext uri="{FF2B5EF4-FFF2-40B4-BE49-F238E27FC236}">
                <a16:creationId xmlns:a16="http://schemas.microsoft.com/office/drawing/2014/main" id="{40BDF231-C80C-46D7-93AA-0A988B3707D7}"/>
              </a:ext>
            </a:extLst>
          </p:cNvPr>
          <p:cNvSpPr>
            <a:spLocks xmlns:a="http://schemas.openxmlformats.org/drawingml/2006/main" noGrp="1"/>
          </p:cNvSpPr>
          <p:nvPr/>
        </p:nvSpPr>
        <p:spPr>
          <a:xfrm xmlns:a="http://schemas.openxmlformats.org/drawingml/2006/main">
            <a:off x="10668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Audit</a:t>
            </a:r>
          </a:p>
        </p:txBody>
      </p:sp>
      <p:sp>
        <p:nvSpPr>
          <p:cNvPr id="58" name="">
            <a:extLst xmlns:a="http://schemas.openxmlformats.org/drawingml/2006/main">
              <a:ext uri="{FF2B5EF4-FFF2-40B4-BE49-F238E27FC236}">
                <a16:creationId xmlns:a16="http://schemas.microsoft.com/office/drawing/2014/main" id="{833B80B4-5F14-4657-9564-C3CC8313CDF5}"/>
              </a:ext>
            </a:extLst>
          </p:cNvPr>
          <p:cNvSpPr>
            <a:spLocks xmlns:a="http://schemas.openxmlformats.org/drawingml/2006/main" noGrp="1"/>
          </p:cNvSpPr>
          <p:nvPr/>
        </p:nvSpPr>
        <p:spPr>
          <a:xfrm xmlns:a="http://schemas.openxmlformats.org/drawingml/2006/main">
            <a:off x="7639050" y="3105150"/>
            <a:ext cx="3619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GROUNDED GRAPH CHAT</a:t>
            </a:r>
          </a:p>
        </p:txBody>
      </p:sp>
      <p:sp>
        <p:nvSpPr>
          <p:cNvPr id="59" name="">
            <a:extLst xmlns:a="http://schemas.openxmlformats.org/drawingml/2006/main">
              <a:ext uri="{FF2B5EF4-FFF2-40B4-BE49-F238E27FC236}">
                <a16:creationId xmlns:a16="http://schemas.microsoft.com/office/drawing/2014/main" id="{B0840853-5C06-4996-B4E3-E77ECE6D88E3}"/>
              </a:ext>
            </a:extLst>
          </p:cNvPr>
          <p:cNvSpPr>
            <a:spLocks xmlns:a="http://schemas.openxmlformats.org/drawingml/2006/main" noGrp="1"/>
          </p:cNvSpPr>
          <p:nvPr/>
        </p:nvSpPr>
        <p:spPr>
          <a:xfrm xmlns:a="http://schemas.openxmlformats.org/drawingml/2006/main">
            <a:off x="7639050" y="3352800"/>
            <a:ext cx="361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F8F4EC"/>
                </a:solidFill>
              </a:defRPr>
            </a:pPr>
            <a:r>
              <a:rPr sz="1650" b="1" i="0">
                <a:solidFill>
                  <a:srgbClr val="F8F4EC"/>
                </a:solidFill>
              </a:rPr>
              <a:t>Ask who, what, where, when, why or how</a:t>
            </a:r>
          </a:p>
        </p:txBody>
      </p:sp>
      <p:sp>
        <p:nvSpPr>
          <p:cNvPr id="60" name="">
            <a:extLst xmlns:a="http://schemas.openxmlformats.org/drawingml/2006/main">
              <a:ext uri="{FF2B5EF4-FFF2-40B4-BE49-F238E27FC236}">
                <a16:creationId xmlns:a16="http://schemas.microsoft.com/office/drawing/2014/main" id="{C4870DB0-A22F-4919-B2A0-4C1B7BB44516}"/>
              </a:ext>
            </a:extLst>
          </p:cNvPr>
          <p:cNvSpPr>
            <a:spLocks xmlns:a="http://schemas.openxmlformats.org/drawingml/2006/main" noGrp="1"/>
          </p:cNvSpPr>
          <p:nvPr/>
        </p:nvSpPr>
        <p:spPr>
          <a:xfrm xmlns:a="http://schemas.openxmlformats.org/drawingml/2006/main">
            <a:off x="7658100" y="4048125"/>
            <a:ext cx="228600" cy="228600"/>
          </a:xfrm>
          <a:prstGeom xmlns:a="http://schemas.openxmlformats.org/drawingml/2006/main" prst="ellipse">
            <a:avLst/>
          </a:prstGeom>
          <a:solidFill xmlns:a="http://schemas.openxmlformats.org/drawingml/2006/main">
            <a:srgbClr val="F2B84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1" name="">
            <a:extLst xmlns:a="http://schemas.openxmlformats.org/drawingml/2006/main">
              <a:ext uri="{FF2B5EF4-FFF2-40B4-BE49-F238E27FC236}">
                <a16:creationId xmlns:a16="http://schemas.microsoft.com/office/drawing/2014/main" id="{C24CF21D-9FEE-4A64-9686-5ADBF362DFA7}"/>
              </a:ext>
            </a:extLst>
          </p:cNvPr>
          <p:cNvSpPr>
            <a:spLocks xmlns:a="http://schemas.openxmlformats.org/drawingml/2006/main" noGrp="1"/>
          </p:cNvSpPr>
          <p:nvPr/>
        </p:nvSpPr>
        <p:spPr>
          <a:xfrm xmlns:a="http://schemas.openxmlformats.org/drawingml/2006/main">
            <a:off x="7658100" y="410527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050505"/>
                </a:solidFill>
              </a:defRPr>
            </a:pPr>
            <a:r>
              <a:rPr sz="675" b="1" i="0">
                <a:solidFill>
                  <a:srgbClr val="050505"/>
                </a:solidFill>
              </a:rPr>
              <a:t>1</a:t>
            </a:r>
          </a:p>
        </p:txBody>
      </p:sp>
      <p:sp>
        <p:nvSpPr>
          <p:cNvPr id="62" name="">
            <a:extLst xmlns:a="http://schemas.openxmlformats.org/drawingml/2006/main">
              <a:ext uri="{FF2B5EF4-FFF2-40B4-BE49-F238E27FC236}">
                <a16:creationId xmlns:a16="http://schemas.microsoft.com/office/drawing/2014/main" id="{FE8F310D-FEA0-48FE-90FB-6A0D2F7E6FCE}"/>
              </a:ext>
            </a:extLst>
          </p:cNvPr>
          <p:cNvSpPr>
            <a:spLocks xmlns:a="http://schemas.openxmlformats.org/drawingml/2006/main" noGrp="1"/>
          </p:cNvSpPr>
          <p:nvPr/>
        </p:nvSpPr>
        <p:spPr>
          <a:xfrm xmlns:a="http://schemas.openxmlformats.org/drawingml/2006/main">
            <a:off x="8001000" y="403860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8F4EC"/>
                </a:solidFill>
              </a:defRPr>
            </a:pPr>
            <a:r>
              <a:rPr sz="1050" b="1" i="0">
                <a:solidFill>
                  <a:srgbClr val="F8F4EC"/>
                </a:solidFill>
              </a:rPr>
              <a:t>Bounded graph retrieval</a:t>
            </a:r>
          </a:p>
        </p:txBody>
      </p:sp>
      <p:sp>
        <p:nvSpPr>
          <p:cNvPr id="63" name="">
            <a:extLst xmlns:a="http://schemas.openxmlformats.org/drawingml/2006/main">
              <a:ext uri="{FF2B5EF4-FFF2-40B4-BE49-F238E27FC236}">
                <a16:creationId xmlns:a16="http://schemas.microsoft.com/office/drawing/2014/main" id="{04902F8B-C1D3-469A-B41E-505E3E7A1DD3}"/>
              </a:ext>
            </a:extLst>
          </p:cNvPr>
          <p:cNvSpPr>
            <a:spLocks xmlns:a="http://schemas.openxmlformats.org/drawingml/2006/main" noGrp="1"/>
          </p:cNvSpPr>
          <p:nvPr/>
        </p:nvSpPr>
        <p:spPr>
          <a:xfrm xmlns:a="http://schemas.openxmlformats.org/drawingml/2006/main">
            <a:off x="7658100" y="4524375"/>
            <a:ext cx="228600" cy="228600"/>
          </a:xfrm>
          <a:prstGeom xmlns:a="http://schemas.openxmlformats.org/drawingml/2006/main" prst="ellipse">
            <a:avLst/>
          </a:prstGeom>
          <a:solidFill xmlns:a="http://schemas.openxmlformats.org/drawingml/2006/main">
            <a:srgbClr val="2A1D0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4" name="">
            <a:extLst xmlns:a="http://schemas.openxmlformats.org/drawingml/2006/main">
              <a:ext uri="{FF2B5EF4-FFF2-40B4-BE49-F238E27FC236}">
                <a16:creationId xmlns:a16="http://schemas.microsoft.com/office/drawing/2014/main" id="{E87CA184-7969-4749-81A8-386864D29614}"/>
              </a:ext>
            </a:extLst>
          </p:cNvPr>
          <p:cNvSpPr>
            <a:spLocks xmlns:a="http://schemas.openxmlformats.org/drawingml/2006/main" noGrp="1"/>
          </p:cNvSpPr>
          <p:nvPr/>
        </p:nvSpPr>
        <p:spPr>
          <a:xfrm xmlns:a="http://schemas.openxmlformats.org/drawingml/2006/main">
            <a:off x="7658100" y="458152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F2B84B"/>
                </a:solidFill>
              </a:defRPr>
            </a:pPr>
            <a:r>
              <a:rPr sz="675" b="1" i="0">
                <a:solidFill>
                  <a:srgbClr val="F2B84B"/>
                </a:solidFill>
              </a:rPr>
              <a:t>2</a:t>
            </a:r>
          </a:p>
        </p:txBody>
      </p:sp>
      <p:sp>
        <p:nvSpPr>
          <p:cNvPr id="65" name="">
            <a:extLst xmlns:a="http://schemas.openxmlformats.org/drawingml/2006/main">
              <a:ext uri="{FF2B5EF4-FFF2-40B4-BE49-F238E27FC236}">
                <a16:creationId xmlns:a16="http://schemas.microsoft.com/office/drawing/2014/main" id="{1DB5137A-7CE5-494C-A517-F6D75EDDF352}"/>
              </a:ext>
            </a:extLst>
          </p:cNvPr>
          <p:cNvSpPr>
            <a:spLocks xmlns:a="http://schemas.openxmlformats.org/drawingml/2006/main" noGrp="1"/>
          </p:cNvSpPr>
          <p:nvPr/>
        </p:nvSpPr>
        <p:spPr>
          <a:xfrm xmlns:a="http://schemas.openxmlformats.org/drawingml/2006/main">
            <a:off x="8001000" y="451485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Citations + confidence + gaps</a:t>
            </a:r>
          </a:p>
        </p:txBody>
      </p:sp>
      <p:sp>
        <p:nvSpPr>
          <p:cNvPr id="66" name="">
            <a:extLst xmlns:a="http://schemas.openxmlformats.org/drawingml/2006/main">
              <a:ext uri="{FF2B5EF4-FFF2-40B4-BE49-F238E27FC236}">
                <a16:creationId xmlns:a16="http://schemas.microsoft.com/office/drawing/2014/main" id="{A3130FBC-4A79-4663-BC9F-CB6BB6E0BD99}"/>
              </a:ext>
            </a:extLst>
          </p:cNvPr>
          <p:cNvSpPr>
            <a:spLocks xmlns:a="http://schemas.openxmlformats.org/drawingml/2006/main" noGrp="1"/>
          </p:cNvSpPr>
          <p:nvPr/>
        </p:nvSpPr>
        <p:spPr>
          <a:xfrm xmlns:a="http://schemas.openxmlformats.org/drawingml/2006/main">
            <a:off x="7658100" y="5000625"/>
            <a:ext cx="228600" cy="228600"/>
          </a:xfrm>
          <a:prstGeom xmlns:a="http://schemas.openxmlformats.org/drawingml/2006/main" prst="ellipse">
            <a:avLst/>
          </a:prstGeom>
          <a:solidFill xmlns:a="http://schemas.openxmlformats.org/drawingml/2006/main">
            <a:srgbClr val="2A1D0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7" name="">
            <a:extLst xmlns:a="http://schemas.openxmlformats.org/drawingml/2006/main">
              <a:ext uri="{FF2B5EF4-FFF2-40B4-BE49-F238E27FC236}">
                <a16:creationId xmlns:a16="http://schemas.microsoft.com/office/drawing/2014/main" id="{9EA6E15D-840C-467A-8AA3-305487B57FC1}"/>
              </a:ext>
            </a:extLst>
          </p:cNvPr>
          <p:cNvSpPr>
            <a:spLocks xmlns:a="http://schemas.openxmlformats.org/drawingml/2006/main" noGrp="1"/>
          </p:cNvSpPr>
          <p:nvPr/>
        </p:nvSpPr>
        <p:spPr>
          <a:xfrm xmlns:a="http://schemas.openxmlformats.org/drawingml/2006/main">
            <a:off x="7658100" y="505777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F2B84B"/>
                </a:solidFill>
              </a:defRPr>
            </a:pPr>
            <a:r>
              <a:rPr sz="675" b="1" i="0">
                <a:solidFill>
                  <a:srgbClr val="F2B84B"/>
                </a:solidFill>
              </a:rPr>
              <a:t>3</a:t>
            </a:r>
          </a:p>
        </p:txBody>
      </p:sp>
      <p:sp>
        <p:nvSpPr>
          <p:cNvPr id="68" name="">
            <a:extLst xmlns:a="http://schemas.openxmlformats.org/drawingml/2006/main">
              <a:ext uri="{FF2B5EF4-FFF2-40B4-BE49-F238E27FC236}">
                <a16:creationId xmlns:a16="http://schemas.microsoft.com/office/drawing/2014/main" id="{D96D5F23-B15F-48AD-8667-F47185C04657}"/>
              </a:ext>
            </a:extLst>
          </p:cNvPr>
          <p:cNvSpPr>
            <a:spLocks xmlns:a="http://schemas.openxmlformats.org/drawingml/2006/main" noGrp="1"/>
          </p:cNvSpPr>
          <p:nvPr/>
        </p:nvSpPr>
        <p:spPr>
          <a:xfrm xmlns:a="http://schemas.openxmlformats.org/drawingml/2006/main">
            <a:off x="8001000" y="499110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Local mode or optional OpenAI</a:t>
            </a:r>
          </a:p>
        </p:txBody>
      </p:sp>
      <p:sp>
        <p:nvSpPr>
          <p:cNvPr id="69" name="">
            <a:extLst xmlns:a="http://schemas.openxmlformats.org/drawingml/2006/main">
              <a:ext uri="{FF2B5EF4-FFF2-40B4-BE49-F238E27FC236}">
                <a16:creationId xmlns:a16="http://schemas.microsoft.com/office/drawing/2014/main" id="{A17B557E-359D-4C6F-B93F-8B48FCE19582}"/>
              </a:ext>
            </a:extLst>
          </p:cNvPr>
          <p:cNvSpPr>
            <a:spLocks xmlns:a="http://schemas.openxmlformats.org/drawingml/2006/main" noGrp="1"/>
          </p:cNvSpPr>
          <p:nvPr/>
        </p:nvSpPr>
        <p:spPr>
          <a:xfrm xmlns:a="http://schemas.openxmlformats.org/drawingml/2006/main">
            <a:off x="7639050" y="5410200"/>
            <a:ext cx="1257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Customer value</a:t>
            </a:r>
          </a:p>
        </p:txBody>
      </p:sp>
      <p:sp>
        <p:nvSpPr>
          <p:cNvPr id="70" name="">
            <a:extLst xmlns:a="http://schemas.openxmlformats.org/drawingml/2006/main">
              <a:ext uri="{FF2B5EF4-FFF2-40B4-BE49-F238E27FC236}">
                <a16:creationId xmlns:a16="http://schemas.microsoft.com/office/drawing/2014/main" id="{868D274C-9F17-46CF-BC58-9AB8DC1906D8}"/>
              </a:ext>
            </a:extLst>
          </p:cNvPr>
          <p:cNvSpPr>
            <a:spLocks xmlns:a="http://schemas.openxmlformats.org/drawingml/2006/main" noGrp="1"/>
          </p:cNvSpPr>
          <p:nvPr/>
        </p:nvSpPr>
        <p:spPr>
          <a:xfrm xmlns:a="http://schemas.openxmlformats.org/drawingml/2006/main">
            <a:off x="8953500" y="5381625"/>
            <a:ext cx="2324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F8F4EC"/>
                </a:solidFill>
              </a:defRPr>
            </a:pPr>
            <a:r>
              <a:rPr sz="900" b="1" i="0">
                <a:solidFill>
                  <a:srgbClr val="F8F4EC"/>
                </a:solidFill>
              </a:rPr>
              <a:t>One shared truth surface</a:t>
            </a:r>
          </a:p>
        </p:txBody>
      </p:sp>
      <p:sp>
        <p:nvSpPr>
          <p:cNvPr id="71" name="">
            <a:extLst xmlns:a="http://schemas.openxmlformats.org/drawingml/2006/main">
              <a:ext uri="{FF2B5EF4-FFF2-40B4-BE49-F238E27FC236}">
                <a16:creationId xmlns:a16="http://schemas.microsoft.com/office/drawing/2014/main" id="{6F0D5969-B9AC-4162-96B2-7448CBEA1BE9}"/>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3" name="">
            <a:extLst xmlns:a="http://schemas.openxmlformats.org/drawingml/2006/main">
              <a:ext uri="{FF2B5EF4-FFF2-40B4-BE49-F238E27FC236}">
                <a16:creationId xmlns:a16="http://schemas.microsoft.com/office/drawing/2014/main" id="{681A5187-A83A-4B78-AA9A-7A24F130F1C3}"/>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4" name="">
            <a:extLst xmlns:a="http://schemas.openxmlformats.org/drawingml/2006/main">
              <a:ext uri="{FF2B5EF4-FFF2-40B4-BE49-F238E27FC236}">
                <a16:creationId xmlns:a16="http://schemas.microsoft.com/office/drawing/2014/main" id="{613BF88E-2796-4C2E-AB18-8E2FD25E2204}"/>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09</a:t>
            </a:r>
          </a:p>
        </p:txBody>
      </p:sp>
      <p:pic>
        <p:nvPicPr>
          <p:cNvPr id="250" name=""/>
          <p:cNvPicPr>
            <a:picLocks xmlns:a="http://schemas.openxmlformats.org/drawingml/2006/main" noChangeAspect="1"/>
          </p:cNvPicPr>
          <p:nvPr/>
        </p:nvPicPr>
        <p:blipFill>
          <a:blip xmlns:r="http://schemas.openxmlformats.org/officeDocument/2006/relationships" xmlns:a="http://schemas.openxmlformats.org/drawingml/2006/main" r:embed="R59655beac47749d4">
            <a:extLst>
              <a:ext uri="{96DAC541-7B7A-43D3-8B79-37D633B846F1}">
                <asvg:svgBlip xmlns:asvg="http://schemas.microsoft.com/office/drawing/2016/SVG/main" r:embed="R6ba5f27edab944e4"/>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251" name=""/>
          <p:cNvPicPr>
            <a:picLocks xmlns:a="http://schemas.openxmlformats.org/drawingml/2006/main" noChangeAspect="1"/>
          </p:cNvPicPr>
          <p:nvPr/>
        </p:nvPicPr>
        <p:blipFill>
          <a:blip xmlns:r="http://schemas.openxmlformats.org/officeDocument/2006/relationships" xmlns:a="http://schemas.openxmlformats.org/drawingml/2006/main" r:embed="R1ccf834b4e9c4617">
            <a:extLst>
              <a:ext uri="{96DAC541-7B7A-43D3-8B79-37D633B846F1}">
                <asvg:svgBlip xmlns:asvg="http://schemas.microsoft.com/office/drawing/2016/SVG/main" r:embed="R4b04a70e81684db3"/>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63491916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75" name="">
            <a:extLst xmlns:a="http://schemas.openxmlformats.org/drawingml/2006/main">
              <a:ext uri="{FF2B5EF4-FFF2-40B4-BE49-F238E27FC236}">
                <a16:creationId xmlns:a16="http://schemas.microsoft.com/office/drawing/2014/main" id="{AEDDBD9A-D826-4981-A247-E72E523C166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C4540CF2-5B94-4B3F-AD65-8349B806860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gradFill xmlns:a="http://schemas.openxmlformats.org/drawingml/2006/main">
            <a:gsLst>
              <a:gs pos="0">
                <a:srgbClr val="D68A17"/>
              </a:gs>
              <a:gs pos="100000">
                <a:srgbClr val="F2B84B"/>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6EDCCF09-13D2-48A0-BE23-8D2B525A8503}"/>
              </a:ext>
            </a:extLst>
          </p:cNvPr>
          <p:cNvSpPr>
            <a:spLocks xmlns:a="http://schemas.openxmlformats.org/drawingml/2006/main" noGrp="1"/>
          </p:cNvSpPr>
          <p:nvPr/>
        </p:nvSpPr>
        <p:spPr>
          <a:xfrm xmlns:a="http://schemas.openxmlformats.org/drawingml/2006/main">
            <a:off x="10763250" y="171450"/>
            <a:ext cx="1200150" cy="1200150"/>
          </a:xfrm>
          <a:prstGeom xmlns:a="http://schemas.openxmlformats.org/drawingml/2006/main" prst="ellipse">
            <a:avLst/>
          </a:prstGeom>
          <a:solidFill xmlns:a="http://schemas.openxmlformats.org/drawingml/2006/main">
            <a:srgbClr val="F2B84B">
              <a:alpha val="8000"/>
            </a:srgbClr>
          </a:solidFill>
          <a:ln xmlns:a="http://schemas.openxmlformats.org/drawingml/2006/main" w="9525">
            <a:solidFill>
              <a:srgbClr val="F2B84B">
                <a:alpha val="12000"/>
              </a:srgbClr>
            </a:solidFill>
            <a:prstDash val="solid"/>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4E5D143C-70E7-4FD7-83A0-F15AC2F02C47}"/>
              </a:ext>
            </a:extLst>
          </p:cNvPr>
          <p:cNvSpPr>
            <a:spLocks xmlns:a="http://schemas.openxmlformats.org/drawingml/2006/main" noGrp="1"/>
          </p:cNvSpPr>
          <p:nvPr/>
        </p:nvSpPr>
        <p:spPr>
          <a:xfrm xmlns:a="http://schemas.openxmlformats.org/drawingml/2006/main">
            <a:off x="171450" y="5619750"/>
            <a:ext cx="1028700" cy="1028700"/>
          </a:xfrm>
          <a:prstGeom xmlns:a="http://schemas.openxmlformats.org/drawingml/2006/main" prst="ellipse">
            <a:avLst/>
          </a:prstGeom>
          <a:solidFill xmlns:a="http://schemas.openxmlformats.org/drawingml/2006/main">
            <a:srgbClr val="D68A17">
              <a:alpha val="6000"/>
            </a:srgbClr>
          </a:solidFill>
          <a:ln xmlns:a="http://schemas.openxmlformats.org/drawingml/2006/main" w="9525">
            <a:solidFill>
              <a:srgbClr val="D68A17">
                <a:alpha val="10000"/>
              </a:srgbClr>
            </a:solidFill>
            <a:prstDash val="solid"/>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5D7C3768-536B-49E2-8D57-FB8E8023F451}"/>
              </a:ext>
            </a:extLst>
          </p:cNvPr>
          <p:cNvSpPr>
            <a:spLocks xmlns:a="http://schemas.openxmlformats.org/drawingml/2006/main" noGrp="1"/>
          </p:cNvSpPr>
          <p:nvPr/>
        </p:nvSpPr>
        <p:spPr>
          <a:xfrm xmlns:a="http://schemas.openxmlformats.org/drawingml/2006/main">
            <a:off x="552450" y="323850"/>
            <a:ext cx="657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F2B84B"/>
                </a:solidFill>
              </a:defRPr>
            </a:pPr>
            <a:r>
              <a:rPr sz="975" b="1" i="0">
                <a:solidFill>
                  <a:srgbClr val="F2B84B"/>
                </a:solidFill>
              </a:rPr>
              <a:t>UI MODE · FACTORY</a:t>
            </a:r>
          </a:p>
        </p:txBody>
      </p:sp>
      <p:sp>
        <p:nvSpPr>
          <p:cNvPr id="6" name="">
            <a:extLst xmlns:a="http://schemas.openxmlformats.org/drawingml/2006/main">
              <a:ext uri="{FF2B5EF4-FFF2-40B4-BE49-F238E27FC236}">
                <a16:creationId xmlns:a16="http://schemas.microsoft.com/office/drawing/2014/main" id="{2832B069-F7FE-41E1-94D5-C9A8AE81BF9D}"/>
              </a:ext>
            </a:extLst>
          </p:cNvPr>
          <p:cNvSpPr>
            <a:spLocks xmlns:a="http://schemas.openxmlformats.org/drawingml/2006/main" noGrp="1"/>
          </p:cNvSpPr>
          <p:nvPr/>
        </p:nvSpPr>
        <p:spPr>
          <a:xfrm xmlns:a="http://schemas.openxmlformats.org/drawingml/2006/main">
            <a:off x="552450" y="6667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i="0">
                <a:solidFill>
                  <a:srgbClr val="F8F4EC"/>
                </a:solidFill>
              </a:defRPr>
            </a:pPr>
            <a:r>
              <a:rPr sz="2325" b="1" i="0">
                <a:solidFill>
                  <a:srgbClr val="F8F4EC"/>
                </a:solidFill>
              </a:rPr>
              <a:t>What did the autonomous workers do—and did the gates pass?</a:t>
            </a:r>
          </a:p>
        </p:txBody>
      </p:sp>
      <p:sp>
        <p:nvSpPr>
          <p:cNvPr id="7" name="">
            <a:extLst xmlns:a="http://schemas.openxmlformats.org/drawingml/2006/main">
              <a:ext uri="{FF2B5EF4-FFF2-40B4-BE49-F238E27FC236}">
                <a16:creationId xmlns:a16="http://schemas.microsoft.com/office/drawing/2014/main" id="{275A4D09-8C10-4A57-842D-428885DD914C}"/>
              </a:ext>
            </a:extLst>
          </p:cNvPr>
          <p:cNvSpPr>
            <a:spLocks xmlns:a="http://schemas.openxmlformats.org/drawingml/2006/main" noGrp="1"/>
          </p:cNvSpPr>
          <p:nvPr/>
        </p:nvSpPr>
        <p:spPr>
          <a:xfrm xmlns:a="http://schemas.openxmlformats.org/drawingml/2006/main">
            <a:off x="552450" y="1257300"/>
            <a:ext cx="8191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A89D7540-4579-497C-9051-4974D32A79EE}"/>
              </a:ext>
            </a:extLst>
          </p:cNvPr>
          <p:cNvSpPr>
            <a:spLocks xmlns:a="http://schemas.openxmlformats.org/drawingml/2006/main" noGrp="1"/>
          </p:cNvSpPr>
          <p:nvPr/>
        </p:nvSpPr>
        <p:spPr>
          <a:xfrm xmlns:a="http://schemas.openxmlformats.org/drawingml/2006/main">
            <a:off x="1600200" y="1152525"/>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C5BDAF"/>
                </a:solidFill>
              </a:defRPr>
            </a:pPr>
            <a:r>
              <a:rPr sz="1350" b="0" i="0">
                <a:solidFill>
                  <a:srgbClr val="C5BDAF"/>
                </a:solidFill>
              </a:rPr>
              <a:t>Committed product UI contract · graph context remains visible</a:t>
            </a:r>
          </a:p>
        </p:txBody>
      </p:sp>
      <p:sp>
        <p:nvSpPr>
          <p:cNvPr id="9" name="">
            <a:extLst xmlns:a="http://schemas.openxmlformats.org/drawingml/2006/main">
              <a:ext uri="{FF2B5EF4-FFF2-40B4-BE49-F238E27FC236}">
                <a16:creationId xmlns:a16="http://schemas.microsoft.com/office/drawing/2014/main" id="{B6563E2E-CA4C-429A-A4AA-5771870E1C37}"/>
              </a:ext>
            </a:extLst>
          </p:cNvPr>
          <p:cNvSpPr>
            <a:spLocks xmlns:a="http://schemas.openxmlformats.org/drawingml/2006/main" noGrp="1"/>
          </p:cNvSpPr>
          <p:nvPr/>
        </p:nvSpPr>
        <p:spPr>
          <a:xfrm xmlns:a="http://schemas.openxmlformats.org/drawingml/2006/main">
            <a:off x="457200" y="1676400"/>
            <a:ext cx="11277600" cy="4229100"/>
          </a:xfrm>
          <a:prstGeom xmlns:a="http://schemas.openxmlformats.org/drawingml/2006/main" prst="roundRect">
            <a:avLst>
              <a:gd name="adj" fmla="val 2703"/>
            </a:avLst>
          </a:prstGeom>
          <a:solidFill xmlns:a="http://schemas.openxmlformats.org/drawingml/2006/main">
            <a:srgbClr val="101010"/>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2011E73A-3D8D-4C92-98FC-68DD532D3736}"/>
              </a:ext>
            </a:extLst>
          </p:cNvPr>
          <p:cNvSpPr>
            <a:spLocks xmlns:a="http://schemas.openxmlformats.org/drawingml/2006/main" noGrp="1"/>
          </p:cNvSpPr>
          <p:nvPr/>
        </p:nvSpPr>
        <p:spPr>
          <a:xfrm xmlns:a="http://schemas.openxmlformats.org/drawingml/2006/main">
            <a:off x="457200" y="1676400"/>
            <a:ext cx="11277600" cy="400050"/>
          </a:xfrm>
          <a:prstGeom xmlns:a="http://schemas.openxmlformats.org/drawingml/2006/main" prst="roundRect">
            <a:avLst>
              <a:gd name="adj" fmla="val 28571"/>
            </a:avLst>
          </a:prstGeom>
          <a:solidFill xmlns:a="http://schemas.openxmlformats.org/drawingml/2006/main">
            <a:srgbClr val="17130D"/>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55A69DF4-170A-4AF4-9E2C-09E91E57DE4C}"/>
              </a:ext>
            </a:extLst>
          </p:cNvPr>
          <p:cNvSpPr>
            <a:spLocks xmlns:a="http://schemas.openxmlformats.org/drawingml/2006/main" noGrp="1"/>
          </p:cNvSpPr>
          <p:nvPr/>
        </p:nvSpPr>
        <p:spPr>
          <a:xfrm xmlns:a="http://schemas.openxmlformats.org/drawingml/2006/main">
            <a:off x="647700" y="1800225"/>
            <a:ext cx="1047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F2B84B"/>
                </a:solidFill>
              </a:defRPr>
            </a:pPr>
            <a:r>
              <a:rPr sz="825" b="1" i="0">
                <a:solidFill>
                  <a:srgbClr val="F2B84B"/>
                </a:solidFill>
              </a:rPr>
              <a:t>LIGHTYEAR</a:t>
            </a:r>
          </a:p>
        </p:txBody>
      </p:sp>
      <p:sp>
        <p:nvSpPr>
          <p:cNvPr id="12" name="">
            <a:extLst xmlns:a="http://schemas.openxmlformats.org/drawingml/2006/main">
              <a:ext uri="{FF2B5EF4-FFF2-40B4-BE49-F238E27FC236}">
                <a16:creationId xmlns:a16="http://schemas.microsoft.com/office/drawing/2014/main" id="{78D6640C-CFA9-4FB1-BE38-5DE5979B5253}"/>
              </a:ext>
            </a:extLst>
          </p:cNvPr>
          <p:cNvSpPr>
            <a:spLocks xmlns:a="http://schemas.openxmlformats.org/drawingml/2006/main" noGrp="1"/>
          </p:cNvSpPr>
          <p:nvPr/>
        </p:nvSpPr>
        <p:spPr>
          <a:xfrm xmlns:a="http://schemas.openxmlformats.org/drawingml/2006/main">
            <a:off x="8458200" y="1800225"/>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C5BDAF"/>
                </a:solidFill>
              </a:defRPr>
            </a:pPr>
            <a:r>
              <a:rPr sz="750" b="0" i="0">
                <a:solidFill>
                  <a:srgbClr val="C5BDAF"/>
                </a:solidFill>
              </a:rPr>
              <a:t>Composite estate · 11,328 nodes · read-only</a:t>
            </a:r>
          </a:p>
        </p:txBody>
      </p:sp>
      <p:sp>
        <p:nvSpPr>
          <p:cNvPr id="13" name="">
            <a:extLst xmlns:a="http://schemas.openxmlformats.org/drawingml/2006/main">
              <a:ext uri="{FF2B5EF4-FFF2-40B4-BE49-F238E27FC236}">
                <a16:creationId xmlns:a16="http://schemas.microsoft.com/office/drawing/2014/main" id="{C0EC07C6-66BE-4F35-8A40-97EC520EF3AC}"/>
              </a:ext>
            </a:extLst>
          </p:cNvPr>
          <p:cNvSpPr>
            <a:spLocks xmlns:a="http://schemas.openxmlformats.org/drawingml/2006/main" noGrp="1"/>
          </p:cNvSpPr>
          <p:nvPr/>
        </p:nvSpPr>
        <p:spPr>
          <a:xfrm xmlns:a="http://schemas.openxmlformats.org/drawingml/2006/main">
            <a:off x="609600" y="2228850"/>
            <a:ext cx="6667500" cy="3467100"/>
          </a:xfrm>
          <a:prstGeom xmlns:a="http://schemas.openxmlformats.org/drawingml/2006/main" prst="roundRect">
            <a:avLst>
              <a:gd name="adj" fmla="val 3297"/>
            </a:avLst>
          </a:prstGeom>
          <a:solidFill xmlns:a="http://schemas.openxmlformats.org/drawingml/2006/main">
            <a:srgbClr val="050505"/>
          </a:solidFill>
          <a:ln xmlns:a="http://schemas.openxmlformats.org/drawingml/2006/main" w="9525">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5BC39E0B-59F2-4A97-8748-AF54BAD97AD8}"/>
              </a:ext>
            </a:extLst>
          </p:cNvPr>
          <p:cNvSpPr>
            <a:spLocks xmlns:a="http://schemas.openxmlformats.org/drawingml/2006/main" noGrp="1"/>
          </p:cNvSpPr>
          <p:nvPr/>
        </p:nvSpPr>
        <p:spPr>
          <a:xfrm xmlns:a="http://schemas.openxmlformats.org/drawingml/2006/main">
            <a:off x="819150" y="2390775"/>
            <a:ext cx="1809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GRAPH CONTEXT</a:t>
            </a:r>
          </a:p>
        </p:txBody>
      </p:sp>
      <p:sp>
        <p:nvSpPr>
          <p:cNvPr id="15" name="">
            <a:extLst xmlns:a="http://schemas.openxmlformats.org/drawingml/2006/main">
              <a:ext uri="{FF2B5EF4-FFF2-40B4-BE49-F238E27FC236}">
                <a16:creationId xmlns:a16="http://schemas.microsoft.com/office/drawing/2014/main" id="{52415AD0-1C95-4443-8A0A-2A1C9134FA08}"/>
              </a:ext>
            </a:extLst>
          </p:cNvPr>
          <p:cNvSpPr>
            <a:spLocks xmlns:a="http://schemas.openxmlformats.org/drawingml/2006/main" noGrp="1"/>
          </p:cNvSpPr>
          <p:nvPr/>
        </p:nvSpPr>
        <p:spPr>
          <a:xfrm xmlns:a="http://schemas.openxmlformats.org/drawingml/2006/main">
            <a:off x="838200" y="3648075"/>
            <a:ext cx="1428750" cy="628650"/>
          </a:xfrm>
          <a:prstGeom xmlns:a="http://schemas.openxmlformats.org/drawingml/2006/main" prst="roundRect">
            <a:avLst>
              <a:gd name="adj" fmla="val 18182"/>
            </a:avLst>
          </a:prstGeom>
          <a:solidFill xmlns:a="http://schemas.openxmlformats.org/drawingml/2006/main">
            <a:srgbClr val="2A1D0B"/>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6" name="">
            <a:extLst xmlns:a="http://schemas.openxmlformats.org/drawingml/2006/main">
              <a:ext uri="{FF2B5EF4-FFF2-40B4-BE49-F238E27FC236}">
                <a16:creationId xmlns:a16="http://schemas.microsoft.com/office/drawing/2014/main" id="{89D1AC37-56E4-4E14-ABF3-9795757D4610}"/>
              </a:ext>
            </a:extLst>
          </p:cNvPr>
          <p:cNvSpPr>
            <a:spLocks xmlns:a="http://schemas.openxmlformats.org/drawingml/2006/main" noGrp="1"/>
          </p:cNvSpPr>
          <p:nvPr/>
        </p:nvSpPr>
        <p:spPr>
          <a:xfrm xmlns:a="http://schemas.openxmlformats.org/drawingml/2006/main">
            <a:off x="933450" y="3743325"/>
            <a:ext cx="1238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ACCTPL1</a:t>
            </a:r>
          </a:p>
        </p:txBody>
      </p:sp>
      <p:sp>
        <p:nvSpPr>
          <p:cNvPr id="17" name="">
            <a:extLst xmlns:a="http://schemas.openxmlformats.org/drawingml/2006/main">
              <a:ext uri="{FF2B5EF4-FFF2-40B4-BE49-F238E27FC236}">
                <a16:creationId xmlns:a16="http://schemas.microsoft.com/office/drawing/2014/main" id="{91AAF384-8AF1-40D5-9117-9B32ECFC7F7A}"/>
              </a:ext>
            </a:extLst>
          </p:cNvPr>
          <p:cNvSpPr>
            <a:spLocks xmlns:a="http://schemas.openxmlformats.org/drawingml/2006/main" noGrp="1"/>
          </p:cNvSpPr>
          <p:nvPr/>
        </p:nvSpPr>
        <p:spPr>
          <a:xfrm xmlns:a="http://schemas.openxmlformats.org/drawingml/2006/main">
            <a:off x="933450" y="400050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PL/I program</a:t>
            </a:r>
          </a:p>
        </p:txBody>
      </p:sp>
      <p:sp>
        <p:nvSpPr>
          <p:cNvPr id="18" name="">
            <a:extLst xmlns:a="http://schemas.openxmlformats.org/drawingml/2006/main">
              <a:ext uri="{FF2B5EF4-FFF2-40B4-BE49-F238E27FC236}">
                <a16:creationId xmlns:a16="http://schemas.microsoft.com/office/drawing/2014/main" id="{2336753C-38A3-4C0C-889C-18B941D95E15}"/>
              </a:ext>
            </a:extLst>
          </p:cNvPr>
          <p:cNvSpPr>
            <a:spLocks xmlns:a="http://schemas.openxmlformats.org/drawingml/2006/main" noGrp="1"/>
          </p:cNvSpPr>
          <p:nvPr/>
        </p:nvSpPr>
        <p:spPr>
          <a:xfrm xmlns:a="http://schemas.openxmlformats.org/drawingml/2006/main">
            <a:off x="3219450" y="302895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9" name="">
            <a:extLst xmlns:a="http://schemas.openxmlformats.org/drawingml/2006/main">
              <a:ext uri="{FF2B5EF4-FFF2-40B4-BE49-F238E27FC236}">
                <a16:creationId xmlns:a16="http://schemas.microsoft.com/office/drawing/2014/main" id="{033B0D01-76C0-45BE-9AD6-232587E42D37}"/>
              </a:ext>
            </a:extLst>
          </p:cNvPr>
          <p:cNvSpPr>
            <a:spLocks xmlns:a="http://schemas.openxmlformats.org/drawingml/2006/main" noGrp="1"/>
          </p:cNvSpPr>
          <p:nvPr/>
        </p:nvSpPr>
        <p:spPr>
          <a:xfrm xmlns:a="http://schemas.openxmlformats.org/drawingml/2006/main">
            <a:off x="3314700" y="31242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CBACT04C</a:t>
            </a:r>
          </a:p>
        </p:txBody>
      </p:sp>
      <p:sp>
        <p:nvSpPr>
          <p:cNvPr id="20" name="">
            <a:extLst xmlns:a="http://schemas.openxmlformats.org/drawingml/2006/main">
              <a:ext uri="{FF2B5EF4-FFF2-40B4-BE49-F238E27FC236}">
                <a16:creationId xmlns:a16="http://schemas.microsoft.com/office/drawing/2014/main" id="{1A8FE4D7-DE60-4150-98F6-F947D509AF08}"/>
              </a:ext>
            </a:extLst>
          </p:cNvPr>
          <p:cNvSpPr>
            <a:spLocks xmlns:a="http://schemas.openxmlformats.org/drawingml/2006/main" noGrp="1"/>
          </p:cNvSpPr>
          <p:nvPr/>
        </p:nvSpPr>
        <p:spPr>
          <a:xfrm xmlns:a="http://schemas.openxmlformats.org/drawingml/2006/main">
            <a:off x="3314700" y="338137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COBOL program</a:t>
            </a:r>
          </a:p>
        </p:txBody>
      </p:sp>
      <p:sp>
        <p:nvSpPr>
          <p:cNvPr id="21" name="">
            <a:extLst xmlns:a="http://schemas.openxmlformats.org/drawingml/2006/main">
              <a:ext uri="{FF2B5EF4-FFF2-40B4-BE49-F238E27FC236}">
                <a16:creationId xmlns:a16="http://schemas.microsoft.com/office/drawing/2014/main" id="{6FDE540A-7D65-437F-B22F-466D52E9CF0D}"/>
              </a:ext>
            </a:extLst>
          </p:cNvPr>
          <p:cNvSpPr>
            <a:spLocks xmlns:a="http://schemas.openxmlformats.org/drawingml/2006/main" noGrp="1"/>
          </p:cNvSpPr>
          <p:nvPr/>
        </p:nvSpPr>
        <p:spPr>
          <a:xfrm xmlns:a="http://schemas.openxmlformats.org/drawingml/2006/main">
            <a:off x="3219450" y="426720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981A18B8-A74E-4A28-A3F4-A769B2224DAA}"/>
              </a:ext>
            </a:extLst>
          </p:cNvPr>
          <p:cNvSpPr>
            <a:spLocks xmlns:a="http://schemas.openxmlformats.org/drawingml/2006/main" noGrp="1"/>
          </p:cNvSpPr>
          <p:nvPr/>
        </p:nvSpPr>
        <p:spPr>
          <a:xfrm xmlns:a="http://schemas.openxmlformats.org/drawingml/2006/main">
            <a:off x="3314700" y="436245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SELECT</a:t>
            </a:r>
          </a:p>
        </p:txBody>
      </p:sp>
      <p:sp>
        <p:nvSpPr>
          <p:cNvPr id="23" name="">
            <a:extLst xmlns:a="http://schemas.openxmlformats.org/drawingml/2006/main">
              <a:ext uri="{FF2B5EF4-FFF2-40B4-BE49-F238E27FC236}">
                <a16:creationId xmlns:a16="http://schemas.microsoft.com/office/drawing/2014/main" id="{42017154-DB93-498C-9B39-544B9DBF8DD8}"/>
              </a:ext>
            </a:extLst>
          </p:cNvPr>
          <p:cNvSpPr>
            <a:spLocks xmlns:a="http://schemas.openxmlformats.org/drawingml/2006/main" noGrp="1"/>
          </p:cNvSpPr>
          <p:nvPr/>
        </p:nvSpPr>
        <p:spPr>
          <a:xfrm xmlns:a="http://schemas.openxmlformats.org/drawingml/2006/main">
            <a:off x="3314700" y="46196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Db2 SQL statement</a:t>
            </a:r>
          </a:p>
        </p:txBody>
      </p:sp>
      <p:sp>
        <p:nvSpPr>
          <p:cNvPr id="24" name="">
            <a:extLst xmlns:a="http://schemas.openxmlformats.org/drawingml/2006/main">
              <a:ext uri="{FF2B5EF4-FFF2-40B4-BE49-F238E27FC236}">
                <a16:creationId xmlns:a16="http://schemas.microsoft.com/office/drawing/2014/main" id="{CF7265A3-3D45-4345-9F80-3F868F3D364D}"/>
              </a:ext>
            </a:extLst>
          </p:cNvPr>
          <p:cNvSpPr>
            <a:spLocks xmlns:a="http://schemas.openxmlformats.org/drawingml/2006/main" noGrp="1"/>
          </p:cNvSpPr>
          <p:nvPr/>
        </p:nvSpPr>
        <p:spPr>
          <a:xfrm xmlns:a="http://schemas.openxmlformats.org/drawingml/2006/main">
            <a:off x="5600700" y="302895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5" name="">
            <a:extLst xmlns:a="http://schemas.openxmlformats.org/drawingml/2006/main">
              <a:ext uri="{FF2B5EF4-FFF2-40B4-BE49-F238E27FC236}">
                <a16:creationId xmlns:a16="http://schemas.microsoft.com/office/drawing/2014/main" id="{3A7444BB-C96D-4253-8013-A0F44F0BD1ED}"/>
              </a:ext>
            </a:extLst>
          </p:cNvPr>
          <p:cNvSpPr>
            <a:spLocks xmlns:a="http://schemas.openxmlformats.org/drawingml/2006/main" noGrp="1"/>
          </p:cNvSpPr>
          <p:nvPr/>
        </p:nvSpPr>
        <p:spPr>
          <a:xfrm xmlns:a="http://schemas.openxmlformats.org/drawingml/2006/main">
            <a:off x="5695950" y="31242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Evidence</a:t>
            </a:r>
          </a:p>
        </p:txBody>
      </p:sp>
      <p:sp>
        <p:nvSpPr>
          <p:cNvPr id="26" name="">
            <a:extLst xmlns:a="http://schemas.openxmlformats.org/drawingml/2006/main">
              <a:ext uri="{FF2B5EF4-FFF2-40B4-BE49-F238E27FC236}">
                <a16:creationId xmlns:a16="http://schemas.microsoft.com/office/drawing/2014/main" id="{AB25CBFC-2849-42A7-A2AA-D51731320E14}"/>
              </a:ext>
            </a:extLst>
          </p:cNvPr>
          <p:cNvSpPr>
            <a:spLocks xmlns:a="http://schemas.openxmlformats.org/drawingml/2006/main" noGrp="1"/>
          </p:cNvSpPr>
          <p:nvPr/>
        </p:nvSpPr>
        <p:spPr>
          <a:xfrm xmlns:a="http://schemas.openxmlformats.org/drawingml/2006/main">
            <a:off x="5695950" y="338137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source capsules + hash</a:t>
            </a:r>
          </a:p>
        </p:txBody>
      </p:sp>
      <p:sp>
        <p:nvSpPr>
          <p:cNvPr id="27" name="">
            <a:extLst xmlns:a="http://schemas.openxmlformats.org/drawingml/2006/main">
              <a:ext uri="{FF2B5EF4-FFF2-40B4-BE49-F238E27FC236}">
                <a16:creationId xmlns:a16="http://schemas.microsoft.com/office/drawing/2014/main" id="{42AE2387-5879-443D-A2DD-D68314941A38}"/>
              </a:ext>
            </a:extLst>
          </p:cNvPr>
          <p:cNvSpPr>
            <a:spLocks xmlns:a="http://schemas.openxmlformats.org/drawingml/2006/main" noGrp="1"/>
          </p:cNvSpPr>
          <p:nvPr/>
        </p:nvSpPr>
        <p:spPr>
          <a:xfrm xmlns:a="http://schemas.openxmlformats.org/drawingml/2006/main">
            <a:off x="5600700" y="426720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8" name="">
            <a:extLst xmlns:a="http://schemas.openxmlformats.org/drawingml/2006/main">
              <a:ext uri="{FF2B5EF4-FFF2-40B4-BE49-F238E27FC236}">
                <a16:creationId xmlns:a16="http://schemas.microsoft.com/office/drawing/2014/main" id="{7CB452CD-41D6-4475-91C8-92655C19DA3B}"/>
              </a:ext>
            </a:extLst>
          </p:cNvPr>
          <p:cNvSpPr>
            <a:spLocks xmlns:a="http://schemas.openxmlformats.org/drawingml/2006/main" noGrp="1"/>
          </p:cNvSpPr>
          <p:nvPr/>
        </p:nvSpPr>
        <p:spPr>
          <a:xfrm xmlns:a="http://schemas.openxmlformats.org/drawingml/2006/main">
            <a:off x="5695950" y="436245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AUTHFRDS</a:t>
            </a:r>
          </a:p>
        </p:txBody>
      </p:sp>
      <p:sp>
        <p:nvSpPr>
          <p:cNvPr id="29" name="">
            <a:extLst xmlns:a="http://schemas.openxmlformats.org/drawingml/2006/main">
              <a:ext uri="{FF2B5EF4-FFF2-40B4-BE49-F238E27FC236}">
                <a16:creationId xmlns:a16="http://schemas.microsoft.com/office/drawing/2014/main" id="{1BCEB8E9-8DEB-4CE5-832A-5823209BE2F5}"/>
              </a:ext>
            </a:extLst>
          </p:cNvPr>
          <p:cNvSpPr>
            <a:spLocks xmlns:a="http://schemas.openxmlformats.org/drawingml/2006/main" noGrp="1"/>
          </p:cNvSpPr>
          <p:nvPr/>
        </p:nvSpPr>
        <p:spPr>
          <a:xfrm xmlns:a="http://schemas.openxmlformats.org/drawingml/2006/main">
            <a:off x="5695950" y="46196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Db2 table</a:t>
            </a:r>
          </a:p>
        </p:txBody>
      </p:sp>
      <p:cxnSp>
        <p:nvCxnSpPr>
          <p:cNvPr id="206" name=""/>
          <p:cNvCxnSpPr>
            <a:stCxn xmlns:a="http://schemas.openxmlformats.org/drawingml/2006/main" id="15" idx="3"/>
            <a:endCxn xmlns:a="http://schemas.openxmlformats.org/drawingml/2006/main" id="18" idx="1"/>
          </p:cNvCxnSpPr>
          <p:nvPr/>
        </p:nvCxnSpPr>
        <p:spPr>
          <a:xfrm xmlns:a="http://schemas.openxmlformats.org/drawingml/2006/main" flipV="1">
            <a:off x="2266950" y="3343275"/>
            <a:ext cx="952500" cy="619125"/>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7" name=""/>
          <p:cNvCxnSpPr>
            <a:stCxn xmlns:a="http://schemas.openxmlformats.org/drawingml/2006/main" id="15" idx="3"/>
            <a:endCxn xmlns:a="http://schemas.openxmlformats.org/drawingml/2006/main" id="21" idx="1"/>
          </p:cNvCxnSpPr>
          <p:nvPr/>
        </p:nvCxnSpPr>
        <p:spPr>
          <a:xfrm xmlns:a="http://schemas.openxmlformats.org/drawingml/2006/main">
            <a:off x="2266950" y="3962400"/>
            <a:ext cx="952500" cy="619125"/>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8" name=""/>
          <p:cNvCxnSpPr>
            <a:stCxn xmlns:a="http://schemas.openxmlformats.org/drawingml/2006/main" id="18" idx="3"/>
            <a:endCxn xmlns:a="http://schemas.openxmlformats.org/drawingml/2006/main" id="24" idx="1"/>
          </p:cNvCxnSpPr>
          <p:nvPr/>
        </p:nvCxnSpPr>
        <p:spPr>
          <a:xfrm xmlns:a="http://schemas.openxmlformats.org/drawingml/2006/main">
            <a:off x="4743450" y="3343275"/>
            <a:ext cx="857250" cy="0"/>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9" name=""/>
          <p:cNvCxnSpPr>
            <a:stCxn xmlns:a="http://schemas.openxmlformats.org/drawingml/2006/main" id="21" idx="3"/>
            <a:endCxn xmlns:a="http://schemas.openxmlformats.org/drawingml/2006/main" id="27" idx="1"/>
          </p:cNvCxnSpPr>
          <p:nvPr/>
        </p:nvCxnSpPr>
        <p:spPr>
          <a:xfrm xmlns:a="http://schemas.openxmlformats.org/drawingml/2006/main">
            <a:off x="4743450" y="4581525"/>
            <a:ext cx="857250" cy="0"/>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sp>
        <p:nvSpPr>
          <p:cNvPr id="34" name="">
            <a:extLst xmlns:a="http://schemas.openxmlformats.org/drawingml/2006/main">
              <a:ext uri="{FF2B5EF4-FFF2-40B4-BE49-F238E27FC236}">
                <a16:creationId xmlns:a16="http://schemas.microsoft.com/office/drawing/2014/main" id="{16D21B62-0974-436A-A1B8-8DDE4505FFF1}"/>
              </a:ext>
            </a:extLst>
          </p:cNvPr>
          <p:cNvSpPr>
            <a:spLocks xmlns:a="http://schemas.openxmlformats.org/drawingml/2006/main" noGrp="1"/>
          </p:cNvSpPr>
          <p:nvPr/>
        </p:nvSpPr>
        <p:spPr>
          <a:xfrm xmlns:a="http://schemas.openxmlformats.org/drawingml/2006/main">
            <a:off x="2400300" y="3286125"/>
            <a:ext cx="723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CALLS</a:t>
            </a:r>
          </a:p>
        </p:txBody>
      </p:sp>
      <p:sp>
        <p:nvSpPr>
          <p:cNvPr id="35" name="">
            <a:extLst xmlns:a="http://schemas.openxmlformats.org/drawingml/2006/main">
              <a:ext uri="{FF2B5EF4-FFF2-40B4-BE49-F238E27FC236}">
                <a16:creationId xmlns:a16="http://schemas.microsoft.com/office/drawing/2014/main" id="{B23397A7-4D15-47A4-AE57-D62E5A8B7790}"/>
              </a:ext>
            </a:extLst>
          </p:cNvPr>
          <p:cNvSpPr>
            <a:spLocks xmlns:a="http://schemas.openxmlformats.org/drawingml/2006/main" noGrp="1"/>
          </p:cNvSpPr>
          <p:nvPr/>
        </p:nvSpPr>
        <p:spPr>
          <a:xfrm xmlns:a="http://schemas.openxmlformats.org/drawingml/2006/main">
            <a:off x="2305050" y="445770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ISSUES_SQL</a:t>
            </a:r>
          </a:p>
        </p:txBody>
      </p:sp>
      <p:sp>
        <p:nvSpPr>
          <p:cNvPr id="36" name="">
            <a:extLst xmlns:a="http://schemas.openxmlformats.org/drawingml/2006/main">
              <a:ext uri="{FF2B5EF4-FFF2-40B4-BE49-F238E27FC236}">
                <a16:creationId xmlns:a16="http://schemas.microsoft.com/office/drawing/2014/main" id="{C863F526-E148-4593-A0BC-CF1112EE9907}"/>
              </a:ext>
            </a:extLst>
          </p:cNvPr>
          <p:cNvSpPr>
            <a:spLocks xmlns:a="http://schemas.openxmlformats.org/drawingml/2006/main" noGrp="1"/>
          </p:cNvSpPr>
          <p:nvPr/>
        </p:nvSpPr>
        <p:spPr>
          <a:xfrm xmlns:a="http://schemas.openxmlformats.org/drawingml/2006/main">
            <a:off x="4838700" y="445770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READS</a:t>
            </a:r>
          </a:p>
        </p:txBody>
      </p:sp>
      <p:sp>
        <p:nvSpPr>
          <p:cNvPr id="37" name="">
            <a:extLst xmlns:a="http://schemas.openxmlformats.org/drawingml/2006/main">
              <a:ext uri="{FF2B5EF4-FFF2-40B4-BE49-F238E27FC236}">
                <a16:creationId xmlns:a16="http://schemas.microsoft.com/office/drawing/2014/main" id="{F4B783AA-BD05-4895-9916-9F01C842603E}"/>
              </a:ext>
            </a:extLst>
          </p:cNvPr>
          <p:cNvSpPr>
            <a:spLocks xmlns:a="http://schemas.openxmlformats.org/drawingml/2006/main" noGrp="1"/>
          </p:cNvSpPr>
          <p:nvPr/>
        </p:nvSpPr>
        <p:spPr>
          <a:xfrm xmlns:a="http://schemas.openxmlformats.org/drawingml/2006/main">
            <a:off x="7429500" y="2228850"/>
            <a:ext cx="4152900" cy="3467100"/>
          </a:xfrm>
          <a:prstGeom xmlns:a="http://schemas.openxmlformats.org/drawingml/2006/main" prst="roundRect">
            <a:avLst>
              <a:gd name="adj" fmla="val 3297"/>
            </a:avLst>
          </a:prstGeom>
          <a:solidFill xmlns:a="http://schemas.openxmlformats.org/drawingml/2006/main">
            <a:srgbClr val="17130D"/>
          </a:solidFill>
          <a:ln xmlns:a="http://schemas.openxmlformats.org/drawingml/2006/main" w="9525">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8" name="">
            <a:extLst xmlns:a="http://schemas.openxmlformats.org/drawingml/2006/main">
              <a:ext uri="{FF2B5EF4-FFF2-40B4-BE49-F238E27FC236}">
                <a16:creationId xmlns:a16="http://schemas.microsoft.com/office/drawing/2014/main" id="{DE320AA1-BE71-4A8F-98E4-1BFFD171E3A3}"/>
              </a:ext>
            </a:extLst>
          </p:cNvPr>
          <p:cNvSpPr>
            <a:spLocks xmlns:a="http://schemas.openxmlformats.org/drawingml/2006/main" noGrp="1"/>
          </p:cNvSpPr>
          <p:nvPr/>
        </p:nvSpPr>
        <p:spPr>
          <a:xfrm xmlns:a="http://schemas.openxmlformats.org/drawingml/2006/main">
            <a:off x="7581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9" name="">
            <a:extLst xmlns:a="http://schemas.openxmlformats.org/drawingml/2006/main">
              <a:ext uri="{FF2B5EF4-FFF2-40B4-BE49-F238E27FC236}">
                <a16:creationId xmlns:a16="http://schemas.microsoft.com/office/drawing/2014/main" id="{9DFBCD33-DAD9-4037-A604-83D22193D66B}"/>
              </a:ext>
            </a:extLst>
          </p:cNvPr>
          <p:cNvSpPr>
            <a:spLocks xmlns:a="http://schemas.openxmlformats.org/drawingml/2006/main" noGrp="1"/>
          </p:cNvSpPr>
          <p:nvPr/>
        </p:nvSpPr>
        <p:spPr>
          <a:xfrm xmlns:a="http://schemas.openxmlformats.org/drawingml/2006/main">
            <a:off x="7620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Inspector</a:t>
            </a:r>
          </a:p>
        </p:txBody>
      </p:sp>
      <p:sp>
        <p:nvSpPr>
          <p:cNvPr id="40" name="">
            <a:extLst xmlns:a="http://schemas.openxmlformats.org/drawingml/2006/main">
              <a:ext uri="{FF2B5EF4-FFF2-40B4-BE49-F238E27FC236}">
                <a16:creationId xmlns:a16="http://schemas.microsoft.com/office/drawing/2014/main" id="{A02AA1E0-5C7D-4BA9-BFB8-D8B66EA64EF7}"/>
              </a:ext>
            </a:extLst>
          </p:cNvPr>
          <p:cNvSpPr>
            <a:spLocks xmlns:a="http://schemas.openxmlformats.org/drawingml/2006/main" noGrp="1"/>
          </p:cNvSpPr>
          <p:nvPr/>
        </p:nvSpPr>
        <p:spPr>
          <a:xfrm xmlns:a="http://schemas.openxmlformats.org/drawingml/2006/main">
            <a:off x="8343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1" name="">
            <a:extLst xmlns:a="http://schemas.openxmlformats.org/drawingml/2006/main">
              <a:ext uri="{FF2B5EF4-FFF2-40B4-BE49-F238E27FC236}">
                <a16:creationId xmlns:a16="http://schemas.microsoft.com/office/drawing/2014/main" id="{6565413B-8774-4CCD-B728-221292EFC750}"/>
              </a:ext>
            </a:extLst>
          </p:cNvPr>
          <p:cNvSpPr>
            <a:spLocks xmlns:a="http://schemas.openxmlformats.org/drawingml/2006/main" noGrp="1"/>
          </p:cNvSpPr>
          <p:nvPr/>
        </p:nvSpPr>
        <p:spPr>
          <a:xfrm xmlns:a="http://schemas.openxmlformats.org/drawingml/2006/main">
            <a:off x="8382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Ask graph</a:t>
            </a:r>
          </a:p>
        </p:txBody>
      </p:sp>
      <p:sp>
        <p:nvSpPr>
          <p:cNvPr id="42" name="">
            <a:extLst xmlns:a="http://schemas.openxmlformats.org/drawingml/2006/main">
              <a:ext uri="{FF2B5EF4-FFF2-40B4-BE49-F238E27FC236}">
                <a16:creationId xmlns:a16="http://schemas.microsoft.com/office/drawing/2014/main" id="{F55F5CD4-CB6C-4098-AE90-89CBE1C68AFA}"/>
              </a:ext>
            </a:extLst>
          </p:cNvPr>
          <p:cNvSpPr>
            <a:spLocks xmlns:a="http://schemas.openxmlformats.org/drawingml/2006/main" noGrp="1"/>
          </p:cNvSpPr>
          <p:nvPr/>
        </p:nvSpPr>
        <p:spPr>
          <a:xfrm xmlns:a="http://schemas.openxmlformats.org/drawingml/2006/main">
            <a:off x="9105900" y="2362200"/>
            <a:ext cx="704850" cy="228600"/>
          </a:xfrm>
          <a:prstGeom xmlns:a="http://schemas.openxmlformats.org/drawingml/2006/main" prst="roundRect">
            <a:avLst>
              <a:gd name="adj" fmla="val 50000"/>
            </a:avLst>
          </a:prstGeom>
          <a:solidFill xmlns:a="http://schemas.openxmlformats.org/drawingml/2006/main">
            <a:srgbClr val="F2B84B"/>
          </a:solidFill>
          <a:ln xmlns:a="http://schemas.openxmlformats.org/drawingml/2006/main" w="762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43" name="">
            <a:extLst xmlns:a="http://schemas.openxmlformats.org/drawingml/2006/main">
              <a:ext uri="{FF2B5EF4-FFF2-40B4-BE49-F238E27FC236}">
                <a16:creationId xmlns:a16="http://schemas.microsoft.com/office/drawing/2014/main" id="{9DE5369B-B875-4707-A9F7-7966F0D96934}"/>
              </a:ext>
            </a:extLst>
          </p:cNvPr>
          <p:cNvSpPr>
            <a:spLocks xmlns:a="http://schemas.openxmlformats.org/drawingml/2006/main" noGrp="1"/>
          </p:cNvSpPr>
          <p:nvPr/>
        </p:nvSpPr>
        <p:spPr>
          <a:xfrm xmlns:a="http://schemas.openxmlformats.org/drawingml/2006/main">
            <a:off x="9144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1" i="0">
                <a:solidFill>
                  <a:srgbClr val="050505"/>
                </a:solidFill>
              </a:defRPr>
            </a:pPr>
            <a:r>
              <a:rPr sz="600" b="1" i="0">
                <a:solidFill>
                  <a:srgbClr val="050505"/>
                </a:solidFill>
              </a:rPr>
              <a:t>Factory</a:t>
            </a:r>
          </a:p>
        </p:txBody>
      </p:sp>
      <p:sp>
        <p:nvSpPr>
          <p:cNvPr id="44" name="">
            <a:extLst xmlns:a="http://schemas.openxmlformats.org/drawingml/2006/main">
              <a:ext uri="{FF2B5EF4-FFF2-40B4-BE49-F238E27FC236}">
                <a16:creationId xmlns:a16="http://schemas.microsoft.com/office/drawing/2014/main" id="{C6BC6F7C-DC6A-407A-8F21-7A9FAF1287F1}"/>
              </a:ext>
            </a:extLst>
          </p:cNvPr>
          <p:cNvSpPr>
            <a:spLocks xmlns:a="http://schemas.openxmlformats.org/drawingml/2006/main" noGrp="1"/>
          </p:cNvSpPr>
          <p:nvPr/>
        </p:nvSpPr>
        <p:spPr>
          <a:xfrm xmlns:a="http://schemas.openxmlformats.org/drawingml/2006/main">
            <a:off x="9867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5" name="">
            <a:extLst xmlns:a="http://schemas.openxmlformats.org/drawingml/2006/main">
              <a:ext uri="{FF2B5EF4-FFF2-40B4-BE49-F238E27FC236}">
                <a16:creationId xmlns:a16="http://schemas.microsoft.com/office/drawing/2014/main" id="{D4946A0B-552E-4D1E-BE79-0ECAFDABB64F}"/>
              </a:ext>
            </a:extLst>
          </p:cNvPr>
          <p:cNvSpPr>
            <a:spLocks xmlns:a="http://schemas.openxmlformats.org/drawingml/2006/main" noGrp="1"/>
          </p:cNvSpPr>
          <p:nvPr/>
        </p:nvSpPr>
        <p:spPr>
          <a:xfrm xmlns:a="http://schemas.openxmlformats.org/drawingml/2006/main">
            <a:off x="9906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Portfolio</a:t>
            </a:r>
          </a:p>
        </p:txBody>
      </p:sp>
      <p:sp>
        <p:nvSpPr>
          <p:cNvPr id="46" name="">
            <a:extLst xmlns:a="http://schemas.openxmlformats.org/drawingml/2006/main">
              <a:ext uri="{FF2B5EF4-FFF2-40B4-BE49-F238E27FC236}">
                <a16:creationId xmlns:a16="http://schemas.microsoft.com/office/drawing/2014/main" id="{D3456320-4387-43AD-AADC-66C84682F32B}"/>
              </a:ext>
            </a:extLst>
          </p:cNvPr>
          <p:cNvSpPr>
            <a:spLocks xmlns:a="http://schemas.openxmlformats.org/drawingml/2006/main" noGrp="1"/>
          </p:cNvSpPr>
          <p:nvPr/>
        </p:nvSpPr>
        <p:spPr>
          <a:xfrm xmlns:a="http://schemas.openxmlformats.org/drawingml/2006/main">
            <a:off x="10629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7" name="">
            <a:extLst xmlns:a="http://schemas.openxmlformats.org/drawingml/2006/main">
              <a:ext uri="{FF2B5EF4-FFF2-40B4-BE49-F238E27FC236}">
                <a16:creationId xmlns:a16="http://schemas.microsoft.com/office/drawing/2014/main" id="{4C4A2E66-19E8-48A5-B4DA-0CE1BAFD4E08}"/>
              </a:ext>
            </a:extLst>
          </p:cNvPr>
          <p:cNvSpPr>
            <a:spLocks xmlns:a="http://schemas.openxmlformats.org/drawingml/2006/main" noGrp="1"/>
          </p:cNvSpPr>
          <p:nvPr/>
        </p:nvSpPr>
        <p:spPr>
          <a:xfrm xmlns:a="http://schemas.openxmlformats.org/drawingml/2006/main">
            <a:off x="10668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Recovery</a:t>
            </a:r>
          </a:p>
        </p:txBody>
      </p:sp>
      <p:sp>
        <p:nvSpPr>
          <p:cNvPr id="48" name="">
            <a:extLst xmlns:a="http://schemas.openxmlformats.org/drawingml/2006/main">
              <a:ext uri="{FF2B5EF4-FFF2-40B4-BE49-F238E27FC236}">
                <a16:creationId xmlns:a16="http://schemas.microsoft.com/office/drawing/2014/main" id="{DB8B6AF9-2A97-462A-AF35-7809C914BA79}"/>
              </a:ext>
            </a:extLst>
          </p:cNvPr>
          <p:cNvSpPr>
            <a:spLocks xmlns:a="http://schemas.openxmlformats.org/drawingml/2006/main" noGrp="1"/>
          </p:cNvSpPr>
          <p:nvPr/>
        </p:nvSpPr>
        <p:spPr>
          <a:xfrm xmlns:a="http://schemas.openxmlformats.org/drawingml/2006/main">
            <a:off x="7581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9" name="">
            <a:extLst xmlns:a="http://schemas.openxmlformats.org/drawingml/2006/main">
              <a:ext uri="{FF2B5EF4-FFF2-40B4-BE49-F238E27FC236}">
                <a16:creationId xmlns:a16="http://schemas.microsoft.com/office/drawing/2014/main" id="{D42442E2-37F7-4D9B-9039-29E938BF387F}"/>
              </a:ext>
            </a:extLst>
          </p:cNvPr>
          <p:cNvSpPr>
            <a:spLocks xmlns:a="http://schemas.openxmlformats.org/drawingml/2006/main" noGrp="1"/>
          </p:cNvSpPr>
          <p:nvPr/>
        </p:nvSpPr>
        <p:spPr>
          <a:xfrm xmlns:a="http://schemas.openxmlformats.org/drawingml/2006/main">
            <a:off x="7620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Quality</a:t>
            </a:r>
          </a:p>
        </p:txBody>
      </p:sp>
      <p:sp>
        <p:nvSpPr>
          <p:cNvPr id="50" name="">
            <a:extLst xmlns:a="http://schemas.openxmlformats.org/drawingml/2006/main">
              <a:ext uri="{FF2B5EF4-FFF2-40B4-BE49-F238E27FC236}">
                <a16:creationId xmlns:a16="http://schemas.microsoft.com/office/drawing/2014/main" id="{5E62EF7E-3E54-4769-8FD6-B9BB9D52E898}"/>
              </a:ext>
            </a:extLst>
          </p:cNvPr>
          <p:cNvSpPr>
            <a:spLocks xmlns:a="http://schemas.openxmlformats.org/drawingml/2006/main" noGrp="1"/>
          </p:cNvSpPr>
          <p:nvPr/>
        </p:nvSpPr>
        <p:spPr>
          <a:xfrm xmlns:a="http://schemas.openxmlformats.org/drawingml/2006/main">
            <a:off x="8343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1" name="">
            <a:extLst xmlns:a="http://schemas.openxmlformats.org/drawingml/2006/main">
              <a:ext uri="{FF2B5EF4-FFF2-40B4-BE49-F238E27FC236}">
                <a16:creationId xmlns:a16="http://schemas.microsoft.com/office/drawing/2014/main" id="{D40A7247-C1BB-4E39-97D9-8F30AB8DE4FC}"/>
              </a:ext>
            </a:extLst>
          </p:cNvPr>
          <p:cNvSpPr>
            <a:spLocks xmlns:a="http://schemas.openxmlformats.org/drawingml/2006/main" noGrp="1"/>
          </p:cNvSpPr>
          <p:nvPr/>
        </p:nvSpPr>
        <p:spPr>
          <a:xfrm xmlns:a="http://schemas.openxmlformats.org/drawingml/2006/main">
            <a:off x="8382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Memory</a:t>
            </a:r>
          </a:p>
        </p:txBody>
      </p:sp>
      <p:sp>
        <p:nvSpPr>
          <p:cNvPr id="52" name="">
            <a:extLst xmlns:a="http://schemas.openxmlformats.org/drawingml/2006/main">
              <a:ext uri="{FF2B5EF4-FFF2-40B4-BE49-F238E27FC236}">
                <a16:creationId xmlns:a16="http://schemas.microsoft.com/office/drawing/2014/main" id="{FD5CCEFC-6453-4A67-ADA9-A73BA49C7B24}"/>
              </a:ext>
            </a:extLst>
          </p:cNvPr>
          <p:cNvSpPr>
            <a:spLocks xmlns:a="http://schemas.openxmlformats.org/drawingml/2006/main" noGrp="1"/>
          </p:cNvSpPr>
          <p:nvPr/>
        </p:nvSpPr>
        <p:spPr>
          <a:xfrm xmlns:a="http://schemas.openxmlformats.org/drawingml/2006/main">
            <a:off x="9105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3" name="">
            <a:extLst xmlns:a="http://schemas.openxmlformats.org/drawingml/2006/main">
              <a:ext uri="{FF2B5EF4-FFF2-40B4-BE49-F238E27FC236}">
                <a16:creationId xmlns:a16="http://schemas.microsoft.com/office/drawing/2014/main" id="{103916D2-6EF2-4430-93BE-F8733023E35C}"/>
              </a:ext>
            </a:extLst>
          </p:cNvPr>
          <p:cNvSpPr>
            <a:spLocks xmlns:a="http://schemas.openxmlformats.org/drawingml/2006/main" noGrp="1"/>
          </p:cNvSpPr>
          <p:nvPr/>
        </p:nvSpPr>
        <p:spPr>
          <a:xfrm xmlns:a="http://schemas.openxmlformats.org/drawingml/2006/main">
            <a:off x="9144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Data</a:t>
            </a:r>
          </a:p>
        </p:txBody>
      </p:sp>
      <p:sp>
        <p:nvSpPr>
          <p:cNvPr id="54" name="">
            <a:extLst xmlns:a="http://schemas.openxmlformats.org/drawingml/2006/main">
              <a:ext uri="{FF2B5EF4-FFF2-40B4-BE49-F238E27FC236}">
                <a16:creationId xmlns:a16="http://schemas.microsoft.com/office/drawing/2014/main" id="{6474C75C-5ED4-41B7-9A03-2C70887F40BE}"/>
              </a:ext>
            </a:extLst>
          </p:cNvPr>
          <p:cNvSpPr>
            <a:spLocks xmlns:a="http://schemas.openxmlformats.org/drawingml/2006/main" noGrp="1"/>
          </p:cNvSpPr>
          <p:nvPr/>
        </p:nvSpPr>
        <p:spPr>
          <a:xfrm xmlns:a="http://schemas.openxmlformats.org/drawingml/2006/main">
            <a:off x="9867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5" name="">
            <a:extLst xmlns:a="http://schemas.openxmlformats.org/drawingml/2006/main">
              <a:ext uri="{FF2B5EF4-FFF2-40B4-BE49-F238E27FC236}">
                <a16:creationId xmlns:a16="http://schemas.microsoft.com/office/drawing/2014/main" id="{04D815D2-E159-440F-A930-C3C74C519665}"/>
              </a:ext>
            </a:extLst>
          </p:cNvPr>
          <p:cNvSpPr>
            <a:spLocks xmlns:a="http://schemas.openxmlformats.org/drawingml/2006/main" noGrp="1"/>
          </p:cNvSpPr>
          <p:nvPr/>
        </p:nvSpPr>
        <p:spPr>
          <a:xfrm xmlns:a="http://schemas.openxmlformats.org/drawingml/2006/main">
            <a:off x="9906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Runtime</a:t>
            </a:r>
          </a:p>
        </p:txBody>
      </p:sp>
      <p:sp>
        <p:nvSpPr>
          <p:cNvPr id="56" name="">
            <a:extLst xmlns:a="http://schemas.openxmlformats.org/drawingml/2006/main">
              <a:ext uri="{FF2B5EF4-FFF2-40B4-BE49-F238E27FC236}">
                <a16:creationId xmlns:a16="http://schemas.microsoft.com/office/drawing/2014/main" id="{A746F971-8941-4D5D-857E-AB5C03AE05BA}"/>
              </a:ext>
            </a:extLst>
          </p:cNvPr>
          <p:cNvSpPr>
            <a:spLocks xmlns:a="http://schemas.openxmlformats.org/drawingml/2006/main" noGrp="1"/>
          </p:cNvSpPr>
          <p:nvPr/>
        </p:nvSpPr>
        <p:spPr>
          <a:xfrm xmlns:a="http://schemas.openxmlformats.org/drawingml/2006/main">
            <a:off x="10629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7" name="">
            <a:extLst xmlns:a="http://schemas.openxmlformats.org/drawingml/2006/main">
              <a:ext uri="{FF2B5EF4-FFF2-40B4-BE49-F238E27FC236}">
                <a16:creationId xmlns:a16="http://schemas.microsoft.com/office/drawing/2014/main" id="{5DD66681-BF78-4EE9-B110-895F8580A7C7}"/>
              </a:ext>
            </a:extLst>
          </p:cNvPr>
          <p:cNvSpPr>
            <a:spLocks xmlns:a="http://schemas.openxmlformats.org/drawingml/2006/main" noGrp="1"/>
          </p:cNvSpPr>
          <p:nvPr/>
        </p:nvSpPr>
        <p:spPr>
          <a:xfrm xmlns:a="http://schemas.openxmlformats.org/drawingml/2006/main">
            <a:off x="10668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Audit</a:t>
            </a:r>
          </a:p>
        </p:txBody>
      </p:sp>
      <p:sp>
        <p:nvSpPr>
          <p:cNvPr id="58" name="">
            <a:extLst xmlns:a="http://schemas.openxmlformats.org/drawingml/2006/main">
              <a:ext uri="{FF2B5EF4-FFF2-40B4-BE49-F238E27FC236}">
                <a16:creationId xmlns:a16="http://schemas.microsoft.com/office/drawing/2014/main" id="{9C33F0B9-91AD-4F8C-BC94-E9D435F47A47}"/>
              </a:ext>
            </a:extLst>
          </p:cNvPr>
          <p:cNvSpPr>
            <a:spLocks xmlns:a="http://schemas.openxmlformats.org/drawingml/2006/main" noGrp="1"/>
          </p:cNvSpPr>
          <p:nvPr/>
        </p:nvSpPr>
        <p:spPr>
          <a:xfrm xmlns:a="http://schemas.openxmlformats.org/drawingml/2006/main">
            <a:off x="7639050" y="3105150"/>
            <a:ext cx="3619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AUTONOMOUS RUN CONTROL ROOM</a:t>
            </a:r>
          </a:p>
        </p:txBody>
      </p:sp>
      <p:sp>
        <p:nvSpPr>
          <p:cNvPr id="59" name="">
            <a:extLst xmlns:a="http://schemas.openxmlformats.org/drawingml/2006/main">
              <a:ext uri="{FF2B5EF4-FFF2-40B4-BE49-F238E27FC236}">
                <a16:creationId xmlns:a16="http://schemas.microsoft.com/office/drawing/2014/main" id="{53945356-7BB7-4F36-B30E-F41024500766}"/>
              </a:ext>
            </a:extLst>
          </p:cNvPr>
          <p:cNvSpPr>
            <a:spLocks xmlns:a="http://schemas.openxmlformats.org/drawingml/2006/main" noGrp="1"/>
          </p:cNvSpPr>
          <p:nvPr/>
        </p:nvSpPr>
        <p:spPr>
          <a:xfrm xmlns:a="http://schemas.openxmlformats.org/drawingml/2006/main">
            <a:off x="7639050" y="3352800"/>
            <a:ext cx="361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F8F4EC"/>
                </a:solidFill>
              </a:defRPr>
            </a:pPr>
            <a:r>
              <a:rPr sz="1650" b="1" i="0">
                <a:solidFill>
                  <a:srgbClr val="F8F4EC"/>
                </a:solidFill>
              </a:rPr>
              <a:t>Every station leaves a receipt</a:t>
            </a:r>
          </a:p>
        </p:txBody>
      </p:sp>
      <p:sp>
        <p:nvSpPr>
          <p:cNvPr id="60" name="">
            <a:extLst xmlns:a="http://schemas.openxmlformats.org/drawingml/2006/main">
              <a:ext uri="{FF2B5EF4-FFF2-40B4-BE49-F238E27FC236}">
                <a16:creationId xmlns:a16="http://schemas.microsoft.com/office/drawing/2014/main" id="{F67718D0-853E-49EB-9BFB-DDFB892BFA60}"/>
              </a:ext>
            </a:extLst>
          </p:cNvPr>
          <p:cNvSpPr>
            <a:spLocks xmlns:a="http://schemas.openxmlformats.org/drawingml/2006/main" noGrp="1"/>
          </p:cNvSpPr>
          <p:nvPr/>
        </p:nvSpPr>
        <p:spPr>
          <a:xfrm xmlns:a="http://schemas.openxmlformats.org/drawingml/2006/main">
            <a:off x="7658100" y="4048125"/>
            <a:ext cx="228600" cy="228600"/>
          </a:xfrm>
          <a:prstGeom xmlns:a="http://schemas.openxmlformats.org/drawingml/2006/main" prst="ellipse">
            <a:avLst/>
          </a:prstGeom>
          <a:solidFill xmlns:a="http://schemas.openxmlformats.org/drawingml/2006/main">
            <a:srgbClr val="F2B84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1" name="">
            <a:extLst xmlns:a="http://schemas.openxmlformats.org/drawingml/2006/main">
              <a:ext uri="{FF2B5EF4-FFF2-40B4-BE49-F238E27FC236}">
                <a16:creationId xmlns:a16="http://schemas.microsoft.com/office/drawing/2014/main" id="{23C76D62-028F-4037-915B-DF1965EEF77E}"/>
              </a:ext>
            </a:extLst>
          </p:cNvPr>
          <p:cNvSpPr>
            <a:spLocks xmlns:a="http://schemas.openxmlformats.org/drawingml/2006/main" noGrp="1"/>
          </p:cNvSpPr>
          <p:nvPr/>
        </p:nvSpPr>
        <p:spPr>
          <a:xfrm xmlns:a="http://schemas.openxmlformats.org/drawingml/2006/main">
            <a:off x="7658100" y="410527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050505"/>
                </a:solidFill>
              </a:defRPr>
            </a:pPr>
            <a:r>
              <a:rPr sz="675" b="1" i="0">
                <a:solidFill>
                  <a:srgbClr val="050505"/>
                </a:solidFill>
              </a:rPr>
              <a:t>1</a:t>
            </a:r>
          </a:p>
        </p:txBody>
      </p:sp>
      <p:sp>
        <p:nvSpPr>
          <p:cNvPr id="62" name="">
            <a:extLst xmlns:a="http://schemas.openxmlformats.org/drawingml/2006/main">
              <a:ext uri="{FF2B5EF4-FFF2-40B4-BE49-F238E27FC236}">
                <a16:creationId xmlns:a16="http://schemas.microsoft.com/office/drawing/2014/main" id="{5BEF6A44-C3BF-4E67-97E8-44ABA29F3577}"/>
              </a:ext>
            </a:extLst>
          </p:cNvPr>
          <p:cNvSpPr>
            <a:spLocks xmlns:a="http://schemas.openxmlformats.org/drawingml/2006/main" noGrp="1"/>
          </p:cNvSpPr>
          <p:nvPr/>
        </p:nvSpPr>
        <p:spPr>
          <a:xfrm xmlns:a="http://schemas.openxmlformats.org/drawingml/2006/main">
            <a:off x="8001000" y="403860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8F4EC"/>
                </a:solidFill>
              </a:defRPr>
            </a:pPr>
            <a:r>
              <a:rPr sz="1050" b="1" i="0">
                <a:solidFill>
                  <a:srgbClr val="F8F4EC"/>
                </a:solidFill>
              </a:rPr>
              <a:t>Planner → builder → verifier</a:t>
            </a:r>
          </a:p>
        </p:txBody>
      </p:sp>
      <p:sp>
        <p:nvSpPr>
          <p:cNvPr id="63" name="">
            <a:extLst xmlns:a="http://schemas.openxmlformats.org/drawingml/2006/main">
              <a:ext uri="{FF2B5EF4-FFF2-40B4-BE49-F238E27FC236}">
                <a16:creationId xmlns:a16="http://schemas.microsoft.com/office/drawing/2014/main" id="{13A49119-0898-42E4-A1CE-5EABEE98FEC4}"/>
              </a:ext>
            </a:extLst>
          </p:cNvPr>
          <p:cNvSpPr>
            <a:spLocks xmlns:a="http://schemas.openxmlformats.org/drawingml/2006/main" noGrp="1"/>
          </p:cNvSpPr>
          <p:nvPr/>
        </p:nvSpPr>
        <p:spPr>
          <a:xfrm xmlns:a="http://schemas.openxmlformats.org/drawingml/2006/main">
            <a:off x="7658100" y="4524375"/>
            <a:ext cx="228600" cy="228600"/>
          </a:xfrm>
          <a:prstGeom xmlns:a="http://schemas.openxmlformats.org/drawingml/2006/main" prst="ellipse">
            <a:avLst/>
          </a:prstGeom>
          <a:solidFill xmlns:a="http://schemas.openxmlformats.org/drawingml/2006/main">
            <a:srgbClr val="2A1D0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4" name="">
            <a:extLst xmlns:a="http://schemas.openxmlformats.org/drawingml/2006/main">
              <a:ext uri="{FF2B5EF4-FFF2-40B4-BE49-F238E27FC236}">
                <a16:creationId xmlns:a16="http://schemas.microsoft.com/office/drawing/2014/main" id="{EA0A3DDD-790E-441D-94CE-81C3A8E371F3}"/>
              </a:ext>
            </a:extLst>
          </p:cNvPr>
          <p:cNvSpPr>
            <a:spLocks xmlns:a="http://schemas.openxmlformats.org/drawingml/2006/main" noGrp="1"/>
          </p:cNvSpPr>
          <p:nvPr/>
        </p:nvSpPr>
        <p:spPr>
          <a:xfrm xmlns:a="http://schemas.openxmlformats.org/drawingml/2006/main">
            <a:off x="7658100" y="458152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F2B84B"/>
                </a:solidFill>
              </a:defRPr>
            </a:pPr>
            <a:r>
              <a:rPr sz="675" b="1" i="0">
                <a:solidFill>
                  <a:srgbClr val="F2B84B"/>
                </a:solidFill>
              </a:rPr>
              <a:t>2</a:t>
            </a:r>
          </a:p>
        </p:txBody>
      </p:sp>
      <p:sp>
        <p:nvSpPr>
          <p:cNvPr id="65" name="">
            <a:extLst xmlns:a="http://schemas.openxmlformats.org/drawingml/2006/main">
              <a:ext uri="{FF2B5EF4-FFF2-40B4-BE49-F238E27FC236}">
                <a16:creationId xmlns:a16="http://schemas.microsoft.com/office/drawing/2014/main" id="{891D7F5C-BF1C-4BD3-BB15-53A23D16E960}"/>
              </a:ext>
            </a:extLst>
          </p:cNvPr>
          <p:cNvSpPr>
            <a:spLocks xmlns:a="http://schemas.openxmlformats.org/drawingml/2006/main" noGrp="1"/>
          </p:cNvSpPr>
          <p:nvPr/>
        </p:nvSpPr>
        <p:spPr>
          <a:xfrm xmlns:a="http://schemas.openxmlformats.org/drawingml/2006/main">
            <a:off x="8001000" y="451485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Acceptance gates + changed paths</a:t>
            </a:r>
          </a:p>
        </p:txBody>
      </p:sp>
      <p:sp>
        <p:nvSpPr>
          <p:cNvPr id="66" name="">
            <a:extLst xmlns:a="http://schemas.openxmlformats.org/drawingml/2006/main">
              <a:ext uri="{FF2B5EF4-FFF2-40B4-BE49-F238E27FC236}">
                <a16:creationId xmlns:a16="http://schemas.microsoft.com/office/drawing/2014/main" id="{E562A70A-20F0-4B3E-932B-816342E4B76F}"/>
              </a:ext>
            </a:extLst>
          </p:cNvPr>
          <p:cNvSpPr>
            <a:spLocks xmlns:a="http://schemas.openxmlformats.org/drawingml/2006/main" noGrp="1"/>
          </p:cNvSpPr>
          <p:nvPr/>
        </p:nvSpPr>
        <p:spPr>
          <a:xfrm xmlns:a="http://schemas.openxmlformats.org/drawingml/2006/main">
            <a:off x="7658100" y="5000625"/>
            <a:ext cx="228600" cy="228600"/>
          </a:xfrm>
          <a:prstGeom xmlns:a="http://schemas.openxmlformats.org/drawingml/2006/main" prst="ellipse">
            <a:avLst/>
          </a:prstGeom>
          <a:solidFill xmlns:a="http://schemas.openxmlformats.org/drawingml/2006/main">
            <a:srgbClr val="2A1D0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7" name="">
            <a:extLst xmlns:a="http://schemas.openxmlformats.org/drawingml/2006/main">
              <a:ext uri="{FF2B5EF4-FFF2-40B4-BE49-F238E27FC236}">
                <a16:creationId xmlns:a16="http://schemas.microsoft.com/office/drawing/2014/main" id="{FA50E43D-F30E-4BB9-90A5-4AE96F546C90}"/>
              </a:ext>
            </a:extLst>
          </p:cNvPr>
          <p:cNvSpPr>
            <a:spLocks xmlns:a="http://schemas.openxmlformats.org/drawingml/2006/main" noGrp="1"/>
          </p:cNvSpPr>
          <p:nvPr/>
        </p:nvSpPr>
        <p:spPr>
          <a:xfrm xmlns:a="http://schemas.openxmlformats.org/drawingml/2006/main">
            <a:off x="7658100" y="505777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F2B84B"/>
                </a:solidFill>
              </a:defRPr>
            </a:pPr>
            <a:r>
              <a:rPr sz="675" b="1" i="0">
                <a:solidFill>
                  <a:srgbClr val="F2B84B"/>
                </a:solidFill>
              </a:rPr>
              <a:t>3</a:t>
            </a:r>
          </a:p>
        </p:txBody>
      </p:sp>
      <p:sp>
        <p:nvSpPr>
          <p:cNvPr id="68" name="">
            <a:extLst xmlns:a="http://schemas.openxmlformats.org/drawingml/2006/main">
              <a:ext uri="{FF2B5EF4-FFF2-40B4-BE49-F238E27FC236}">
                <a16:creationId xmlns:a16="http://schemas.microsoft.com/office/drawing/2014/main" id="{2DA9C80F-37F5-4D0A-B36B-E509D4D1733A}"/>
              </a:ext>
            </a:extLst>
          </p:cNvPr>
          <p:cNvSpPr>
            <a:spLocks xmlns:a="http://schemas.openxmlformats.org/drawingml/2006/main" noGrp="1"/>
          </p:cNvSpPr>
          <p:nvPr/>
        </p:nvSpPr>
        <p:spPr>
          <a:xfrm xmlns:a="http://schemas.openxmlformats.org/drawingml/2006/main">
            <a:off x="8001000" y="499110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Run receipt + event timeline</a:t>
            </a:r>
          </a:p>
        </p:txBody>
      </p:sp>
      <p:sp>
        <p:nvSpPr>
          <p:cNvPr id="69" name="">
            <a:extLst xmlns:a="http://schemas.openxmlformats.org/drawingml/2006/main">
              <a:ext uri="{FF2B5EF4-FFF2-40B4-BE49-F238E27FC236}">
                <a16:creationId xmlns:a16="http://schemas.microsoft.com/office/drawing/2014/main" id="{67B2732E-51E1-4F54-BC5F-8A57A060CDF7}"/>
              </a:ext>
            </a:extLst>
          </p:cNvPr>
          <p:cNvSpPr>
            <a:spLocks xmlns:a="http://schemas.openxmlformats.org/drawingml/2006/main" noGrp="1"/>
          </p:cNvSpPr>
          <p:nvPr/>
        </p:nvSpPr>
        <p:spPr>
          <a:xfrm xmlns:a="http://schemas.openxmlformats.org/drawingml/2006/main">
            <a:off x="7639050" y="5410200"/>
            <a:ext cx="1257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Customer value</a:t>
            </a:r>
          </a:p>
        </p:txBody>
      </p:sp>
      <p:sp>
        <p:nvSpPr>
          <p:cNvPr id="70" name="">
            <a:extLst xmlns:a="http://schemas.openxmlformats.org/drawingml/2006/main">
              <a:ext uri="{FF2B5EF4-FFF2-40B4-BE49-F238E27FC236}">
                <a16:creationId xmlns:a16="http://schemas.microsoft.com/office/drawing/2014/main" id="{14439CD7-0AA6-4C91-B0B3-6F1F967E5378}"/>
              </a:ext>
            </a:extLst>
          </p:cNvPr>
          <p:cNvSpPr>
            <a:spLocks xmlns:a="http://schemas.openxmlformats.org/drawingml/2006/main" noGrp="1"/>
          </p:cNvSpPr>
          <p:nvPr/>
        </p:nvSpPr>
        <p:spPr>
          <a:xfrm xmlns:a="http://schemas.openxmlformats.org/drawingml/2006/main">
            <a:off x="8953500" y="5381625"/>
            <a:ext cx="2324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F8F4EC"/>
                </a:solidFill>
              </a:defRPr>
            </a:pPr>
            <a:r>
              <a:rPr sz="900" b="1" i="0">
                <a:solidFill>
                  <a:srgbClr val="F8F4EC"/>
                </a:solidFill>
              </a:rPr>
              <a:t>One shared truth surface</a:t>
            </a:r>
          </a:p>
        </p:txBody>
      </p:sp>
      <p:sp>
        <p:nvSpPr>
          <p:cNvPr id="71" name="">
            <a:extLst xmlns:a="http://schemas.openxmlformats.org/drawingml/2006/main">
              <a:ext uri="{FF2B5EF4-FFF2-40B4-BE49-F238E27FC236}">
                <a16:creationId xmlns:a16="http://schemas.microsoft.com/office/drawing/2014/main" id="{A1C46BA2-B9D7-439C-AEB4-A5765A0BC56D}"/>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3" name="">
            <a:extLst xmlns:a="http://schemas.openxmlformats.org/drawingml/2006/main">
              <a:ext uri="{FF2B5EF4-FFF2-40B4-BE49-F238E27FC236}">
                <a16:creationId xmlns:a16="http://schemas.microsoft.com/office/drawing/2014/main" id="{1A82BA95-52DB-43EB-8574-63C57EA415A1}"/>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4" name="">
            <a:extLst xmlns:a="http://schemas.openxmlformats.org/drawingml/2006/main">
              <a:ext uri="{FF2B5EF4-FFF2-40B4-BE49-F238E27FC236}">
                <a16:creationId xmlns:a16="http://schemas.microsoft.com/office/drawing/2014/main" id="{7B46039C-99B7-49CA-86C3-32BD022F8828}"/>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10</a:t>
            </a:r>
          </a:p>
        </p:txBody>
      </p:sp>
      <p:pic>
        <p:nvPicPr>
          <p:cNvPr id="250" name=""/>
          <p:cNvPicPr>
            <a:picLocks xmlns:a="http://schemas.openxmlformats.org/drawingml/2006/main" noChangeAspect="1"/>
          </p:cNvPicPr>
          <p:nvPr/>
        </p:nvPicPr>
        <p:blipFill>
          <a:blip xmlns:r="http://schemas.openxmlformats.org/officeDocument/2006/relationships" xmlns:a="http://schemas.openxmlformats.org/drawingml/2006/main" r:embed="Rb97c979fe4464a8b">
            <a:extLst>
              <a:ext uri="{96DAC541-7B7A-43D3-8B79-37D633B846F1}">
                <asvg:svgBlip xmlns:asvg="http://schemas.microsoft.com/office/drawing/2016/SVG/main" r:embed="R66d46a9874f649ca"/>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251" name=""/>
          <p:cNvPicPr>
            <a:picLocks xmlns:a="http://schemas.openxmlformats.org/drawingml/2006/main" noChangeAspect="1"/>
          </p:cNvPicPr>
          <p:nvPr/>
        </p:nvPicPr>
        <p:blipFill>
          <a:blip xmlns:r="http://schemas.openxmlformats.org/officeDocument/2006/relationships" xmlns:a="http://schemas.openxmlformats.org/drawingml/2006/main" r:embed="R75a02723adea4faf">
            <a:extLst>
              <a:ext uri="{96DAC541-7B7A-43D3-8B79-37D633B846F1}">
                <asvg:svgBlip xmlns:asvg="http://schemas.microsoft.com/office/drawing/2016/SVG/main" r:embed="R9f5ddf02a6b64cb9"/>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1211462970"/>
      </p:ext>
    </p:extLst>
  </p:cSld>
</p:sld>
</file>

<file path=ppt/slides/slide1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2205732-FC2E-4B81-8FF0-B0339234F13B}"/>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F2B84B"/>
          </a:solidFill>
          <a:ln xmlns:a="http://schemas.openxmlformats.org/drawingml/2006/main" w="1270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EB9B1A3E-76E0-48FC-8CD8-A284D914C30A}"/>
              </a:ext>
            </a:extLst>
          </p:cNvPr>
          <p:cNvSpPr>
            <a:spLocks xmlns:a="http://schemas.openxmlformats.org/drawingml/2006/main" noGrp="1"/>
          </p:cNvSpPr>
          <p:nvPr/>
        </p:nvSpPr>
        <p:spPr>
          <a:xfrm xmlns:a="http://schemas.openxmlformats.org/drawingml/2006/main">
            <a:off x="731520" y="214884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F2B84B"/>
                </a:solidFill>
                <a:latin typeface="Arial"/>
                <a:ea typeface="Arial"/>
                <a:cs typeface="Arial"/>
              </a:rPr>
              <a:t>THE AGENT STORY</a:t>
            </a:r>
            <a:endParaRPr sz="1100"/>
          </a:p>
        </p:txBody>
      </p:sp>
      <p:sp>
        <p:nvSpPr>
          <p:cNvPr id="4" name="Text 2">
            <a:extLst xmlns:a="http://schemas.openxmlformats.org/drawingml/2006/main">
              <a:ext uri="{FF2B5EF4-FFF2-40B4-BE49-F238E27FC236}">
                <a16:creationId xmlns:a16="http://schemas.microsoft.com/office/drawing/2014/main" id="{B1E3B53A-605C-490D-869E-676EB6757448}"/>
              </a:ext>
            </a:extLst>
          </p:cNvPr>
          <p:cNvSpPr>
            <a:spLocks xmlns:a="http://schemas.openxmlformats.org/drawingml/2006/main" noGrp="1"/>
          </p:cNvSpPr>
          <p:nvPr/>
        </p:nvSpPr>
        <p:spPr>
          <a:xfrm xmlns:a="http://schemas.openxmlformats.org/drawingml/2006/main">
            <a:off x="731520" y="2560320"/>
            <a:ext cx="95097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4800"/>
              </a:lnSpc>
              <a:buNone/>
            </a:pPr>
            <a:r>
              <a:rPr sz="4000" b="1">
                <a:solidFill>
                  <a:srgbClr val="F8F4EC"/>
                </a:solidFill>
                <a:latin typeface="Arial"/>
                <a:ea typeface="Arial"/>
                <a:cs typeface="Arial"/>
              </a:rPr>
              <a:t>Four workers. One of them</a:t>
            </a:r>
            <a:endParaRPr sz="4000"/>
          </a:p>
          <a:p xmlns:a="http://schemas.openxmlformats.org/drawingml/2006/main">
            <a:pPr marL="0" indent="0">
              <a:lnSpc>
                <a:spcPts val="4800"/>
              </a:lnSpc>
              <a:buNone/>
            </a:pPr>
            <a:r>
              <a:rPr sz="4000" b="1">
                <a:solidFill>
                  <a:srgbClr val="F8F4EC"/>
                </a:solidFill>
                <a:latin typeface="Arial"/>
                <a:ea typeface="Arial"/>
                <a:cs typeface="Arial"/>
              </a:rPr>
              <a:t>is not a model.</a:t>
            </a:r>
            <a:endParaRPr sz="4000"/>
          </a:p>
        </p:txBody>
      </p:sp>
      <p:sp>
        <p:nvSpPr>
          <p:cNvPr id="5" name="Shape 3">
            <a:extLst xmlns:a="http://schemas.openxmlformats.org/drawingml/2006/main">
              <a:ext uri="{FF2B5EF4-FFF2-40B4-BE49-F238E27FC236}">
                <a16:creationId xmlns:a16="http://schemas.microsoft.com/office/drawing/2014/main" id="{CA24C156-F2A7-4CB5-8E66-63471C9C1D17}"/>
              </a:ext>
            </a:extLst>
          </p:cNvPr>
          <p:cNvSpPr>
            <a:spLocks xmlns:a="http://schemas.openxmlformats.org/drawingml/2006/main" noGrp="1"/>
          </p:cNvSpPr>
          <p:nvPr/>
        </p:nvSpPr>
        <p:spPr>
          <a:xfrm xmlns:a="http://schemas.openxmlformats.org/drawingml/2006/main">
            <a:off x="731520" y="4315968"/>
            <a:ext cx="1371600" cy="32004"/>
          </a:xfrm>
          <a:prstGeom xmlns:a="http://schemas.openxmlformats.org/drawingml/2006/main" prst="rect">
            <a:avLst/>
          </a:prstGeom>
          <a:solidFill xmlns:a="http://schemas.openxmlformats.org/drawingml/2006/main">
            <a:srgbClr val="F2B84B"/>
          </a:solidFill>
          <a:ln xmlns:a="http://schemas.openxmlformats.org/drawingml/2006/main" w="1270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1DA80841-1678-444F-A4F6-47B4E0CF4243}"/>
              </a:ext>
            </a:extLst>
          </p:cNvPr>
          <p:cNvSpPr>
            <a:spLocks xmlns:a="http://schemas.openxmlformats.org/drawingml/2006/main" noGrp="1"/>
          </p:cNvSpPr>
          <p:nvPr/>
        </p:nvSpPr>
        <p:spPr>
          <a:xfrm xmlns:a="http://schemas.openxmlformats.org/drawingml/2006/main">
            <a:off x="731520" y="4572000"/>
            <a:ext cx="85953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300"/>
              </a:lnSpc>
              <a:buNone/>
            </a:pPr>
            <a:r>
              <a:rPr sz="1500">
                <a:solidFill>
                  <a:srgbClr val="C5BDAF"/>
                </a:solidFill>
                <a:latin typeface="Arial"/>
                <a:ea typeface="Arial"/>
                <a:cs typeface="Arial"/>
              </a:rPr>
              <a:t>The factory runs unattended because the station that decides correctness cannot be persuaded, cannot be prompted, and cannot see what it is grading against.</a:t>
            </a:r>
            <a:endParaRPr sz="1500"/>
          </a:p>
        </p:txBody>
      </p:sp>
      <p:sp>
        <p:nvSpPr>
          <p:cNvPr id="8" name="Text 6">
            <a:extLst xmlns:a="http://schemas.openxmlformats.org/drawingml/2006/main">
              <a:ext uri="{FF2B5EF4-FFF2-40B4-BE49-F238E27FC236}">
                <a16:creationId xmlns:a16="http://schemas.microsoft.com/office/drawing/2014/main" id="{4E982F87-C537-4400-B00E-EE48162D39D6}"/>
              </a:ext>
            </a:extLst>
          </p:cNvPr>
          <p:cNvSpPr>
            <a:spLocks xmlns:a="http://schemas.openxmlformats.org/drawingml/2006/main" noGrp="1"/>
          </p:cNvSpPr>
          <p:nvPr/>
        </p:nvSpPr>
        <p:spPr>
          <a:xfrm xmlns:a="http://schemas.openxmlformats.org/drawingml/2006/main">
            <a:off x="11064240" y="6446520"/>
            <a:ext cx="640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7A7268"/>
                </a:solidFill>
                <a:latin typeface="Arial"/>
                <a:ea typeface="Arial"/>
                <a:cs typeface="Arial"/>
              </a:rPr>
              <a:t>11</a:t>
            </a:r>
            <a:endParaRPr sz="750"/>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1fdf90361514737">
            <a:extLst>
              <a:ext uri="{96DAC541-7B7A-43D3-8B79-37D633B846F1}">
                <asvg:svgBlip xmlns:asvg="http://schemas.microsoft.com/office/drawing/2016/SVG/main" r:embed="R78ed154ca8584362"/>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6b3b09734f94b1c">
            <a:extLst>
              <a:ext uri="{96DAC541-7B7A-43D3-8B79-37D633B846F1}">
                <asvg:svgBlip xmlns:asvg="http://schemas.microsoft.com/office/drawing/2016/SVG/main" r:embed="R9fe622a4028f4b3b"/>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1997897911"/>
      </p:ext>
    </p:extLst>
  </p:cSld>
</p:sld>
</file>

<file path=ppt/slides/slide1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DE97ED8-5D79-4AFB-BBB9-0EF49730AC50}"/>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F2B84B"/>
          </a:solidFill>
          <a:ln xmlns:a="http://schemas.openxmlformats.org/drawingml/2006/main" w="1270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BB4D4E8A-BDF2-46ED-A399-B9124172C360}"/>
              </a:ext>
            </a:extLst>
          </p:cNvPr>
          <p:cNvSpPr>
            <a:spLocks xmlns:a="http://schemas.openxmlformats.org/drawingml/2006/main" noGrp="1"/>
          </p:cNvSpPr>
          <p:nvPr/>
        </p:nvSpPr>
        <p:spPr>
          <a:xfrm xmlns:a="http://schemas.openxmlformats.org/drawingml/2006/main">
            <a:off x="502920" y="310896"/>
            <a:ext cx="86868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40">
                <a:solidFill>
                  <a:srgbClr val="F2B84B"/>
                </a:solidFill>
                <a:latin typeface="Arial"/>
                <a:ea typeface="Arial"/>
                <a:cs typeface="Arial"/>
              </a:rPr>
              <a:t>THE AGENT STORY · STATION 01</a:t>
            </a:r>
            <a:endParaRPr sz="1000"/>
          </a:p>
        </p:txBody>
      </p:sp>
      <p:sp>
        <p:nvSpPr>
          <p:cNvPr id="4" name="Text 2">
            <a:extLst xmlns:a="http://schemas.openxmlformats.org/drawingml/2006/main">
              <a:ext uri="{FF2B5EF4-FFF2-40B4-BE49-F238E27FC236}">
                <a16:creationId xmlns:a16="http://schemas.microsoft.com/office/drawing/2014/main" id="{0795DD65-7069-4899-A6E2-984B75EB29B1}"/>
              </a:ext>
            </a:extLst>
          </p:cNvPr>
          <p:cNvSpPr>
            <a:spLocks xmlns:a="http://schemas.openxmlformats.org/drawingml/2006/main" noGrp="1"/>
          </p:cNvSpPr>
          <p:nvPr/>
        </p:nvSpPr>
        <p:spPr>
          <a:xfrm xmlns:a="http://schemas.openxmlformats.org/drawingml/2006/main">
            <a:off x="502920" y="585216"/>
            <a:ext cx="106070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8F4EC"/>
                </a:solidFill>
                <a:latin typeface="Arial"/>
                <a:ea typeface="Arial"/>
                <a:cs typeface="Arial"/>
              </a:rPr>
              <a:t>The Planner bounds the work before anyone writes code</a:t>
            </a:r>
            <a:endParaRPr sz="2700"/>
          </a:p>
        </p:txBody>
      </p:sp>
      <p:sp>
        <p:nvSpPr>
          <p:cNvPr id="5" name="Shape 3">
            <a:extLst xmlns:a="http://schemas.openxmlformats.org/drawingml/2006/main">
              <a:ext uri="{FF2B5EF4-FFF2-40B4-BE49-F238E27FC236}">
                <a16:creationId xmlns:a16="http://schemas.microsoft.com/office/drawing/2014/main" id="{082FBCA1-240E-4180-931D-657CE3AC4960}"/>
              </a:ext>
            </a:extLst>
          </p:cNvPr>
          <p:cNvSpPr>
            <a:spLocks xmlns:a="http://schemas.openxmlformats.org/drawingml/2006/main" noGrp="1"/>
          </p:cNvSpPr>
          <p:nvPr/>
        </p:nvSpPr>
        <p:spPr>
          <a:xfrm xmlns:a="http://schemas.openxmlformats.org/drawingml/2006/main">
            <a:off x="502920" y="1234440"/>
            <a:ext cx="658368" cy="32004"/>
          </a:xfrm>
          <a:prstGeom xmlns:a="http://schemas.openxmlformats.org/drawingml/2006/main" prst="rect">
            <a:avLst/>
          </a:prstGeom>
          <a:solidFill xmlns:a="http://schemas.openxmlformats.org/drawingml/2006/main">
            <a:srgbClr val="F2B84B"/>
          </a:solidFill>
          <a:ln xmlns:a="http://schemas.openxmlformats.org/drawingml/2006/main" w="1270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96928691-50B3-4BCF-B5A8-32C579A7CF07}"/>
              </a:ext>
            </a:extLst>
          </p:cNvPr>
          <p:cNvSpPr>
            <a:spLocks xmlns:a="http://schemas.openxmlformats.org/drawingml/2006/main" noGrp="1"/>
          </p:cNvSpPr>
          <p:nvPr/>
        </p:nvSpPr>
        <p:spPr>
          <a:xfrm xmlns:a="http://schemas.openxmlformats.org/drawingml/2006/main">
            <a:off x="1371600" y="1115568"/>
            <a:ext cx="9692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C5BDAF"/>
                </a:solidFill>
                <a:latin typeface="Arial"/>
                <a:ea typeface="Arial"/>
                <a:cs typeface="Arial"/>
              </a:rPr>
              <a:t>A work order is a contract: allowed paths, graph scope, gate commands, timeouts.</a:t>
            </a:r>
            <a:endParaRPr sz="1250"/>
          </a:p>
        </p:txBody>
      </p:sp>
      <p:sp>
        <p:nvSpPr>
          <p:cNvPr id="8" name="Text 6">
            <a:extLst xmlns:a="http://schemas.openxmlformats.org/drawingml/2006/main">
              <a:ext uri="{FF2B5EF4-FFF2-40B4-BE49-F238E27FC236}">
                <a16:creationId xmlns:a16="http://schemas.microsoft.com/office/drawing/2014/main" id="{143F4769-0028-4CD9-A607-722B4D513843}"/>
              </a:ext>
            </a:extLst>
          </p:cNvPr>
          <p:cNvSpPr>
            <a:spLocks xmlns:a="http://schemas.openxmlformats.org/drawingml/2006/main" noGrp="1"/>
          </p:cNvSpPr>
          <p:nvPr/>
        </p:nvSpPr>
        <p:spPr>
          <a:xfrm xmlns:a="http://schemas.openxmlformats.org/drawingml/2006/main">
            <a:off x="11064240" y="6446520"/>
            <a:ext cx="640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7A7268"/>
                </a:solidFill>
                <a:latin typeface="Arial"/>
                <a:ea typeface="Arial"/>
                <a:cs typeface="Arial"/>
              </a:rPr>
              <a:t>12</a:t>
            </a:r>
            <a:endParaRPr sz="750"/>
          </a:p>
        </p:txBody>
      </p:sp>
      <p:sp>
        <p:nvSpPr>
          <p:cNvPr id="9" name="Shape 7">
            <a:extLst xmlns:a="http://schemas.openxmlformats.org/drawingml/2006/main">
              <a:ext uri="{FF2B5EF4-FFF2-40B4-BE49-F238E27FC236}">
                <a16:creationId xmlns:a16="http://schemas.microsoft.com/office/drawing/2014/main" id="{D5C2E20F-5265-4DFF-866D-DCB8D8BEBE1E}"/>
              </a:ext>
            </a:extLst>
          </p:cNvPr>
          <p:cNvSpPr>
            <a:spLocks xmlns:a="http://schemas.openxmlformats.org/drawingml/2006/main" noGrp="1"/>
          </p:cNvSpPr>
          <p:nvPr/>
        </p:nvSpPr>
        <p:spPr>
          <a:xfrm xmlns:a="http://schemas.openxmlformats.org/drawingml/2006/main">
            <a:off x="502920" y="1691640"/>
            <a:ext cx="2487168" cy="2286000"/>
          </a:xfrm>
          <a:prstGeom xmlns:a="http://schemas.openxmlformats.org/drawingml/2006/main" prst="roundRect">
            <a:avLst>
              <a:gd name="adj" fmla="val 1600"/>
            </a:avLst>
          </a:prstGeom>
          <a:solidFill xmlns:a="http://schemas.openxmlformats.org/drawingml/2006/main">
            <a:srgbClr val="1A1715"/>
          </a:solidFill>
          <a:ln xmlns:a="http://schemas.openxmlformats.org/drawingml/2006/main" w="19050">
            <a:solidFill>
              <a:srgbClr val="F2B84B"/>
            </a:solidFill>
            <a:prstDash val="solid"/>
          </a:ln>
        </p:spPr>
      </p:sp>
      <p:sp>
        <p:nvSpPr>
          <p:cNvPr id="10" name="Shape 8">
            <a:extLst xmlns:a="http://schemas.openxmlformats.org/drawingml/2006/main">
              <a:ext uri="{FF2B5EF4-FFF2-40B4-BE49-F238E27FC236}">
                <a16:creationId xmlns:a16="http://schemas.microsoft.com/office/drawing/2014/main" id="{01E865DE-E643-4482-A8A9-595BBD5FDBED}"/>
              </a:ext>
            </a:extLst>
          </p:cNvPr>
          <p:cNvSpPr>
            <a:spLocks xmlns:a="http://schemas.openxmlformats.org/drawingml/2006/main" noGrp="1"/>
          </p:cNvSpPr>
          <p:nvPr/>
        </p:nvSpPr>
        <p:spPr>
          <a:xfrm xmlns:a="http://schemas.openxmlformats.org/drawingml/2006/main">
            <a:off x="704088" y="1892808"/>
            <a:ext cx="347472" cy="347472"/>
          </a:xfrm>
          <a:prstGeom xmlns:a="http://schemas.openxmlformats.org/drawingml/2006/main" prst="ellipse">
            <a:avLst/>
          </a:prstGeom>
          <a:solidFill xmlns:a="http://schemas.openxmlformats.org/drawingml/2006/main">
            <a:srgbClr val="F2B84B"/>
          </a:solidFill>
          <a:ln xmlns:a="http://schemas.openxmlformats.org/drawingml/2006/main" w="9525">
            <a:solidFill>
              <a:srgbClr val="F2B84B"/>
            </a:solidFill>
            <a:prstDash val="solid"/>
          </a:ln>
        </p:spPr>
      </p:sp>
      <p:sp>
        <p:nvSpPr>
          <p:cNvPr id="11" name="Text 9">
            <a:extLst xmlns:a="http://schemas.openxmlformats.org/drawingml/2006/main">
              <a:ext uri="{FF2B5EF4-FFF2-40B4-BE49-F238E27FC236}">
                <a16:creationId xmlns:a16="http://schemas.microsoft.com/office/drawing/2014/main" id="{556AE4EA-19D2-4572-B33D-21A8F4CFADBE}"/>
              </a:ext>
            </a:extLst>
          </p:cNvPr>
          <p:cNvSpPr>
            <a:spLocks xmlns:a="http://schemas.openxmlformats.org/drawingml/2006/main" noGrp="1"/>
          </p:cNvSpPr>
          <p:nvPr/>
        </p:nvSpPr>
        <p:spPr>
          <a:xfrm xmlns:a="http://schemas.openxmlformats.org/drawingml/2006/main">
            <a:off x="704088" y="18928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A1000"/>
                </a:solidFill>
                <a:latin typeface="Arial"/>
                <a:ea typeface="Arial"/>
                <a:cs typeface="Arial"/>
              </a:rPr>
              <a:t>1</a:t>
            </a:r>
            <a:endParaRPr sz="1000"/>
          </a:p>
        </p:txBody>
      </p:sp>
      <p:sp>
        <p:nvSpPr>
          <p:cNvPr id="12" name="Text 10">
            <a:extLst xmlns:a="http://schemas.openxmlformats.org/drawingml/2006/main">
              <a:ext uri="{FF2B5EF4-FFF2-40B4-BE49-F238E27FC236}">
                <a16:creationId xmlns:a16="http://schemas.microsoft.com/office/drawing/2014/main" id="{5487096B-ED38-4E4A-977F-82579CB3DD3B}"/>
              </a:ext>
            </a:extLst>
          </p:cNvPr>
          <p:cNvSpPr>
            <a:spLocks xmlns:a="http://schemas.openxmlformats.org/drawingml/2006/main" noGrp="1"/>
          </p:cNvSpPr>
          <p:nvPr/>
        </p:nvSpPr>
        <p:spPr>
          <a:xfrm xmlns:a="http://schemas.openxmlformats.org/drawingml/2006/main">
            <a:off x="1161288" y="1874520"/>
            <a:ext cx="16184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2B84B"/>
                </a:solidFill>
                <a:latin typeface="Arial"/>
                <a:ea typeface="Arial"/>
                <a:cs typeface="Arial"/>
              </a:rPr>
              <a:t>Planner</a:t>
            </a:r>
            <a:endParaRPr sz="1350"/>
          </a:p>
        </p:txBody>
      </p:sp>
      <p:sp>
        <p:nvSpPr>
          <p:cNvPr id="13" name="Text 11">
            <a:extLst xmlns:a="http://schemas.openxmlformats.org/drawingml/2006/main">
              <a:ext uri="{FF2B5EF4-FFF2-40B4-BE49-F238E27FC236}">
                <a16:creationId xmlns:a16="http://schemas.microsoft.com/office/drawing/2014/main" id="{0FAB7243-AEE9-4818-98D9-A6B4543D37F3}"/>
              </a:ext>
            </a:extLst>
          </p:cNvPr>
          <p:cNvSpPr>
            <a:spLocks xmlns:a="http://schemas.openxmlformats.org/drawingml/2006/main" noGrp="1"/>
          </p:cNvSpPr>
          <p:nvPr/>
        </p:nvSpPr>
        <p:spPr>
          <a:xfrm xmlns:a="http://schemas.openxmlformats.org/drawingml/2006/main">
            <a:off x="1161288" y="2148840"/>
            <a:ext cx="17556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70">
                <a:solidFill>
                  <a:srgbClr val="F2B84B"/>
                </a:solidFill>
                <a:latin typeface="Arial"/>
                <a:ea typeface="Arial"/>
                <a:cs typeface="Arial"/>
              </a:rPr>
              <a:t>AGENTS.PLAN()</a:t>
            </a:r>
            <a:endParaRPr sz="900"/>
          </a:p>
        </p:txBody>
      </p:sp>
      <p:sp>
        <p:nvSpPr>
          <p:cNvPr id="14" name="Text 12">
            <a:extLst xmlns:a="http://schemas.openxmlformats.org/drawingml/2006/main">
              <a:ext uri="{FF2B5EF4-FFF2-40B4-BE49-F238E27FC236}">
                <a16:creationId xmlns:a16="http://schemas.microsoft.com/office/drawing/2014/main" id="{0C9EED6B-71FA-4DDB-BD40-11FF759391D6}"/>
              </a:ext>
            </a:extLst>
          </p:cNvPr>
          <p:cNvSpPr>
            <a:spLocks xmlns:a="http://schemas.openxmlformats.org/drawingml/2006/main" noGrp="1"/>
          </p:cNvSpPr>
          <p:nvPr/>
        </p:nvSpPr>
        <p:spPr>
          <a:xfrm xmlns:a="http://schemas.openxmlformats.org/drawingml/2006/main">
            <a:off x="722376" y="2496312"/>
            <a:ext cx="202996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1050">
                <a:solidFill>
                  <a:srgbClr val="C5BDAF"/>
                </a:solidFill>
                <a:latin typeface="Arial"/>
                <a:ea typeface="Arial"/>
                <a:cs typeface="Arial"/>
              </a:rPr>
              <a:t>Reads the work order and the approved graph neighbourhood. Produces a bounded plan: which files may change, which gates must pass.</a:t>
            </a:r>
            <a:endParaRPr sz="1050"/>
          </a:p>
        </p:txBody>
      </p:sp>
      <p:sp>
        <p:nvSpPr>
          <p:cNvPr id="15" name="Text 13">
            <a:extLst xmlns:a="http://schemas.openxmlformats.org/drawingml/2006/main">
              <a:ext uri="{FF2B5EF4-FFF2-40B4-BE49-F238E27FC236}">
                <a16:creationId xmlns:a16="http://schemas.microsoft.com/office/drawing/2014/main" id="{BB5E1BDE-6108-4287-93E9-7B1A92692E21}"/>
              </a:ext>
            </a:extLst>
          </p:cNvPr>
          <p:cNvSpPr>
            <a:spLocks xmlns:a="http://schemas.openxmlformats.org/drawingml/2006/main" noGrp="1"/>
          </p:cNvSpPr>
          <p:nvPr/>
        </p:nvSpPr>
        <p:spPr>
          <a:xfrm xmlns:a="http://schemas.openxmlformats.org/drawingml/2006/main">
            <a:off x="722376" y="3557016"/>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i="1">
                <a:solidFill>
                  <a:srgbClr val="F2B84B"/>
                </a:solidFill>
                <a:latin typeface="Arial"/>
                <a:ea typeface="Arial"/>
                <a:cs typeface="Arial"/>
              </a:rPr>
              <a:t>sees: graph scope, source capsules</a:t>
            </a:r>
            <a:endParaRPr sz="850"/>
          </a:p>
        </p:txBody>
      </p:sp>
      <p:sp>
        <p:nvSpPr>
          <p:cNvPr id="16" name="Shape 14">
            <a:extLst xmlns:a="http://schemas.openxmlformats.org/drawingml/2006/main">
              <a:ext uri="{FF2B5EF4-FFF2-40B4-BE49-F238E27FC236}">
                <a16:creationId xmlns:a16="http://schemas.microsoft.com/office/drawing/2014/main" id="{84F969B9-F826-4164-8EA3-91606B0F9070}"/>
              </a:ext>
            </a:extLst>
          </p:cNvPr>
          <p:cNvSpPr>
            <a:spLocks xmlns:a="http://schemas.openxmlformats.org/drawingml/2006/main" noGrp="1"/>
          </p:cNvSpPr>
          <p:nvPr/>
        </p:nvSpPr>
        <p:spPr>
          <a:xfrm xmlns:a="http://schemas.openxmlformats.org/drawingml/2006/main">
            <a:off x="2999232" y="2697480"/>
            <a:ext cx="256032" cy="274320"/>
          </a:xfrm>
          <a:prstGeom xmlns:a="http://schemas.openxmlformats.org/drawingml/2006/main" prst="rightArrow">
            <a:avLst/>
          </a:prstGeom>
          <a:solidFill xmlns:a="http://schemas.openxmlformats.org/drawingml/2006/main">
            <a:srgbClr val="2A2622"/>
          </a:solidFill>
          <a:ln xmlns:a="http://schemas.openxmlformats.org/drawingml/2006/main" w="12700">
            <a:solidFill>
              <a:srgbClr val="2A2622"/>
            </a:solidFill>
            <a:prstDash val="solid"/>
          </a:ln>
        </p:spPr>
      </p:sp>
      <p:sp>
        <p:nvSpPr>
          <p:cNvPr id="17" name="Shape 15">
            <a:extLst xmlns:a="http://schemas.openxmlformats.org/drawingml/2006/main">
              <a:ext uri="{FF2B5EF4-FFF2-40B4-BE49-F238E27FC236}">
                <a16:creationId xmlns:a16="http://schemas.microsoft.com/office/drawing/2014/main" id="{E259CFCB-9DDE-4CC4-B6AA-5AA3350178B6}"/>
              </a:ext>
            </a:extLst>
          </p:cNvPr>
          <p:cNvSpPr>
            <a:spLocks xmlns:a="http://schemas.openxmlformats.org/drawingml/2006/main" noGrp="1"/>
          </p:cNvSpPr>
          <p:nvPr/>
        </p:nvSpPr>
        <p:spPr>
          <a:xfrm xmlns:a="http://schemas.openxmlformats.org/drawingml/2006/main">
            <a:off x="3264408" y="1691640"/>
            <a:ext cx="2487168" cy="2286000"/>
          </a:xfrm>
          <a:prstGeom xmlns:a="http://schemas.openxmlformats.org/drawingml/2006/main" prst="roundRect">
            <a:avLst>
              <a:gd name="adj" fmla="val 1600"/>
            </a:avLst>
          </a:prstGeom>
          <a:solidFill xmlns:a="http://schemas.openxmlformats.org/drawingml/2006/main">
            <a:srgbClr val="121110"/>
          </a:solidFill>
          <a:ln xmlns:a="http://schemas.openxmlformats.org/drawingml/2006/main" w="9525">
            <a:solidFill>
              <a:srgbClr val="2A2622"/>
            </a:solidFill>
            <a:prstDash val="solid"/>
          </a:ln>
        </p:spPr>
      </p:sp>
      <p:sp>
        <p:nvSpPr>
          <p:cNvPr id="18" name="Shape 16">
            <a:extLst xmlns:a="http://schemas.openxmlformats.org/drawingml/2006/main">
              <a:ext uri="{FF2B5EF4-FFF2-40B4-BE49-F238E27FC236}">
                <a16:creationId xmlns:a16="http://schemas.microsoft.com/office/drawing/2014/main" id="{C3AF3893-2C3B-499C-B1D4-19064C9C2CE5}"/>
              </a:ext>
            </a:extLst>
          </p:cNvPr>
          <p:cNvSpPr>
            <a:spLocks xmlns:a="http://schemas.openxmlformats.org/drawingml/2006/main" noGrp="1"/>
          </p:cNvSpPr>
          <p:nvPr/>
        </p:nvSpPr>
        <p:spPr>
          <a:xfrm xmlns:a="http://schemas.openxmlformats.org/drawingml/2006/main">
            <a:off x="3465576" y="1892808"/>
            <a:ext cx="347472" cy="347472"/>
          </a:xfrm>
          <a:prstGeom xmlns:a="http://schemas.openxmlformats.org/drawingml/2006/main" prst="ellipse">
            <a:avLst/>
          </a:prstGeom>
          <a:solidFill xmlns:a="http://schemas.openxmlformats.org/drawingml/2006/main">
            <a:srgbClr val="241F1B"/>
          </a:solidFill>
          <a:ln xmlns:a="http://schemas.openxmlformats.org/drawingml/2006/main" w="9525">
            <a:solidFill>
              <a:srgbClr val="2A2622"/>
            </a:solidFill>
            <a:prstDash val="solid"/>
          </a:ln>
        </p:spPr>
      </p:sp>
      <p:sp>
        <p:nvSpPr>
          <p:cNvPr id="19" name="Text 17">
            <a:extLst xmlns:a="http://schemas.openxmlformats.org/drawingml/2006/main">
              <a:ext uri="{FF2B5EF4-FFF2-40B4-BE49-F238E27FC236}">
                <a16:creationId xmlns:a16="http://schemas.microsoft.com/office/drawing/2014/main" id="{7960FBD0-5634-4C31-A9A5-79F6C5BEC253}"/>
              </a:ext>
            </a:extLst>
          </p:cNvPr>
          <p:cNvSpPr>
            <a:spLocks xmlns:a="http://schemas.openxmlformats.org/drawingml/2006/main" noGrp="1"/>
          </p:cNvSpPr>
          <p:nvPr/>
        </p:nvSpPr>
        <p:spPr>
          <a:xfrm xmlns:a="http://schemas.openxmlformats.org/drawingml/2006/main">
            <a:off x="3465576" y="18928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4A443E"/>
                </a:solidFill>
                <a:latin typeface="Arial"/>
                <a:ea typeface="Arial"/>
                <a:cs typeface="Arial"/>
              </a:rPr>
              <a:t>2</a:t>
            </a:r>
            <a:endParaRPr sz="1000"/>
          </a:p>
        </p:txBody>
      </p:sp>
      <p:sp>
        <p:nvSpPr>
          <p:cNvPr id="20" name="Text 18">
            <a:extLst xmlns:a="http://schemas.openxmlformats.org/drawingml/2006/main">
              <a:ext uri="{FF2B5EF4-FFF2-40B4-BE49-F238E27FC236}">
                <a16:creationId xmlns:a16="http://schemas.microsoft.com/office/drawing/2014/main" id="{25F39B61-99AC-4D12-8551-77A601429918}"/>
              </a:ext>
            </a:extLst>
          </p:cNvPr>
          <p:cNvSpPr>
            <a:spLocks xmlns:a="http://schemas.openxmlformats.org/drawingml/2006/main" noGrp="1"/>
          </p:cNvSpPr>
          <p:nvPr/>
        </p:nvSpPr>
        <p:spPr>
          <a:xfrm xmlns:a="http://schemas.openxmlformats.org/drawingml/2006/main">
            <a:off x="3922776" y="1874520"/>
            <a:ext cx="16184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A443E"/>
                </a:solidFill>
                <a:latin typeface="Arial"/>
                <a:ea typeface="Arial"/>
                <a:cs typeface="Arial"/>
              </a:rPr>
              <a:t>Builder</a:t>
            </a:r>
            <a:endParaRPr sz="1350"/>
          </a:p>
        </p:txBody>
      </p:sp>
      <p:sp>
        <p:nvSpPr>
          <p:cNvPr id="21" name="Text 19">
            <a:extLst xmlns:a="http://schemas.openxmlformats.org/drawingml/2006/main">
              <a:ext uri="{FF2B5EF4-FFF2-40B4-BE49-F238E27FC236}">
                <a16:creationId xmlns:a16="http://schemas.microsoft.com/office/drawing/2014/main" id="{0725F8ED-8347-4E61-90A6-0DB76AC5FFCF}"/>
              </a:ext>
            </a:extLst>
          </p:cNvPr>
          <p:cNvSpPr>
            <a:spLocks xmlns:a="http://schemas.openxmlformats.org/drawingml/2006/main" noGrp="1"/>
          </p:cNvSpPr>
          <p:nvPr/>
        </p:nvSpPr>
        <p:spPr>
          <a:xfrm xmlns:a="http://schemas.openxmlformats.org/drawingml/2006/main">
            <a:off x="3922776" y="2148840"/>
            <a:ext cx="17556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70">
                <a:solidFill>
                  <a:srgbClr val="3A3530"/>
                </a:solidFill>
                <a:latin typeface="Arial"/>
                <a:ea typeface="Arial"/>
                <a:cs typeface="Arial"/>
              </a:rPr>
              <a:t>AGENTS.BUILD()</a:t>
            </a:r>
            <a:endParaRPr sz="900"/>
          </a:p>
        </p:txBody>
      </p:sp>
      <p:sp>
        <p:nvSpPr>
          <p:cNvPr id="22" name="Text 20">
            <a:extLst xmlns:a="http://schemas.openxmlformats.org/drawingml/2006/main">
              <a:ext uri="{FF2B5EF4-FFF2-40B4-BE49-F238E27FC236}">
                <a16:creationId xmlns:a16="http://schemas.microsoft.com/office/drawing/2014/main" id="{9C24C1DB-F6FE-4C3E-A19F-053EA36EC3E0}"/>
              </a:ext>
            </a:extLst>
          </p:cNvPr>
          <p:cNvSpPr>
            <a:spLocks xmlns:a="http://schemas.openxmlformats.org/drawingml/2006/main" noGrp="1"/>
          </p:cNvSpPr>
          <p:nvPr/>
        </p:nvSpPr>
        <p:spPr>
          <a:xfrm xmlns:a="http://schemas.openxmlformats.org/drawingml/2006/main">
            <a:off x="3483864" y="2496312"/>
            <a:ext cx="202996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1050">
                <a:solidFill>
                  <a:srgbClr val="3A3530"/>
                </a:solidFill>
                <a:latin typeface="Arial"/>
                <a:ea typeface="Arial"/>
                <a:cs typeface="Arial"/>
              </a:rPr>
              <a:t>Writes the candidate. Every edit passes through an atomic patch broker that validates it against the declared path allowlist before it lands.</a:t>
            </a:r>
            <a:endParaRPr sz="1050"/>
          </a:p>
        </p:txBody>
      </p:sp>
      <p:sp>
        <p:nvSpPr>
          <p:cNvPr id="23" name="Text 21">
            <a:extLst xmlns:a="http://schemas.openxmlformats.org/drawingml/2006/main">
              <a:ext uri="{FF2B5EF4-FFF2-40B4-BE49-F238E27FC236}">
                <a16:creationId xmlns:a16="http://schemas.microsoft.com/office/drawing/2014/main" id="{94E8A683-2C46-4EC2-AC3C-B18ACE0D6AE6}"/>
              </a:ext>
            </a:extLst>
          </p:cNvPr>
          <p:cNvSpPr>
            <a:spLocks xmlns:a="http://schemas.openxmlformats.org/drawingml/2006/main" noGrp="1"/>
          </p:cNvSpPr>
          <p:nvPr/>
        </p:nvSpPr>
        <p:spPr>
          <a:xfrm xmlns:a="http://schemas.openxmlformats.org/drawingml/2006/main">
            <a:off x="3483864" y="3557016"/>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i="1">
                <a:solidFill>
                  <a:srgbClr val="3A3530"/>
                </a:solidFill>
                <a:latin typeface="Arial"/>
                <a:ea typeface="Arial"/>
                <a:cs typeface="Arial"/>
              </a:rPr>
              <a:t>sees: plan, redacted failure — never expected values</a:t>
            </a:r>
            <a:endParaRPr sz="850"/>
          </a:p>
        </p:txBody>
      </p:sp>
      <p:sp>
        <p:nvSpPr>
          <p:cNvPr id="24" name="Shape 22">
            <a:extLst xmlns:a="http://schemas.openxmlformats.org/drawingml/2006/main">
              <a:ext uri="{FF2B5EF4-FFF2-40B4-BE49-F238E27FC236}">
                <a16:creationId xmlns:a16="http://schemas.microsoft.com/office/drawing/2014/main" id="{FA193554-879F-4D39-A3DF-99C70D60C08B}"/>
              </a:ext>
            </a:extLst>
          </p:cNvPr>
          <p:cNvSpPr>
            <a:spLocks xmlns:a="http://schemas.openxmlformats.org/drawingml/2006/main" noGrp="1"/>
          </p:cNvSpPr>
          <p:nvPr/>
        </p:nvSpPr>
        <p:spPr>
          <a:xfrm xmlns:a="http://schemas.openxmlformats.org/drawingml/2006/main">
            <a:off x="5760720" y="2697480"/>
            <a:ext cx="256032" cy="274320"/>
          </a:xfrm>
          <a:prstGeom xmlns:a="http://schemas.openxmlformats.org/drawingml/2006/main" prst="rightArrow">
            <a:avLst/>
          </a:prstGeom>
          <a:solidFill xmlns:a="http://schemas.openxmlformats.org/drawingml/2006/main">
            <a:srgbClr val="2A2622"/>
          </a:solidFill>
          <a:ln xmlns:a="http://schemas.openxmlformats.org/drawingml/2006/main" w="12700">
            <a:solidFill>
              <a:srgbClr val="2A2622"/>
            </a:solidFill>
            <a:prstDash val="solid"/>
          </a:ln>
        </p:spPr>
      </p:sp>
      <p:sp>
        <p:nvSpPr>
          <p:cNvPr id="25" name="Shape 23">
            <a:extLst xmlns:a="http://schemas.openxmlformats.org/drawingml/2006/main">
              <a:ext uri="{FF2B5EF4-FFF2-40B4-BE49-F238E27FC236}">
                <a16:creationId xmlns:a16="http://schemas.microsoft.com/office/drawing/2014/main" id="{6858C834-E4FA-4E56-A927-C048B26CB01B}"/>
              </a:ext>
            </a:extLst>
          </p:cNvPr>
          <p:cNvSpPr>
            <a:spLocks xmlns:a="http://schemas.openxmlformats.org/drawingml/2006/main" noGrp="1"/>
          </p:cNvSpPr>
          <p:nvPr/>
        </p:nvSpPr>
        <p:spPr>
          <a:xfrm xmlns:a="http://schemas.openxmlformats.org/drawingml/2006/main">
            <a:off x="6025896" y="1691640"/>
            <a:ext cx="2487168" cy="2286000"/>
          </a:xfrm>
          <a:prstGeom xmlns:a="http://schemas.openxmlformats.org/drawingml/2006/main" prst="roundRect">
            <a:avLst>
              <a:gd name="adj" fmla="val 1600"/>
            </a:avLst>
          </a:prstGeom>
          <a:solidFill xmlns:a="http://schemas.openxmlformats.org/drawingml/2006/main">
            <a:srgbClr val="121110"/>
          </a:solidFill>
          <a:ln xmlns:a="http://schemas.openxmlformats.org/drawingml/2006/main" w="9525">
            <a:solidFill>
              <a:srgbClr val="2A2622"/>
            </a:solidFill>
            <a:prstDash val="solid"/>
          </a:ln>
        </p:spPr>
      </p:sp>
      <p:sp>
        <p:nvSpPr>
          <p:cNvPr id="26" name="Shape 24">
            <a:extLst xmlns:a="http://schemas.openxmlformats.org/drawingml/2006/main">
              <a:ext uri="{FF2B5EF4-FFF2-40B4-BE49-F238E27FC236}">
                <a16:creationId xmlns:a16="http://schemas.microsoft.com/office/drawing/2014/main" id="{F774A11A-C15B-4F26-960C-5090053A2149}"/>
              </a:ext>
            </a:extLst>
          </p:cNvPr>
          <p:cNvSpPr>
            <a:spLocks xmlns:a="http://schemas.openxmlformats.org/drawingml/2006/main" noGrp="1"/>
          </p:cNvSpPr>
          <p:nvPr/>
        </p:nvSpPr>
        <p:spPr>
          <a:xfrm xmlns:a="http://schemas.openxmlformats.org/drawingml/2006/main">
            <a:off x="6227064" y="1892808"/>
            <a:ext cx="347472" cy="347472"/>
          </a:xfrm>
          <a:prstGeom xmlns:a="http://schemas.openxmlformats.org/drawingml/2006/main" prst="ellipse">
            <a:avLst/>
          </a:prstGeom>
          <a:solidFill xmlns:a="http://schemas.openxmlformats.org/drawingml/2006/main">
            <a:srgbClr val="241F1B"/>
          </a:solidFill>
          <a:ln xmlns:a="http://schemas.openxmlformats.org/drawingml/2006/main" w="9525">
            <a:solidFill>
              <a:srgbClr val="2A2622"/>
            </a:solidFill>
            <a:prstDash val="solid"/>
          </a:ln>
        </p:spPr>
      </p:sp>
      <p:sp>
        <p:nvSpPr>
          <p:cNvPr id="27" name="Text 25">
            <a:extLst xmlns:a="http://schemas.openxmlformats.org/drawingml/2006/main">
              <a:ext uri="{FF2B5EF4-FFF2-40B4-BE49-F238E27FC236}">
                <a16:creationId xmlns:a16="http://schemas.microsoft.com/office/drawing/2014/main" id="{A6150B4F-45B7-481C-8414-93B24E29DD45}"/>
              </a:ext>
            </a:extLst>
          </p:cNvPr>
          <p:cNvSpPr>
            <a:spLocks xmlns:a="http://schemas.openxmlformats.org/drawingml/2006/main" noGrp="1"/>
          </p:cNvSpPr>
          <p:nvPr/>
        </p:nvSpPr>
        <p:spPr>
          <a:xfrm xmlns:a="http://schemas.openxmlformats.org/drawingml/2006/main">
            <a:off x="6227064" y="18928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4A443E"/>
                </a:solidFill>
                <a:latin typeface="Arial"/>
                <a:ea typeface="Arial"/>
                <a:cs typeface="Arial"/>
              </a:rPr>
              <a:t>3</a:t>
            </a:r>
            <a:endParaRPr sz="1000"/>
          </a:p>
        </p:txBody>
      </p:sp>
      <p:sp>
        <p:nvSpPr>
          <p:cNvPr id="28" name="Text 26">
            <a:extLst xmlns:a="http://schemas.openxmlformats.org/drawingml/2006/main">
              <a:ext uri="{FF2B5EF4-FFF2-40B4-BE49-F238E27FC236}">
                <a16:creationId xmlns:a16="http://schemas.microsoft.com/office/drawing/2014/main" id="{AB6919B7-1FF4-43B6-B299-D092C2864BF5}"/>
              </a:ext>
            </a:extLst>
          </p:cNvPr>
          <p:cNvSpPr>
            <a:spLocks xmlns:a="http://schemas.openxmlformats.org/drawingml/2006/main" noGrp="1"/>
          </p:cNvSpPr>
          <p:nvPr/>
        </p:nvSpPr>
        <p:spPr>
          <a:xfrm xmlns:a="http://schemas.openxmlformats.org/drawingml/2006/main">
            <a:off x="6684264" y="1874520"/>
            <a:ext cx="16184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A443E"/>
                </a:solidFill>
                <a:latin typeface="Arial"/>
                <a:ea typeface="Arial"/>
                <a:cs typeface="Arial"/>
              </a:rPr>
              <a:t>Verifier</a:t>
            </a:r>
            <a:endParaRPr sz="1350"/>
          </a:p>
        </p:txBody>
      </p:sp>
      <p:sp>
        <p:nvSpPr>
          <p:cNvPr id="29" name="Text 27">
            <a:extLst xmlns:a="http://schemas.openxmlformats.org/drawingml/2006/main">
              <a:ext uri="{FF2B5EF4-FFF2-40B4-BE49-F238E27FC236}">
                <a16:creationId xmlns:a16="http://schemas.microsoft.com/office/drawing/2014/main" id="{705CE24C-18A3-466B-ACD7-43F94FFFE951}"/>
              </a:ext>
            </a:extLst>
          </p:cNvPr>
          <p:cNvSpPr>
            <a:spLocks xmlns:a="http://schemas.openxmlformats.org/drawingml/2006/main" noGrp="1"/>
          </p:cNvSpPr>
          <p:nvPr/>
        </p:nvSpPr>
        <p:spPr>
          <a:xfrm xmlns:a="http://schemas.openxmlformats.org/drawingml/2006/main">
            <a:off x="6684264" y="2148840"/>
            <a:ext cx="17556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70">
                <a:solidFill>
                  <a:srgbClr val="3A3530"/>
                </a:solidFill>
                <a:latin typeface="Arial"/>
                <a:ea typeface="Arial"/>
                <a:cs typeface="Arial"/>
              </a:rPr>
              <a:t>RUN_GATES()</a:t>
            </a:r>
            <a:endParaRPr sz="900"/>
          </a:p>
        </p:txBody>
      </p:sp>
      <p:sp>
        <p:nvSpPr>
          <p:cNvPr id="30" name="Text 28">
            <a:extLst xmlns:a="http://schemas.openxmlformats.org/drawingml/2006/main">
              <a:ext uri="{FF2B5EF4-FFF2-40B4-BE49-F238E27FC236}">
                <a16:creationId xmlns:a16="http://schemas.microsoft.com/office/drawing/2014/main" id="{B0DF4936-9B86-4EEB-B673-BF74552B13B5}"/>
              </a:ext>
            </a:extLst>
          </p:cNvPr>
          <p:cNvSpPr>
            <a:spLocks xmlns:a="http://schemas.openxmlformats.org/drawingml/2006/main" noGrp="1"/>
          </p:cNvSpPr>
          <p:nvPr/>
        </p:nvSpPr>
        <p:spPr>
          <a:xfrm xmlns:a="http://schemas.openxmlformats.org/drawingml/2006/main">
            <a:off x="6245352" y="2496312"/>
            <a:ext cx="202996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1050">
                <a:solidFill>
                  <a:srgbClr val="3A3530"/>
                </a:solidFill>
                <a:latin typeface="Arial"/>
                <a:ea typeface="Arial"/>
                <a:cs typeface="Arial"/>
              </a:rPr>
              <a:t>Not a model. Deterministic gates in a digest-pinned sandbox, holding the private holdout cases. The only station that decides pass or fail.</a:t>
            </a:r>
            <a:endParaRPr sz="1050"/>
          </a:p>
        </p:txBody>
      </p:sp>
      <p:sp>
        <p:nvSpPr>
          <p:cNvPr id="31" name="Text 29">
            <a:extLst xmlns:a="http://schemas.openxmlformats.org/drawingml/2006/main">
              <a:ext uri="{FF2B5EF4-FFF2-40B4-BE49-F238E27FC236}">
                <a16:creationId xmlns:a16="http://schemas.microsoft.com/office/drawing/2014/main" id="{74EF99D5-2970-4F46-B464-00A98BB20288}"/>
              </a:ext>
            </a:extLst>
          </p:cNvPr>
          <p:cNvSpPr>
            <a:spLocks xmlns:a="http://schemas.openxmlformats.org/drawingml/2006/main" noGrp="1"/>
          </p:cNvSpPr>
          <p:nvPr/>
        </p:nvSpPr>
        <p:spPr>
          <a:xfrm xmlns:a="http://schemas.openxmlformats.org/drawingml/2006/main">
            <a:off x="6245352" y="3557016"/>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i="1">
                <a:solidFill>
                  <a:srgbClr val="3A3530"/>
                </a:solidFill>
                <a:latin typeface="Arial"/>
                <a:ea typeface="Arial"/>
                <a:cs typeface="Arial"/>
              </a:rPr>
              <a:t>sees: everything, including the answer key</a:t>
            </a:r>
            <a:endParaRPr sz="850"/>
          </a:p>
        </p:txBody>
      </p:sp>
      <p:sp>
        <p:nvSpPr>
          <p:cNvPr id="32" name="Shape 30">
            <a:extLst xmlns:a="http://schemas.openxmlformats.org/drawingml/2006/main">
              <a:ext uri="{FF2B5EF4-FFF2-40B4-BE49-F238E27FC236}">
                <a16:creationId xmlns:a16="http://schemas.microsoft.com/office/drawing/2014/main" id="{8F9FBBF2-83F0-4033-B388-4B1A7487C232}"/>
              </a:ext>
            </a:extLst>
          </p:cNvPr>
          <p:cNvSpPr>
            <a:spLocks xmlns:a="http://schemas.openxmlformats.org/drawingml/2006/main" noGrp="1"/>
          </p:cNvSpPr>
          <p:nvPr/>
        </p:nvSpPr>
        <p:spPr>
          <a:xfrm xmlns:a="http://schemas.openxmlformats.org/drawingml/2006/main">
            <a:off x="8522208" y="2697480"/>
            <a:ext cx="256032" cy="274320"/>
          </a:xfrm>
          <a:prstGeom xmlns:a="http://schemas.openxmlformats.org/drawingml/2006/main" prst="rightArrow">
            <a:avLst/>
          </a:prstGeom>
          <a:solidFill xmlns:a="http://schemas.openxmlformats.org/drawingml/2006/main">
            <a:srgbClr val="2A2622"/>
          </a:solidFill>
          <a:ln xmlns:a="http://schemas.openxmlformats.org/drawingml/2006/main" w="12700">
            <a:solidFill>
              <a:srgbClr val="2A2622"/>
            </a:solidFill>
            <a:prstDash val="solid"/>
          </a:ln>
        </p:spPr>
      </p:sp>
      <p:sp>
        <p:nvSpPr>
          <p:cNvPr id="33" name="Shape 31">
            <a:extLst xmlns:a="http://schemas.openxmlformats.org/drawingml/2006/main">
              <a:ext uri="{FF2B5EF4-FFF2-40B4-BE49-F238E27FC236}">
                <a16:creationId xmlns:a16="http://schemas.microsoft.com/office/drawing/2014/main" id="{685BBEA6-20F7-4E41-A24F-88B86B3009A2}"/>
              </a:ext>
            </a:extLst>
          </p:cNvPr>
          <p:cNvSpPr>
            <a:spLocks xmlns:a="http://schemas.openxmlformats.org/drawingml/2006/main" noGrp="1"/>
          </p:cNvSpPr>
          <p:nvPr/>
        </p:nvSpPr>
        <p:spPr>
          <a:xfrm xmlns:a="http://schemas.openxmlformats.org/drawingml/2006/main">
            <a:off x="8787384" y="1691640"/>
            <a:ext cx="2487168" cy="2286000"/>
          </a:xfrm>
          <a:prstGeom xmlns:a="http://schemas.openxmlformats.org/drawingml/2006/main" prst="roundRect">
            <a:avLst>
              <a:gd name="adj" fmla="val 1600"/>
            </a:avLst>
          </a:prstGeom>
          <a:solidFill xmlns:a="http://schemas.openxmlformats.org/drawingml/2006/main">
            <a:srgbClr val="121110"/>
          </a:solidFill>
          <a:ln xmlns:a="http://schemas.openxmlformats.org/drawingml/2006/main" w="9525">
            <a:solidFill>
              <a:srgbClr val="2A2622"/>
            </a:solidFill>
            <a:prstDash val="solid"/>
          </a:ln>
        </p:spPr>
      </p:sp>
      <p:sp>
        <p:nvSpPr>
          <p:cNvPr id="34" name="Shape 32">
            <a:extLst xmlns:a="http://schemas.openxmlformats.org/drawingml/2006/main">
              <a:ext uri="{FF2B5EF4-FFF2-40B4-BE49-F238E27FC236}">
                <a16:creationId xmlns:a16="http://schemas.microsoft.com/office/drawing/2014/main" id="{641754AA-7BD4-41F5-8398-D396C3CE5EF4}"/>
              </a:ext>
            </a:extLst>
          </p:cNvPr>
          <p:cNvSpPr>
            <a:spLocks xmlns:a="http://schemas.openxmlformats.org/drawingml/2006/main" noGrp="1"/>
          </p:cNvSpPr>
          <p:nvPr/>
        </p:nvSpPr>
        <p:spPr>
          <a:xfrm xmlns:a="http://schemas.openxmlformats.org/drawingml/2006/main">
            <a:off x="8988552" y="1892808"/>
            <a:ext cx="347472" cy="347472"/>
          </a:xfrm>
          <a:prstGeom xmlns:a="http://schemas.openxmlformats.org/drawingml/2006/main" prst="ellipse">
            <a:avLst/>
          </a:prstGeom>
          <a:solidFill xmlns:a="http://schemas.openxmlformats.org/drawingml/2006/main">
            <a:srgbClr val="241F1B"/>
          </a:solidFill>
          <a:ln xmlns:a="http://schemas.openxmlformats.org/drawingml/2006/main" w="9525">
            <a:solidFill>
              <a:srgbClr val="2A2622"/>
            </a:solidFill>
            <a:prstDash val="solid"/>
          </a:ln>
        </p:spPr>
      </p:sp>
      <p:sp>
        <p:nvSpPr>
          <p:cNvPr id="35" name="Text 33">
            <a:extLst xmlns:a="http://schemas.openxmlformats.org/drawingml/2006/main">
              <a:ext uri="{FF2B5EF4-FFF2-40B4-BE49-F238E27FC236}">
                <a16:creationId xmlns:a16="http://schemas.microsoft.com/office/drawing/2014/main" id="{731E2FD7-0C3E-4D5C-A07E-43EA2FAA7C82}"/>
              </a:ext>
            </a:extLst>
          </p:cNvPr>
          <p:cNvSpPr>
            <a:spLocks xmlns:a="http://schemas.openxmlformats.org/drawingml/2006/main" noGrp="1"/>
          </p:cNvSpPr>
          <p:nvPr/>
        </p:nvSpPr>
        <p:spPr>
          <a:xfrm xmlns:a="http://schemas.openxmlformats.org/drawingml/2006/main">
            <a:off x="8988552" y="18928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4A443E"/>
                </a:solidFill>
                <a:latin typeface="Arial"/>
                <a:ea typeface="Arial"/>
                <a:cs typeface="Arial"/>
              </a:rPr>
              <a:t>4</a:t>
            </a:r>
            <a:endParaRPr sz="1000"/>
          </a:p>
        </p:txBody>
      </p:sp>
      <p:sp>
        <p:nvSpPr>
          <p:cNvPr id="36" name="Text 34">
            <a:extLst xmlns:a="http://schemas.openxmlformats.org/drawingml/2006/main">
              <a:ext uri="{FF2B5EF4-FFF2-40B4-BE49-F238E27FC236}">
                <a16:creationId xmlns:a16="http://schemas.microsoft.com/office/drawing/2014/main" id="{D4FBACCC-DCF2-4B0D-841B-27A8275A659A}"/>
              </a:ext>
            </a:extLst>
          </p:cNvPr>
          <p:cNvSpPr>
            <a:spLocks xmlns:a="http://schemas.openxmlformats.org/drawingml/2006/main" noGrp="1"/>
          </p:cNvSpPr>
          <p:nvPr/>
        </p:nvSpPr>
        <p:spPr>
          <a:xfrm xmlns:a="http://schemas.openxmlformats.org/drawingml/2006/main">
            <a:off x="9445752" y="1874520"/>
            <a:ext cx="16184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A443E"/>
                </a:solidFill>
                <a:latin typeface="Arial"/>
                <a:ea typeface="Arial"/>
                <a:cs typeface="Arial"/>
              </a:rPr>
              <a:t>Analyst</a:t>
            </a:r>
            <a:endParaRPr sz="1350"/>
          </a:p>
        </p:txBody>
      </p:sp>
      <p:sp>
        <p:nvSpPr>
          <p:cNvPr id="37" name="Text 35">
            <a:extLst xmlns:a="http://schemas.openxmlformats.org/drawingml/2006/main">
              <a:ext uri="{FF2B5EF4-FFF2-40B4-BE49-F238E27FC236}">
                <a16:creationId xmlns:a16="http://schemas.microsoft.com/office/drawing/2014/main" id="{E1710107-3416-46A0-915A-E0C895A91835}"/>
              </a:ext>
            </a:extLst>
          </p:cNvPr>
          <p:cNvSpPr>
            <a:spLocks xmlns:a="http://schemas.openxmlformats.org/drawingml/2006/main" noGrp="1"/>
          </p:cNvSpPr>
          <p:nvPr/>
        </p:nvSpPr>
        <p:spPr>
          <a:xfrm xmlns:a="http://schemas.openxmlformats.org/drawingml/2006/main">
            <a:off x="9445752" y="2148840"/>
            <a:ext cx="17556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70">
                <a:solidFill>
                  <a:srgbClr val="3A3530"/>
                </a:solidFill>
                <a:latin typeface="Arial"/>
                <a:ea typeface="Arial"/>
                <a:cs typeface="Arial"/>
              </a:rPr>
              <a:t>ANALYZE_FAILURE()</a:t>
            </a:r>
            <a:endParaRPr sz="900"/>
          </a:p>
        </p:txBody>
      </p:sp>
      <p:sp>
        <p:nvSpPr>
          <p:cNvPr id="38" name="Text 36">
            <a:extLst xmlns:a="http://schemas.openxmlformats.org/drawingml/2006/main">
              <a:ext uri="{FF2B5EF4-FFF2-40B4-BE49-F238E27FC236}">
                <a16:creationId xmlns:a16="http://schemas.microsoft.com/office/drawing/2014/main" id="{970974CB-4A05-4867-83FE-4CD705C22174}"/>
              </a:ext>
            </a:extLst>
          </p:cNvPr>
          <p:cNvSpPr>
            <a:spLocks xmlns:a="http://schemas.openxmlformats.org/drawingml/2006/main" noGrp="1"/>
          </p:cNvSpPr>
          <p:nvPr/>
        </p:nvSpPr>
        <p:spPr>
          <a:xfrm xmlns:a="http://schemas.openxmlformats.org/drawingml/2006/main">
            <a:off x="9006840" y="2496312"/>
            <a:ext cx="202996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1050">
                <a:solidFill>
                  <a:srgbClr val="3A3530"/>
                </a:solidFill>
                <a:latin typeface="Arial"/>
                <a:ea typeface="Arial"/>
                <a:cs typeface="Arial"/>
              </a:rPr>
              <a:t>Diagnoses a failure into a repair direction. Receives the redacted envelope only, so it can locate a defect without being handed the answer.</a:t>
            </a:r>
            <a:endParaRPr sz="1050"/>
          </a:p>
        </p:txBody>
      </p:sp>
      <p:sp>
        <p:nvSpPr>
          <p:cNvPr id="39" name="Text 37">
            <a:extLst xmlns:a="http://schemas.openxmlformats.org/drawingml/2006/main">
              <a:ext uri="{FF2B5EF4-FFF2-40B4-BE49-F238E27FC236}">
                <a16:creationId xmlns:a16="http://schemas.microsoft.com/office/drawing/2014/main" id="{C36E2A27-07E1-4834-B403-3632AB15B00C}"/>
              </a:ext>
            </a:extLst>
          </p:cNvPr>
          <p:cNvSpPr>
            <a:spLocks xmlns:a="http://schemas.openxmlformats.org/drawingml/2006/main" noGrp="1"/>
          </p:cNvSpPr>
          <p:nvPr/>
        </p:nvSpPr>
        <p:spPr>
          <a:xfrm xmlns:a="http://schemas.openxmlformats.org/drawingml/2006/main">
            <a:off x="9006840" y="3557016"/>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i="1">
                <a:solidFill>
                  <a:srgbClr val="3A3530"/>
                </a:solidFill>
                <a:latin typeface="Arial"/>
                <a:ea typeface="Arial"/>
                <a:cs typeface="Arial"/>
              </a:rPr>
              <a:t>sees: which field diverged, and how often</a:t>
            </a:r>
            <a:endParaRPr sz="850"/>
          </a:p>
        </p:txBody>
      </p:sp>
      <p:sp>
        <p:nvSpPr>
          <p:cNvPr id="40" name="Shape 38">
            <a:extLst xmlns:a="http://schemas.openxmlformats.org/drawingml/2006/main">
              <a:ext uri="{FF2B5EF4-FFF2-40B4-BE49-F238E27FC236}">
                <a16:creationId xmlns:a16="http://schemas.microsoft.com/office/drawing/2014/main" id="{864D86A8-A896-4311-A3DC-468E0F9B32E7}"/>
              </a:ext>
            </a:extLst>
          </p:cNvPr>
          <p:cNvSpPr>
            <a:spLocks xmlns:a="http://schemas.openxmlformats.org/drawingml/2006/main" noGrp="1"/>
          </p:cNvSpPr>
          <p:nvPr/>
        </p:nvSpPr>
        <p:spPr>
          <a:xfrm xmlns:a="http://schemas.openxmlformats.org/drawingml/2006/main">
            <a:off x="1508760" y="4270248"/>
            <a:ext cx="7004304" cy="18288"/>
          </a:xfrm>
          <a:prstGeom xmlns:a="http://schemas.openxmlformats.org/drawingml/2006/main" prst="rect">
            <a:avLst/>
          </a:prstGeom>
          <a:solidFill xmlns:a="http://schemas.openxmlformats.org/drawingml/2006/main">
            <a:srgbClr val="2A2622"/>
          </a:solidFill>
          <a:ln xmlns:a="http://schemas.openxmlformats.org/drawingml/2006/main" w="12700">
            <a:solidFill>
              <a:srgbClr val="2A2622"/>
            </a:solidFill>
            <a:prstDash val="solid"/>
          </a:ln>
        </p:spPr>
      </p:sp>
      <p:sp>
        <p:nvSpPr>
          <p:cNvPr id="41" name="Shape 39">
            <a:extLst xmlns:a="http://schemas.openxmlformats.org/drawingml/2006/main">
              <a:ext uri="{FF2B5EF4-FFF2-40B4-BE49-F238E27FC236}">
                <a16:creationId xmlns:a16="http://schemas.microsoft.com/office/drawing/2014/main" id="{BF89738A-C735-4D7C-9CAA-95150FD2CBA3}"/>
              </a:ext>
            </a:extLst>
          </p:cNvPr>
          <p:cNvSpPr>
            <a:spLocks xmlns:a="http://schemas.openxmlformats.org/drawingml/2006/main" noGrp="1"/>
          </p:cNvSpPr>
          <p:nvPr/>
        </p:nvSpPr>
        <p:spPr>
          <a:xfrm xmlns:a="http://schemas.openxmlformats.org/drawingml/2006/main">
            <a:off x="1463040" y="4151376"/>
            <a:ext cx="237744" cy="256032"/>
          </a:xfrm>
          <a:prstGeom xmlns:a="http://schemas.openxmlformats.org/drawingml/2006/main" prst="leftArrow">
            <a:avLst/>
          </a:prstGeom>
          <a:solidFill xmlns:a="http://schemas.openxmlformats.org/drawingml/2006/main">
            <a:srgbClr val="2A2622"/>
          </a:solidFill>
          <a:ln xmlns:a="http://schemas.openxmlformats.org/drawingml/2006/main" w="12700">
            <a:solidFill>
              <a:srgbClr val="2A2622"/>
            </a:solidFill>
            <a:prstDash val="solid"/>
          </a:ln>
        </p:spPr>
      </p:sp>
      <p:sp>
        <p:nvSpPr>
          <p:cNvPr id="42" name="Text 40">
            <a:extLst xmlns:a="http://schemas.openxmlformats.org/drawingml/2006/main">
              <a:ext uri="{FF2B5EF4-FFF2-40B4-BE49-F238E27FC236}">
                <a16:creationId xmlns:a16="http://schemas.microsoft.com/office/drawing/2014/main" id="{1F982C2E-AD14-4CDB-B75B-8200302007D4}"/>
              </a:ext>
            </a:extLst>
          </p:cNvPr>
          <p:cNvSpPr>
            <a:spLocks xmlns:a="http://schemas.openxmlformats.org/drawingml/2006/main" noGrp="1"/>
          </p:cNvSpPr>
          <p:nvPr/>
        </p:nvSpPr>
        <p:spPr>
          <a:xfrm xmlns:a="http://schemas.openxmlformats.org/drawingml/2006/main">
            <a:off x="1783080" y="4361688"/>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i="1">
                <a:solidFill>
                  <a:srgbClr val="3A3530"/>
                </a:solidFill>
                <a:latin typeface="Arial"/>
                <a:ea typeface="Arial"/>
                <a:cs typeface="Arial"/>
              </a:rPr>
              <a:t>failure routes back — location and shape, never value</a:t>
            </a:r>
            <a:endParaRPr sz="900"/>
          </a:p>
        </p:txBody>
      </p:sp>
      <p:sp>
        <p:nvSpPr>
          <p:cNvPr id="43" name="Shape 41">
            <a:extLst xmlns:a="http://schemas.openxmlformats.org/drawingml/2006/main">
              <a:ext uri="{FF2B5EF4-FFF2-40B4-BE49-F238E27FC236}">
                <a16:creationId xmlns:a16="http://schemas.microsoft.com/office/drawing/2014/main" id="{E8F33232-7361-4BFD-926A-144231FAC7A9}"/>
              </a:ext>
            </a:extLst>
          </p:cNvPr>
          <p:cNvSpPr>
            <a:spLocks xmlns:a="http://schemas.openxmlformats.org/drawingml/2006/main" noGrp="1"/>
          </p:cNvSpPr>
          <p:nvPr/>
        </p:nvSpPr>
        <p:spPr>
          <a:xfrm xmlns:a="http://schemas.openxmlformats.org/drawingml/2006/main">
            <a:off x="502920" y="4846320"/>
            <a:ext cx="3017520" cy="18288"/>
          </a:xfrm>
          <a:prstGeom xmlns:a="http://schemas.openxmlformats.org/drawingml/2006/main" prst="rect">
            <a:avLst/>
          </a:prstGeom>
          <a:solidFill xmlns:a="http://schemas.openxmlformats.org/drawingml/2006/main">
            <a:srgbClr val="D9694A"/>
          </a:solidFill>
          <a:ln xmlns:a="http://schemas.openxmlformats.org/drawingml/2006/main" w="12700">
            <a:solidFill>
              <a:srgbClr val="D9694A"/>
            </a:solidFill>
            <a:prstDash val="solid"/>
          </a:ln>
        </p:spPr>
      </p:sp>
      <p:sp>
        <p:nvSpPr>
          <p:cNvPr id="44" name="Shape 42">
            <a:extLst xmlns:a="http://schemas.openxmlformats.org/drawingml/2006/main">
              <a:ext uri="{FF2B5EF4-FFF2-40B4-BE49-F238E27FC236}">
                <a16:creationId xmlns:a16="http://schemas.microsoft.com/office/drawing/2014/main" id="{5228CC40-3B29-4C04-92C3-8FC40F7B360C}"/>
              </a:ext>
            </a:extLst>
          </p:cNvPr>
          <p:cNvSpPr>
            <a:spLocks xmlns:a="http://schemas.openxmlformats.org/drawingml/2006/main" noGrp="1"/>
          </p:cNvSpPr>
          <p:nvPr/>
        </p:nvSpPr>
        <p:spPr>
          <a:xfrm xmlns:a="http://schemas.openxmlformats.org/drawingml/2006/main">
            <a:off x="8321040" y="4846320"/>
            <a:ext cx="2880360" cy="18288"/>
          </a:xfrm>
          <a:prstGeom xmlns:a="http://schemas.openxmlformats.org/drawingml/2006/main" prst="rect">
            <a:avLst/>
          </a:prstGeom>
          <a:solidFill xmlns:a="http://schemas.openxmlformats.org/drawingml/2006/main">
            <a:srgbClr val="D9694A"/>
          </a:solidFill>
          <a:ln xmlns:a="http://schemas.openxmlformats.org/drawingml/2006/main" w="12700">
            <a:solidFill>
              <a:srgbClr val="D9694A"/>
            </a:solidFill>
            <a:prstDash val="solid"/>
          </a:ln>
        </p:spPr>
      </p:sp>
      <p:sp>
        <p:nvSpPr>
          <p:cNvPr id="45" name="Text 43">
            <a:extLst xmlns:a="http://schemas.openxmlformats.org/drawingml/2006/main">
              <a:ext uri="{FF2B5EF4-FFF2-40B4-BE49-F238E27FC236}">
                <a16:creationId xmlns:a16="http://schemas.microsoft.com/office/drawing/2014/main" id="{D00D22DB-9F87-4C52-A586-7A3BE8A207F8}"/>
              </a:ext>
            </a:extLst>
          </p:cNvPr>
          <p:cNvSpPr>
            <a:spLocks xmlns:a="http://schemas.openxmlformats.org/drawingml/2006/main" noGrp="1"/>
          </p:cNvSpPr>
          <p:nvPr/>
        </p:nvSpPr>
        <p:spPr>
          <a:xfrm xmlns:a="http://schemas.openxmlformats.org/drawingml/2006/main">
            <a:off x="3566160" y="4718304"/>
            <a:ext cx="4663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80">
                <a:solidFill>
                  <a:srgbClr val="D9694A"/>
                </a:solidFill>
                <a:latin typeface="Arial"/>
                <a:ea typeface="Arial"/>
                <a:cs typeface="Arial"/>
              </a:rPr>
              <a:t>HOLDOUT BOUNDARY   —   EXPECTED VALUES NEVER CROSS</a:t>
            </a:r>
            <a:endParaRPr sz="900"/>
          </a:p>
        </p:txBody>
      </p:sp>
      <p:sp>
        <p:nvSpPr>
          <p:cNvPr id="46" name="Shape 44">
            <a:extLst xmlns:a="http://schemas.openxmlformats.org/drawingml/2006/main">
              <a:ext uri="{FF2B5EF4-FFF2-40B4-BE49-F238E27FC236}">
                <a16:creationId xmlns:a16="http://schemas.microsoft.com/office/drawing/2014/main" id="{77BAC9E6-2E4E-4B4E-9915-BD8C863AB4D6}"/>
              </a:ext>
            </a:extLst>
          </p:cNvPr>
          <p:cNvSpPr>
            <a:spLocks xmlns:a="http://schemas.openxmlformats.org/drawingml/2006/main" noGrp="1"/>
          </p:cNvSpPr>
          <p:nvPr/>
        </p:nvSpPr>
        <p:spPr>
          <a:xfrm xmlns:a="http://schemas.openxmlformats.org/drawingml/2006/main">
            <a:off x="502920" y="5157216"/>
            <a:ext cx="10698480" cy="749808"/>
          </a:xfrm>
          <a:prstGeom xmlns:a="http://schemas.openxmlformats.org/drawingml/2006/main" prst="roundRect">
            <a:avLst>
              <a:gd name="adj" fmla="val 4878"/>
            </a:avLst>
          </a:prstGeom>
          <a:solidFill xmlns:a="http://schemas.openxmlformats.org/drawingml/2006/main">
            <a:srgbClr val="0E0D0C"/>
          </a:solidFill>
          <a:ln xmlns:a="http://schemas.openxmlformats.org/drawingml/2006/main" w="9525">
            <a:solidFill>
              <a:srgbClr val="2A2622"/>
            </a:solidFill>
            <a:prstDash val="solid"/>
          </a:ln>
        </p:spPr>
      </p:sp>
      <p:sp>
        <p:nvSpPr>
          <p:cNvPr id="47" name="Text 45">
            <a:extLst xmlns:a="http://schemas.openxmlformats.org/drawingml/2006/main">
              <a:ext uri="{FF2B5EF4-FFF2-40B4-BE49-F238E27FC236}">
                <a16:creationId xmlns:a16="http://schemas.microsoft.com/office/drawing/2014/main" id="{5194B38D-7253-4DF0-B9DE-18AB5771B0CE}"/>
              </a:ext>
            </a:extLst>
          </p:cNvPr>
          <p:cNvSpPr>
            <a:spLocks xmlns:a="http://schemas.openxmlformats.org/drawingml/2006/main" noGrp="1"/>
          </p:cNvSpPr>
          <p:nvPr/>
        </p:nvSpPr>
        <p:spPr>
          <a:xfrm xmlns:a="http://schemas.openxmlformats.org/drawingml/2006/main">
            <a:off x="731520" y="5285232"/>
            <a:ext cx="21031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120">
                <a:solidFill>
                  <a:srgbClr val="F2B84B"/>
                </a:solidFill>
                <a:latin typeface="Arial"/>
                <a:ea typeface="Arial"/>
                <a:cs typeface="Arial"/>
              </a:rPr>
              <a:t>GROUND TRUTH</a:t>
            </a:r>
            <a:endParaRPr sz="900"/>
          </a:p>
        </p:txBody>
      </p:sp>
      <p:sp>
        <p:nvSpPr>
          <p:cNvPr id="48" name="Text 46">
            <a:extLst xmlns:a="http://schemas.openxmlformats.org/drawingml/2006/main">
              <a:ext uri="{FF2B5EF4-FFF2-40B4-BE49-F238E27FC236}">
                <a16:creationId xmlns:a16="http://schemas.microsoft.com/office/drawing/2014/main" id="{6C001325-A7E6-4235-9C5B-9920988CCBE7}"/>
              </a:ext>
            </a:extLst>
          </p:cNvPr>
          <p:cNvSpPr>
            <a:spLocks xmlns:a="http://schemas.openxmlformats.org/drawingml/2006/main" noGrp="1"/>
          </p:cNvSpPr>
          <p:nvPr/>
        </p:nvSpPr>
        <p:spPr>
          <a:xfrm xmlns:a="http://schemas.openxmlformats.org/drawingml/2006/main">
            <a:off x="2834640" y="5285232"/>
            <a:ext cx="8229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C5BDAF"/>
                </a:solidFill>
                <a:latin typeface="Arial"/>
                <a:ea typeface="Arial"/>
                <a:cs typeface="Arial"/>
              </a:rPr>
              <a:t>captured corpus  ·  synthetic reject paths  ·  arc coverage  ·  equivalence policy  ·  normalization ledger</a:t>
            </a:r>
            <a:endParaRPr sz="1050"/>
          </a:p>
        </p:txBody>
      </p:sp>
      <p:sp>
        <p:nvSpPr>
          <p:cNvPr id="49" name="Text 47">
            <a:extLst xmlns:a="http://schemas.openxmlformats.org/drawingml/2006/main">
              <a:ext uri="{FF2B5EF4-FFF2-40B4-BE49-F238E27FC236}">
                <a16:creationId xmlns:a16="http://schemas.microsoft.com/office/drawing/2014/main" id="{1E8D2126-AE8B-40E1-A7E9-0A4CB6C442BF}"/>
              </a:ext>
            </a:extLst>
          </p:cNvPr>
          <p:cNvSpPr>
            <a:spLocks xmlns:a="http://schemas.openxmlformats.org/drawingml/2006/main" noGrp="1"/>
          </p:cNvSpPr>
          <p:nvPr/>
        </p:nvSpPr>
        <p:spPr>
          <a:xfrm xmlns:a="http://schemas.openxmlformats.org/drawingml/2006/main">
            <a:off x="731520" y="5522976"/>
            <a:ext cx="10241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i="1">
                <a:solidFill>
                  <a:srgbClr val="7A7268"/>
                </a:solidFill>
                <a:latin typeface="Arial"/>
                <a:ea typeface="Arial"/>
                <a:cs typeface="Arial"/>
              </a:rPr>
              <a:t>Below the line is the defensible asset. Above it, the workers are replaceable.</a:t>
            </a:r>
            <a:endParaRPr sz="900"/>
          </a:p>
        </p:txBody>
      </p:sp>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b5b13cbb987a4c5a">
            <a:extLst>
              <a:ext uri="{96DAC541-7B7A-43D3-8B79-37D633B846F1}">
                <asvg:svgBlip xmlns:asvg="http://schemas.microsoft.com/office/drawing/2016/SVG/main" r:embed="Rb59d1b4c0842450d"/>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9191df715eed455d">
            <a:extLst>
              <a:ext uri="{96DAC541-7B7A-43D3-8B79-37D633B846F1}">
                <asvg:svgBlip xmlns:asvg="http://schemas.microsoft.com/office/drawing/2016/SVG/main" r:embed="Rf92982ff04064465"/>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1464791136"/>
      </p:ext>
    </p:extLst>
  </p:cSld>
</p:sld>
</file>

<file path=ppt/slides/slide1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E1C8E96-BCEE-456B-A725-2BEA3ECEA2BD}"/>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F2B84B"/>
          </a:solidFill>
          <a:ln xmlns:a="http://schemas.openxmlformats.org/drawingml/2006/main" w="1270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A35158FA-1632-45B1-9992-D76F3D76A3AE}"/>
              </a:ext>
            </a:extLst>
          </p:cNvPr>
          <p:cNvSpPr>
            <a:spLocks xmlns:a="http://schemas.openxmlformats.org/drawingml/2006/main" noGrp="1"/>
          </p:cNvSpPr>
          <p:nvPr/>
        </p:nvSpPr>
        <p:spPr>
          <a:xfrm xmlns:a="http://schemas.openxmlformats.org/drawingml/2006/main">
            <a:off x="502920" y="310896"/>
            <a:ext cx="86868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40">
                <a:solidFill>
                  <a:srgbClr val="F2B84B"/>
                </a:solidFill>
                <a:latin typeface="Arial"/>
                <a:ea typeface="Arial"/>
                <a:cs typeface="Arial"/>
              </a:rPr>
              <a:t>THE AGENT STORY · STATION 02</a:t>
            </a:r>
            <a:endParaRPr sz="1000"/>
          </a:p>
        </p:txBody>
      </p:sp>
      <p:sp>
        <p:nvSpPr>
          <p:cNvPr id="4" name="Text 2">
            <a:extLst xmlns:a="http://schemas.openxmlformats.org/drawingml/2006/main">
              <a:ext uri="{FF2B5EF4-FFF2-40B4-BE49-F238E27FC236}">
                <a16:creationId xmlns:a16="http://schemas.microsoft.com/office/drawing/2014/main" id="{C35599C9-B947-43F7-9541-F9939C2A368F}"/>
              </a:ext>
            </a:extLst>
          </p:cNvPr>
          <p:cNvSpPr>
            <a:spLocks xmlns:a="http://schemas.openxmlformats.org/drawingml/2006/main" noGrp="1"/>
          </p:cNvSpPr>
          <p:nvPr/>
        </p:nvSpPr>
        <p:spPr>
          <a:xfrm xmlns:a="http://schemas.openxmlformats.org/drawingml/2006/main">
            <a:off x="502920" y="585216"/>
            <a:ext cx="106070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8F4EC"/>
                </a:solidFill>
                <a:latin typeface="Arial"/>
                <a:ea typeface="Arial"/>
                <a:cs typeface="Arial"/>
              </a:rPr>
              <a:t>The Builder writes the candidate — blind to the answer</a:t>
            </a:r>
            <a:endParaRPr sz="2700"/>
          </a:p>
        </p:txBody>
      </p:sp>
      <p:sp>
        <p:nvSpPr>
          <p:cNvPr id="5" name="Shape 3">
            <a:extLst xmlns:a="http://schemas.openxmlformats.org/drawingml/2006/main">
              <a:ext uri="{FF2B5EF4-FFF2-40B4-BE49-F238E27FC236}">
                <a16:creationId xmlns:a16="http://schemas.microsoft.com/office/drawing/2014/main" id="{46B8401F-A1F5-4A7D-A3E6-E06BD6823C56}"/>
              </a:ext>
            </a:extLst>
          </p:cNvPr>
          <p:cNvSpPr>
            <a:spLocks xmlns:a="http://schemas.openxmlformats.org/drawingml/2006/main" noGrp="1"/>
          </p:cNvSpPr>
          <p:nvPr/>
        </p:nvSpPr>
        <p:spPr>
          <a:xfrm xmlns:a="http://schemas.openxmlformats.org/drawingml/2006/main">
            <a:off x="502920" y="1234440"/>
            <a:ext cx="658368" cy="32004"/>
          </a:xfrm>
          <a:prstGeom xmlns:a="http://schemas.openxmlformats.org/drawingml/2006/main" prst="rect">
            <a:avLst/>
          </a:prstGeom>
          <a:solidFill xmlns:a="http://schemas.openxmlformats.org/drawingml/2006/main">
            <a:srgbClr val="F2B84B"/>
          </a:solidFill>
          <a:ln xmlns:a="http://schemas.openxmlformats.org/drawingml/2006/main" w="1270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61C825ED-23CD-46C0-96BD-2FF885D9E2EC}"/>
              </a:ext>
            </a:extLst>
          </p:cNvPr>
          <p:cNvSpPr>
            <a:spLocks xmlns:a="http://schemas.openxmlformats.org/drawingml/2006/main" noGrp="1"/>
          </p:cNvSpPr>
          <p:nvPr/>
        </p:nvSpPr>
        <p:spPr>
          <a:xfrm xmlns:a="http://schemas.openxmlformats.org/drawingml/2006/main">
            <a:off x="1371600" y="1115568"/>
            <a:ext cx="9692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C5BDAF"/>
                </a:solidFill>
                <a:latin typeface="Arial"/>
                <a:ea typeface="Arial"/>
                <a:cs typeface="Arial"/>
              </a:rPr>
              <a:t>Every edit is brokered. Nothing lands outside the declared allowlist.</a:t>
            </a:r>
            <a:endParaRPr sz="1250"/>
          </a:p>
        </p:txBody>
      </p:sp>
      <p:sp>
        <p:nvSpPr>
          <p:cNvPr id="8" name="Text 6">
            <a:extLst xmlns:a="http://schemas.openxmlformats.org/drawingml/2006/main">
              <a:ext uri="{FF2B5EF4-FFF2-40B4-BE49-F238E27FC236}">
                <a16:creationId xmlns:a16="http://schemas.microsoft.com/office/drawing/2014/main" id="{8C7EADB0-FFEC-4E79-9EF1-4C31CBCCA116}"/>
              </a:ext>
            </a:extLst>
          </p:cNvPr>
          <p:cNvSpPr>
            <a:spLocks xmlns:a="http://schemas.openxmlformats.org/drawingml/2006/main" noGrp="1"/>
          </p:cNvSpPr>
          <p:nvPr/>
        </p:nvSpPr>
        <p:spPr>
          <a:xfrm xmlns:a="http://schemas.openxmlformats.org/drawingml/2006/main">
            <a:off x="11064240" y="6446520"/>
            <a:ext cx="640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7A7268"/>
                </a:solidFill>
                <a:latin typeface="Arial"/>
                <a:ea typeface="Arial"/>
                <a:cs typeface="Arial"/>
              </a:rPr>
              <a:t>13</a:t>
            </a:r>
            <a:endParaRPr sz="750"/>
          </a:p>
        </p:txBody>
      </p:sp>
      <p:sp>
        <p:nvSpPr>
          <p:cNvPr id="9" name="Shape 7">
            <a:extLst xmlns:a="http://schemas.openxmlformats.org/drawingml/2006/main">
              <a:ext uri="{FF2B5EF4-FFF2-40B4-BE49-F238E27FC236}">
                <a16:creationId xmlns:a16="http://schemas.microsoft.com/office/drawing/2014/main" id="{68B0F48A-58A4-41CE-A555-F99C77AEFB92}"/>
              </a:ext>
            </a:extLst>
          </p:cNvPr>
          <p:cNvSpPr>
            <a:spLocks xmlns:a="http://schemas.openxmlformats.org/drawingml/2006/main" noGrp="1"/>
          </p:cNvSpPr>
          <p:nvPr/>
        </p:nvSpPr>
        <p:spPr>
          <a:xfrm xmlns:a="http://schemas.openxmlformats.org/drawingml/2006/main">
            <a:off x="502920" y="1691640"/>
            <a:ext cx="2487168" cy="2286000"/>
          </a:xfrm>
          <a:prstGeom xmlns:a="http://schemas.openxmlformats.org/drawingml/2006/main" prst="roundRect">
            <a:avLst>
              <a:gd name="adj" fmla="val 1600"/>
            </a:avLst>
          </a:prstGeom>
          <a:solidFill xmlns:a="http://schemas.openxmlformats.org/drawingml/2006/main">
            <a:srgbClr val="121110"/>
          </a:solidFill>
          <a:ln xmlns:a="http://schemas.openxmlformats.org/drawingml/2006/main" w="9525">
            <a:solidFill>
              <a:srgbClr val="8A6A28"/>
            </a:solidFill>
            <a:prstDash val="solid"/>
          </a:ln>
        </p:spPr>
      </p:sp>
      <p:sp>
        <p:nvSpPr>
          <p:cNvPr id="10" name="Shape 8">
            <a:extLst xmlns:a="http://schemas.openxmlformats.org/drawingml/2006/main">
              <a:ext uri="{FF2B5EF4-FFF2-40B4-BE49-F238E27FC236}">
                <a16:creationId xmlns:a16="http://schemas.microsoft.com/office/drawing/2014/main" id="{F5D72B24-879B-403D-A6DC-7CD2B71251C9}"/>
              </a:ext>
            </a:extLst>
          </p:cNvPr>
          <p:cNvSpPr>
            <a:spLocks xmlns:a="http://schemas.openxmlformats.org/drawingml/2006/main" noGrp="1"/>
          </p:cNvSpPr>
          <p:nvPr/>
        </p:nvSpPr>
        <p:spPr>
          <a:xfrm xmlns:a="http://schemas.openxmlformats.org/drawingml/2006/main">
            <a:off x="704088" y="1892808"/>
            <a:ext cx="347472" cy="347472"/>
          </a:xfrm>
          <a:prstGeom xmlns:a="http://schemas.openxmlformats.org/drawingml/2006/main" prst="ellipse">
            <a:avLst/>
          </a:prstGeom>
          <a:solidFill xmlns:a="http://schemas.openxmlformats.org/drawingml/2006/main">
            <a:srgbClr val="2A2622"/>
          </a:solidFill>
          <a:ln xmlns:a="http://schemas.openxmlformats.org/drawingml/2006/main" w="9525">
            <a:solidFill>
              <a:srgbClr val="8A6A28"/>
            </a:solidFill>
            <a:prstDash val="solid"/>
          </a:ln>
        </p:spPr>
      </p:sp>
      <p:sp>
        <p:nvSpPr>
          <p:cNvPr id="11" name="Text 9">
            <a:extLst xmlns:a="http://schemas.openxmlformats.org/drawingml/2006/main">
              <a:ext uri="{FF2B5EF4-FFF2-40B4-BE49-F238E27FC236}">
                <a16:creationId xmlns:a16="http://schemas.microsoft.com/office/drawing/2014/main" id="{9D79BFC2-92B6-4561-A9BE-5C68942B34B0}"/>
              </a:ext>
            </a:extLst>
          </p:cNvPr>
          <p:cNvSpPr>
            <a:spLocks xmlns:a="http://schemas.openxmlformats.org/drawingml/2006/main" noGrp="1"/>
          </p:cNvSpPr>
          <p:nvPr/>
        </p:nvSpPr>
        <p:spPr>
          <a:xfrm xmlns:a="http://schemas.openxmlformats.org/drawingml/2006/main">
            <a:off x="704088" y="18928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C5BDAF"/>
                </a:solidFill>
                <a:latin typeface="Arial"/>
                <a:ea typeface="Arial"/>
                <a:cs typeface="Arial"/>
              </a:rPr>
              <a:t>1</a:t>
            </a:r>
            <a:endParaRPr sz="1000"/>
          </a:p>
        </p:txBody>
      </p:sp>
      <p:sp>
        <p:nvSpPr>
          <p:cNvPr id="12" name="Text 10">
            <a:extLst xmlns:a="http://schemas.openxmlformats.org/drawingml/2006/main">
              <a:ext uri="{FF2B5EF4-FFF2-40B4-BE49-F238E27FC236}">
                <a16:creationId xmlns:a16="http://schemas.microsoft.com/office/drawing/2014/main" id="{A7E55BEF-10F4-4E01-850A-D18CB1DD5439}"/>
              </a:ext>
            </a:extLst>
          </p:cNvPr>
          <p:cNvSpPr>
            <a:spLocks xmlns:a="http://schemas.openxmlformats.org/drawingml/2006/main" noGrp="1"/>
          </p:cNvSpPr>
          <p:nvPr/>
        </p:nvSpPr>
        <p:spPr>
          <a:xfrm xmlns:a="http://schemas.openxmlformats.org/drawingml/2006/main">
            <a:off x="1161288" y="1874520"/>
            <a:ext cx="16184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8F4EC"/>
                </a:solidFill>
                <a:latin typeface="Arial"/>
                <a:ea typeface="Arial"/>
                <a:cs typeface="Arial"/>
              </a:rPr>
              <a:t>Planner</a:t>
            </a:r>
            <a:endParaRPr sz="1350"/>
          </a:p>
        </p:txBody>
      </p:sp>
      <p:sp>
        <p:nvSpPr>
          <p:cNvPr id="13" name="Text 11">
            <a:extLst xmlns:a="http://schemas.openxmlformats.org/drawingml/2006/main">
              <a:ext uri="{FF2B5EF4-FFF2-40B4-BE49-F238E27FC236}">
                <a16:creationId xmlns:a16="http://schemas.microsoft.com/office/drawing/2014/main" id="{CFE3DF08-3BBF-48AC-AA85-13A6EB53DF46}"/>
              </a:ext>
            </a:extLst>
          </p:cNvPr>
          <p:cNvSpPr>
            <a:spLocks xmlns:a="http://schemas.openxmlformats.org/drawingml/2006/main" noGrp="1"/>
          </p:cNvSpPr>
          <p:nvPr/>
        </p:nvSpPr>
        <p:spPr>
          <a:xfrm xmlns:a="http://schemas.openxmlformats.org/drawingml/2006/main">
            <a:off x="1161288" y="2148840"/>
            <a:ext cx="17556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70">
                <a:solidFill>
                  <a:srgbClr val="7A7268"/>
                </a:solidFill>
                <a:latin typeface="Arial"/>
                <a:ea typeface="Arial"/>
                <a:cs typeface="Arial"/>
              </a:rPr>
              <a:t>AGENTS.PLAN()</a:t>
            </a:r>
            <a:endParaRPr sz="900"/>
          </a:p>
        </p:txBody>
      </p:sp>
      <p:sp>
        <p:nvSpPr>
          <p:cNvPr id="14" name="Text 12">
            <a:extLst xmlns:a="http://schemas.openxmlformats.org/drawingml/2006/main">
              <a:ext uri="{FF2B5EF4-FFF2-40B4-BE49-F238E27FC236}">
                <a16:creationId xmlns:a16="http://schemas.microsoft.com/office/drawing/2014/main" id="{AC69E1BF-61C5-402C-B35C-CC648CCE952A}"/>
              </a:ext>
            </a:extLst>
          </p:cNvPr>
          <p:cNvSpPr>
            <a:spLocks xmlns:a="http://schemas.openxmlformats.org/drawingml/2006/main" noGrp="1"/>
          </p:cNvSpPr>
          <p:nvPr/>
        </p:nvSpPr>
        <p:spPr>
          <a:xfrm xmlns:a="http://schemas.openxmlformats.org/drawingml/2006/main">
            <a:off x="722376" y="2496312"/>
            <a:ext cx="202996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1050">
                <a:solidFill>
                  <a:srgbClr val="7A7268"/>
                </a:solidFill>
                <a:latin typeface="Arial"/>
                <a:ea typeface="Arial"/>
                <a:cs typeface="Arial"/>
              </a:rPr>
              <a:t>Reads the work order and the approved graph neighbourhood. Produces a bounded plan: which files may change, which gates must pass.</a:t>
            </a:r>
            <a:endParaRPr sz="1050"/>
          </a:p>
        </p:txBody>
      </p:sp>
      <p:sp>
        <p:nvSpPr>
          <p:cNvPr id="15" name="Text 13">
            <a:extLst xmlns:a="http://schemas.openxmlformats.org/drawingml/2006/main">
              <a:ext uri="{FF2B5EF4-FFF2-40B4-BE49-F238E27FC236}">
                <a16:creationId xmlns:a16="http://schemas.microsoft.com/office/drawing/2014/main" id="{DE4C7854-01C0-402D-A3B6-09F5C09B07BA}"/>
              </a:ext>
            </a:extLst>
          </p:cNvPr>
          <p:cNvSpPr>
            <a:spLocks xmlns:a="http://schemas.openxmlformats.org/drawingml/2006/main" noGrp="1"/>
          </p:cNvSpPr>
          <p:nvPr/>
        </p:nvSpPr>
        <p:spPr>
          <a:xfrm xmlns:a="http://schemas.openxmlformats.org/drawingml/2006/main">
            <a:off x="722376" y="3557016"/>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i="1">
                <a:solidFill>
                  <a:srgbClr val="7A7268"/>
                </a:solidFill>
                <a:latin typeface="Arial"/>
                <a:ea typeface="Arial"/>
                <a:cs typeface="Arial"/>
              </a:rPr>
              <a:t>sees: graph scope, source capsules</a:t>
            </a:r>
            <a:endParaRPr sz="850"/>
          </a:p>
        </p:txBody>
      </p:sp>
      <p:sp>
        <p:nvSpPr>
          <p:cNvPr id="16" name="Shape 14">
            <a:extLst xmlns:a="http://schemas.openxmlformats.org/drawingml/2006/main">
              <a:ext uri="{FF2B5EF4-FFF2-40B4-BE49-F238E27FC236}">
                <a16:creationId xmlns:a16="http://schemas.microsoft.com/office/drawing/2014/main" id="{5FAB03AD-313C-4003-894D-EE7789647730}"/>
              </a:ext>
            </a:extLst>
          </p:cNvPr>
          <p:cNvSpPr>
            <a:spLocks xmlns:a="http://schemas.openxmlformats.org/drawingml/2006/main" noGrp="1"/>
          </p:cNvSpPr>
          <p:nvPr/>
        </p:nvSpPr>
        <p:spPr>
          <a:xfrm xmlns:a="http://schemas.openxmlformats.org/drawingml/2006/main">
            <a:off x="2999232" y="2697480"/>
            <a:ext cx="256032" cy="274320"/>
          </a:xfrm>
          <a:prstGeom xmlns:a="http://schemas.openxmlformats.org/drawingml/2006/main" prst="rightArrow">
            <a:avLst/>
          </a:prstGeom>
          <a:solidFill xmlns:a="http://schemas.openxmlformats.org/drawingml/2006/main">
            <a:srgbClr val="F2B84B"/>
          </a:solidFill>
          <a:ln xmlns:a="http://schemas.openxmlformats.org/drawingml/2006/main" w="12700">
            <a:solidFill>
              <a:srgbClr val="F2B84B"/>
            </a:solidFill>
            <a:prstDash val="solid"/>
          </a:ln>
        </p:spPr>
      </p:sp>
      <p:sp>
        <p:nvSpPr>
          <p:cNvPr id="17" name="Shape 15">
            <a:extLst xmlns:a="http://schemas.openxmlformats.org/drawingml/2006/main">
              <a:ext uri="{FF2B5EF4-FFF2-40B4-BE49-F238E27FC236}">
                <a16:creationId xmlns:a16="http://schemas.microsoft.com/office/drawing/2014/main" id="{138B42A2-B2EC-4CFD-9FD7-7A01225E80A1}"/>
              </a:ext>
            </a:extLst>
          </p:cNvPr>
          <p:cNvSpPr>
            <a:spLocks xmlns:a="http://schemas.openxmlformats.org/drawingml/2006/main" noGrp="1"/>
          </p:cNvSpPr>
          <p:nvPr/>
        </p:nvSpPr>
        <p:spPr>
          <a:xfrm xmlns:a="http://schemas.openxmlformats.org/drawingml/2006/main">
            <a:off x="3264408" y="1691640"/>
            <a:ext cx="2487168" cy="2286000"/>
          </a:xfrm>
          <a:prstGeom xmlns:a="http://schemas.openxmlformats.org/drawingml/2006/main" prst="roundRect">
            <a:avLst>
              <a:gd name="adj" fmla="val 1600"/>
            </a:avLst>
          </a:prstGeom>
          <a:solidFill xmlns:a="http://schemas.openxmlformats.org/drawingml/2006/main">
            <a:srgbClr val="1A1715"/>
          </a:solidFill>
          <a:ln xmlns:a="http://schemas.openxmlformats.org/drawingml/2006/main" w="19050">
            <a:solidFill>
              <a:srgbClr val="F2B84B"/>
            </a:solidFill>
            <a:prstDash val="solid"/>
          </a:ln>
        </p:spPr>
      </p:sp>
      <p:sp>
        <p:nvSpPr>
          <p:cNvPr id="18" name="Shape 16">
            <a:extLst xmlns:a="http://schemas.openxmlformats.org/drawingml/2006/main">
              <a:ext uri="{FF2B5EF4-FFF2-40B4-BE49-F238E27FC236}">
                <a16:creationId xmlns:a16="http://schemas.microsoft.com/office/drawing/2014/main" id="{B3C60D28-07FD-4E19-814B-1961E9341585}"/>
              </a:ext>
            </a:extLst>
          </p:cNvPr>
          <p:cNvSpPr>
            <a:spLocks xmlns:a="http://schemas.openxmlformats.org/drawingml/2006/main" noGrp="1"/>
          </p:cNvSpPr>
          <p:nvPr/>
        </p:nvSpPr>
        <p:spPr>
          <a:xfrm xmlns:a="http://schemas.openxmlformats.org/drawingml/2006/main">
            <a:off x="3465576" y="1892808"/>
            <a:ext cx="347472" cy="347472"/>
          </a:xfrm>
          <a:prstGeom xmlns:a="http://schemas.openxmlformats.org/drawingml/2006/main" prst="ellipse">
            <a:avLst/>
          </a:prstGeom>
          <a:solidFill xmlns:a="http://schemas.openxmlformats.org/drawingml/2006/main">
            <a:srgbClr val="F2B84B"/>
          </a:solidFill>
          <a:ln xmlns:a="http://schemas.openxmlformats.org/drawingml/2006/main" w="9525">
            <a:solidFill>
              <a:srgbClr val="F2B84B"/>
            </a:solidFill>
            <a:prstDash val="solid"/>
          </a:ln>
        </p:spPr>
      </p:sp>
      <p:sp>
        <p:nvSpPr>
          <p:cNvPr id="19" name="Text 17">
            <a:extLst xmlns:a="http://schemas.openxmlformats.org/drawingml/2006/main">
              <a:ext uri="{FF2B5EF4-FFF2-40B4-BE49-F238E27FC236}">
                <a16:creationId xmlns:a16="http://schemas.microsoft.com/office/drawing/2014/main" id="{61CDA2CB-5A86-4F40-9A0E-8F6BE32DA785}"/>
              </a:ext>
            </a:extLst>
          </p:cNvPr>
          <p:cNvSpPr>
            <a:spLocks xmlns:a="http://schemas.openxmlformats.org/drawingml/2006/main" noGrp="1"/>
          </p:cNvSpPr>
          <p:nvPr/>
        </p:nvSpPr>
        <p:spPr>
          <a:xfrm xmlns:a="http://schemas.openxmlformats.org/drawingml/2006/main">
            <a:off x="3465576" y="18928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A1000"/>
                </a:solidFill>
                <a:latin typeface="Arial"/>
                <a:ea typeface="Arial"/>
                <a:cs typeface="Arial"/>
              </a:rPr>
              <a:t>2</a:t>
            </a:r>
            <a:endParaRPr sz="1000"/>
          </a:p>
        </p:txBody>
      </p:sp>
      <p:sp>
        <p:nvSpPr>
          <p:cNvPr id="20" name="Text 18">
            <a:extLst xmlns:a="http://schemas.openxmlformats.org/drawingml/2006/main">
              <a:ext uri="{FF2B5EF4-FFF2-40B4-BE49-F238E27FC236}">
                <a16:creationId xmlns:a16="http://schemas.microsoft.com/office/drawing/2014/main" id="{76381688-5952-40B7-9D6D-68184B35B85E}"/>
              </a:ext>
            </a:extLst>
          </p:cNvPr>
          <p:cNvSpPr>
            <a:spLocks xmlns:a="http://schemas.openxmlformats.org/drawingml/2006/main" noGrp="1"/>
          </p:cNvSpPr>
          <p:nvPr/>
        </p:nvSpPr>
        <p:spPr>
          <a:xfrm xmlns:a="http://schemas.openxmlformats.org/drawingml/2006/main">
            <a:off x="3922776" y="1874520"/>
            <a:ext cx="16184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2B84B"/>
                </a:solidFill>
                <a:latin typeface="Arial"/>
                <a:ea typeface="Arial"/>
                <a:cs typeface="Arial"/>
              </a:rPr>
              <a:t>Builder</a:t>
            </a:r>
            <a:endParaRPr sz="1350"/>
          </a:p>
        </p:txBody>
      </p:sp>
      <p:sp>
        <p:nvSpPr>
          <p:cNvPr id="21" name="Text 19">
            <a:extLst xmlns:a="http://schemas.openxmlformats.org/drawingml/2006/main">
              <a:ext uri="{FF2B5EF4-FFF2-40B4-BE49-F238E27FC236}">
                <a16:creationId xmlns:a16="http://schemas.microsoft.com/office/drawing/2014/main" id="{56692C03-6455-45D6-BF05-91E3500B83C2}"/>
              </a:ext>
            </a:extLst>
          </p:cNvPr>
          <p:cNvSpPr>
            <a:spLocks xmlns:a="http://schemas.openxmlformats.org/drawingml/2006/main" noGrp="1"/>
          </p:cNvSpPr>
          <p:nvPr/>
        </p:nvSpPr>
        <p:spPr>
          <a:xfrm xmlns:a="http://schemas.openxmlformats.org/drawingml/2006/main">
            <a:off x="3922776" y="2148840"/>
            <a:ext cx="17556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70">
                <a:solidFill>
                  <a:srgbClr val="F2B84B"/>
                </a:solidFill>
                <a:latin typeface="Arial"/>
                <a:ea typeface="Arial"/>
                <a:cs typeface="Arial"/>
              </a:rPr>
              <a:t>AGENTS.BUILD()</a:t>
            </a:r>
            <a:endParaRPr sz="900"/>
          </a:p>
        </p:txBody>
      </p:sp>
      <p:sp>
        <p:nvSpPr>
          <p:cNvPr id="22" name="Text 20">
            <a:extLst xmlns:a="http://schemas.openxmlformats.org/drawingml/2006/main">
              <a:ext uri="{FF2B5EF4-FFF2-40B4-BE49-F238E27FC236}">
                <a16:creationId xmlns:a16="http://schemas.microsoft.com/office/drawing/2014/main" id="{F7F8807C-A518-4AEA-BC20-9E3F17B600D0}"/>
              </a:ext>
            </a:extLst>
          </p:cNvPr>
          <p:cNvSpPr>
            <a:spLocks xmlns:a="http://schemas.openxmlformats.org/drawingml/2006/main" noGrp="1"/>
          </p:cNvSpPr>
          <p:nvPr/>
        </p:nvSpPr>
        <p:spPr>
          <a:xfrm xmlns:a="http://schemas.openxmlformats.org/drawingml/2006/main">
            <a:off x="3483864" y="2496312"/>
            <a:ext cx="202996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1050">
                <a:solidFill>
                  <a:srgbClr val="C5BDAF"/>
                </a:solidFill>
                <a:latin typeface="Arial"/>
                <a:ea typeface="Arial"/>
                <a:cs typeface="Arial"/>
              </a:rPr>
              <a:t>Writes the candidate. Every edit passes through an atomic patch broker that validates it against the declared path allowlist before it lands.</a:t>
            </a:r>
            <a:endParaRPr sz="1050"/>
          </a:p>
        </p:txBody>
      </p:sp>
      <p:sp>
        <p:nvSpPr>
          <p:cNvPr id="23" name="Text 21">
            <a:extLst xmlns:a="http://schemas.openxmlformats.org/drawingml/2006/main">
              <a:ext uri="{FF2B5EF4-FFF2-40B4-BE49-F238E27FC236}">
                <a16:creationId xmlns:a16="http://schemas.microsoft.com/office/drawing/2014/main" id="{8B4007AC-D5E4-4AD4-8C74-A110700FB24F}"/>
              </a:ext>
            </a:extLst>
          </p:cNvPr>
          <p:cNvSpPr>
            <a:spLocks xmlns:a="http://schemas.openxmlformats.org/drawingml/2006/main" noGrp="1"/>
          </p:cNvSpPr>
          <p:nvPr/>
        </p:nvSpPr>
        <p:spPr>
          <a:xfrm xmlns:a="http://schemas.openxmlformats.org/drawingml/2006/main">
            <a:off x="3483864" y="3557016"/>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i="1">
                <a:solidFill>
                  <a:srgbClr val="F2B84B"/>
                </a:solidFill>
                <a:latin typeface="Arial"/>
                <a:ea typeface="Arial"/>
                <a:cs typeface="Arial"/>
              </a:rPr>
              <a:t>sees: plan, redacted failure — never expected values</a:t>
            </a:r>
            <a:endParaRPr sz="850"/>
          </a:p>
        </p:txBody>
      </p:sp>
      <p:sp>
        <p:nvSpPr>
          <p:cNvPr id="24" name="Shape 22">
            <a:extLst xmlns:a="http://schemas.openxmlformats.org/drawingml/2006/main">
              <a:ext uri="{FF2B5EF4-FFF2-40B4-BE49-F238E27FC236}">
                <a16:creationId xmlns:a16="http://schemas.microsoft.com/office/drawing/2014/main" id="{D09FCD3D-56E0-4BEB-9EEB-A400C467C992}"/>
              </a:ext>
            </a:extLst>
          </p:cNvPr>
          <p:cNvSpPr>
            <a:spLocks xmlns:a="http://schemas.openxmlformats.org/drawingml/2006/main" noGrp="1"/>
          </p:cNvSpPr>
          <p:nvPr/>
        </p:nvSpPr>
        <p:spPr>
          <a:xfrm xmlns:a="http://schemas.openxmlformats.org/drawingml/2006/main">
            <a:off x="5760720" y="2697480"/>
            <a:ext cx="256032" cy="274320"/>
          </a:xfrm>
          <a:prstGeom xmlns:a="http://schemas.openxmlformats.org/drawingml/2006/main" prst="rightArrow">
            <a:avLst/>
          </a:prstGeom>
          <a:solidFill xmlns:a="http://schemas.openxmlformats.org/drawingml/2006/main">
            <a:srgbClr val="2A2622"/>
          </a:solidFill>
          <a:ln xmlns:a="http://schemas.openxmlformats.org/drawingml/2006/main" w="12700">
            <a:solidFill>
              <a:srgbClr val="2A2622"/>
            </a:solidFill>
            <a:prstDash val="solid"/>
          </a:ln>
        </p:spPr>
      </p:sp>
      <p:sp>
        <p:nvSpPr>
          <p:cNvPr id="25" name="Shape 23">
            <a:extLst xmlns:a="http://schemas.openxmlformats.org/drawingml/2006/main">
              <a:ext uri="{FF2B5EF4-FFF2-40B4-BE49-F238E27FC236}">
                <a16:creationId xmlns:a16="http://schemas.microsoft.com/office/drawing/2014/main" id="{34C38436-45AA-428B-A221-BB102F0CB213}"/>
              </a:ext>
            </a:extLst>
          </p:cNvPr>
          <p:cNvSpPr>
            <a:spLocks xmlns:a="http://schemas.openxmlformats.org/drawingml/2006/main" noGrp="1"/>
          </p:cNvSpPr>
          <p:nvPr/>
        </p:nvSpPr>
        <p:spPr>
          <a:xfrm xmlns:a="http://schemas.openxmlformats.org/drawingml/2006/main">
            <a:off x="6025896" y="1691640"/>
            <a:ext cx="2487168" cy="2286000"/>
          </a:xfrm>
          <a:prstGeom xmlns:a="http://schemas.openxmlformats.org/drawingml/2006/main" prst="roundRect">
            <a:avLst>
              <a:gd name="adj" fmla="val 1600"/>
            </a:avLst>
          </a:prstGeom>
          <a:solidFill xmlns:a="http://schemas.openxmlformats.org/drawingml/2006/main">
            <a:srgbClr val="121110"/>
          </a:solidFill>
          <a:ln xmlns:a="http://schemas.openxmlformats.org/drawingml/2006/main" w="9525">
            <a:solidFill>
              <a:srgbClr val="2A2622"/>
            </a:solidFill>
            <a:prstDash val="solid"/>
          </a:ln>
        </p:spPr>
      </p:sp>
      <p:sp>
        <p:nvSpPr>
          <p:cNvPr id="26" name="Shape 24">
            <a:extLst xmlns:a="http://schemas.openxmlformats.org/drawingml/2006/main">
              <a:ext uri="{FF2B5EF4-FFF2-40B4-BE49-F238E27FC236}">
                <a16:creationId xmlns:a16="http://schemas.microsoft.com/office/drawing/2014/main" id="{BD67CA79-4EBB-4A93-8F80-70AAC1295329}"/>
              </a:ext>
            </a:extLst>
          </p:cNvPr>
          <p:cNvSpPr>
            <a:spLocks xmlns:a="http://schemas.openxmlformats.org/drawingml/2006/main" noGrp="1"/>
          </p:cNvSpPr>
          <p:nvPr/>
        </p:nvSpPr>
        <p:spPr>
          <a:xfrm xmlns:a="http://schemas.openxmlformats.org/drawingml/2006/main">
            <a:off x="6227064" y="1892808"/>
            <a:ext cx="347472" cy="347472"/>
          </a:xfrm>
          <a:prstGeom xmlns:a="http://schemas.openxmlformats.org/drawingml/2006/main" prst="ellipse">
            <a:avLst/>
          </a:prstGeom>
          <a:solidFill xmlns:a="http://schemas.openxmlformats.org/drawingml/2006/main">
            <a:srgbClr val="241F1B"/>
          </a:solidFill>
          <a:ln xmlns:a="http://schemas.openxmlformats.org/drawingml/2006/main" w="9525">
            <a:solidFill>
              <a:srgbClr val="2A2622"/>
            </a:solidFill>
            <a:prstDash val="solid"/>
          </a:ln>
        </p:spPr>
      </p:sp>
      <p:sp>
        <p:nvSpPr>
          <p:cNvPr id="27" name="Text 25">
            <a:extLst xmlns:a="http://schemas.openxmlformats.org/drawingml/2006/main">
              <a:ext uri="{FF2B5EF4-FFF2-40B4-BE49-F238E27FC236}">
                <a16:creationId xmlns:a16="http://schemas.microsoft.com/office/drawing/2014/main" id="{E2EDA40E-0985-48F1-B14F-076248855FC5}"/>
              </a:ext>
            </a:extLst>
          </p:cNvPr>
          <p:cNvSpPr>
            <a:spLocks xmlns:a="http://schemas.openxmlformats.org/drawingml/2006/main" noGrp="1"/>
          </p:cNvSpPr>
          <p:nvPr/>
        </p:nvSpPr>
        <p:spPr>
          <a:xfrm xmlns:a="http://schemas.openxmlformats.org/drawingml/2006/main">
            <a:off x="6227064" y="18928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4A443E"/>
                </a:solidFill>
                <a:latin typeface="Arial"/>
                <a:ea typeface="Arial"/>
                <a:cs typeface="Arial"/>
              </a:rPr>
              <a:t>3</a:t>
            </a:r>
            <a:endParaRPr sz="1000"/>
          </a:p>
        </p:txBody>
      </p:sp>
      <p:sp>
        <p:nvSpPr>
          <p:cNvPr id="28" name="Text 26">
            <a:extLst xmlns:a="http://schemas.openxmlformats.org/drawingml/2006/main">
              <a:ext uri="{FF2B5EF4-FFF2-40B4-BE49-F238E27FC236}">
                <a16:creationId xmlns:a16="http://schemas.microsoft.com/office/drawing/2014/main" id="{6DFC73FC-78AF-4050-B3F6-E23D378DF60A}"/>
              </a:ext>
            </a:extLst>
          </p:cNvPr>
          <p:cNvSpPr>
            <a:spLocks xmlns:a="http://schemas.openxmlformats.org/drawingml/2006/main" noGrp="1"/>
          </p:cNvSpPr>
          <p:nvPr/>
        </p:nvSpPr>
        <p:spPr>
          <a:xfrm xmlns:a="http://schemas.openxmlformats.org/drawingml/2006/main">
            <a:off x="6684264" y="1874520"/>
            <a:ext cx="16184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A443E"/>
                </a:solidFill>
                <a:latin typeface="Arial"/>
                <a:ea typeface="Arial"/>
                <a:cs typeface="Arial"/>
              </a:rPr>
              <a:t>Verifier</a:t>
            </a:r>
            <a:endParaRPr sz="1350"/>
          </a:p>
        </p:txBody>
      </p:sp>
      <p:sp>
        <p:nvSpPr>
          <p:cNvPr id="29" name="Text 27">
            <a:extLst xmlns:a="http://schemas.openxmlformats.org/drawingml/2006/main">
              <a:ext uri="{FF2B5EF4-FFF2-40B4-BE49-F238E27FC236}">
                <a16:creationId xmlns:a16="http://schemas.microsoft.com/office/drawing/2014/main" id="{FC68DF64-0A9C-4F4C-80C2-B74A442BDC3D}"/>
              </a:ext>
            </a:extLst>
          </p:cNvPr>
          <p:cNvSpPr>
            <a:spLocks xmlns:a="http://schemas.openxmlformats.org/drawingml/2006/main" noGrp="1"/>
          </p:cNvSpPr>
          <p:nvPr/>
        </p:nvSpPr>
        <p:spPr>
          <a:xfrm xmlns:a="http://schemas.openxmlformats.org/drawingml/2006/main">
            <a:off x="6684264" y="2148840"/>
            <a:ext cx="17556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70">
                <a:solidFill>
                  <a:srgbClr val="3A3530"/>
                </a:solidFill>
                <a:latin typeface="Arial"/>
                <a:ea typeface="Arial"/>
                <a:cs typeface="Arial"/>
              </a:rPr>
              <a:t>RUN_GATES()</a:t>
            </a:r>
            <a:endParaRPr sz="900"/>
          </a:p>
        </p:txBody>
      </p:sp>
      <p:sp>
        <p:nvSpPr>
          <p:cNvPr id="30" name="Text 28">
            <a:extLst xmlns:a="http://schemas.openxmlformats.org/drawingml/2006/main">
              <a:ext uri="{FF2B5EF4-FFF2-40B4-BE49-F238E27FC236}">
                <a16:creationId xmlns:a16="http://schemas.microsoft.com/office/drawing/2014/main" id="{FB5367C9-B742-43D4-A4CA-F1F070B4CB09}"/>
              </a:ext>
            </a:extLst>
          </p:cNvPr>
          <p:cNvSpPr>
            <a:spLocks xmlns:a="http://schemas.openxmlformats.org/drawingml/2006/main" noGrp="1"/>
          </p:cNvSpPr>
          <p:nvPr/>
        </p:nvSpPr>
        <p:spPr>
          <a:xfrm xmlns:a="http://schemas.openxmlformats.org/drawingml/2006/main">
            <a:off x="6245352" y="2496312"/>
            <a:ext cx="202996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1050">
                <a:solidFill>
                  <a:srgbClr val="3A3530"/>
                </a:solidFill>
                <a:latin typeface="Arial"/>
                <a:ea typeface="Arial"/>
                <a:cs typeface="Arial"/>
              </a:rPr>
              <a:t>Not a model. Deterministic gates in a digest-pinned sandbox, holding the private holdout cases. The only station that decides pass or fail.</a:t>
            </a:r>
            <a:endParaRPr sz="1050"/>
          </a:p>
        </p:txBody>
      </p:sp>
      <p:sp>
        <p:nvSpPr>
          <p:cNvPr id="31" name="Text 29">
            <a:extLst xmlns:a="http://schemas.openxmlformats.org/drawingml/2006/main">
              <a:ext uri="{FF2B5EF4-FFF2-40B4-BE49-F238E27FC236}">
                <a16:creationId xmlns:a16="http://schemas.microsoft.com/office/drawing/2014/main" id="{DC3CDEE1-86E7-4543-8841-F82EE6F55C16}"/>
              </a:ext>
            </a:extLst>
          </p:cNvPr>
          <p:cNvSpPr>
            <a:spLocks xmlns:a="http://schemas.openxmlformats.org/drawingml/2006/main" noGrp="1"/>
          </p:cNvSpPr>
          <p:nvPr/>
        </p:nvSpPr>
        <p:spPr>
          <a:xfrm xmlns:a="http://schemas.openxmlformats.org/drawingml/2006/main">
            <a:off x="6245352" y="3557016"/>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i="1">
                <a:solidFill>
                  <a:srgbClr val="3A3530"/>
                </a:solidFill>
                <a:latin typeface="Arial"/>
                <a:ea typeface="Arial"/>
                <a:cs typeface="Arial"/>
              </a:rPr>
              <a:t>sees: everything, including the answer key</a:t>
            </a:r>
            <a:endParaRPr sz="850"/>
          </a:p>
        </p:txBody>
      </p:sp>
      <p:sp>
        <p:nvSpPr>
          <p:cNvPr id="32" name="Shape 30">
            <a:extLst xmlns:a="http://schemas.openxmlformats.org/drawingml/2006/main">
              <a:ext uri="{FF2B5EF4-FFF2-40B4-BE49-F238E27FC236}">
                <a16:creationId xmlns:a16="http://schemas.microsoft.com/office/drawing/2014/main" id="{642977C2-1974-4A46-B8DD-08E1760C48FC}"/>
              </a:ext>
            </a:extLst>
          </p:cNvPr>
          <p:cNvSpPr>
            <a:spLocks xmlns:a="http://schemas.openxmlformats.org/drawingml/2006/main" noGrp="1"/>
          </p:cNvSpPr>
          <p:nvPr/>
        </p:nvSpPr>
        <p:spPr>
          <a:xfrm xmlns:a="http://schemas.openxmlformats.org/drawingml/2006/main">
            <a:off x="8522208" y="2697480"/>
            <a:ext cx="256032" cy="274320"/>
          </a:xfrm>
          <a:prstGeom xmlns:a="http://schemas.openxmlformats.org/drawingml/2006/main" prst="rightArrow">
            <a:avLst/>
          </a:prstGeom>
          <a:solidFill xmlns:a="http://schemas.openxmlformats.org/drawingml/2006/main">
            <a:srgbClr val="2A2622"/>
          </a:solidFill>
          <a:ln xmlns:a="http://schemas.openxmlformats.org/drawingml/2006/main" w="12700">
            <a:solidFill>
              <a:srgbClr val="2A2622"/>
            </a:solidFill>
            <a:prstDash val="solid"/>
          </a:ln>
        </p:spPr>
      </p:sp>
      <p:sp>
        <p:nvSpPr>
          <p:cNvPr id="33" name="Shape 31">
            <a:extLst xmlns:a="http://schemas.openxmlformats.org/drawingml/2006/main">
              <a:ext uri="{FF2B5EF4-FFF2-40B4-BE49-F238E27FC236}">
                <a16:creationId xmlns:a16="http://schemas.microsoft.com/office/drawing/2014/main" id="{72DE12A5-F0AA-419D-8467-AE027950FD4F}"/>
              </a:ext>
            </a:extLst>
          </p:cNvPr>
          <p:cNvSpPr>
            <a:spLocks xmlns:a="http://schemas.openxmlformats.org/drawingml/2006/main" noGrp="1"/>
          </p:cNvSpPr>
          <p:nvPr/>
        </p:nvSpPr>
        <p:spPr>
          <a:xfrm xmlns:a="http://schemas.openxmlformats.org/drawingml/2006/main">
            <a:off x="8787384" y="1691640"/>
            <a:ext cx="2487168" cy="2286000"/>
          </a:xfrm>
          <a:prstGeom xmlns:a="http://schemas.openxmlformats.org/drawingml/2006/main" prst="roundRect">
            <a:avLst>
              <a:gd name="adj" fmla="val 1600"/>
            </a:avLst>
          </a:prstGeom>
          <a:solidFill xmlns:a="http://schemas.openxmlformats.org/drawingml/2006/main">
            <a:srgbClr val="121110"/>
          </a:solidFill>
          <a:ln xmlns:a="http://schemas.openxmlformats.org/drawingml/2006/main" w="9525">
            <a:solidFill>
              <a:srgbClr val="2A2622"/>
            </a:solidFill>
            <a:prstDash val="solid"/>
          </a:ln>
        </p:spPr>
      </p:sp>
      <p:sp>
        <p:nvSpPr>
          <p:cNvPr id="34" name="Shape 32">
            <a:extLst xmlns:a="http://schemas.openxmlformats.org/drawingml/2006/main">
              <a:ext uri="{FF2B5EF4-FFF2-40B4-BE49-F238E27FC236}">
                <a16:creationId xmlns:a16="http://schemas.microsoft.com/office/drawing/2014/main" id="{689F51AF-312E-4F51-9AC2-1AAAE8006806}"/>
              </a:ext>
            </a:extLst>
          </p:cNvPr>
          <p:cNvSpPr>
            <a:spLocks xmlns:a="http://schemas.openxmlformats.org/drawingml/2006/main" noGrp="1"/>
          </p:cNvSpPr>
          <p:nvPr/>
        </p:nvSpPr>
        <p:spPr>
          <a:xfrm xmlns:a="http://schemas.openxmlformats.org/drawingml/2006/main">
            <a:off x="8988552" y="1892808"/>
            <a:ext cx="347472" cy="347472"/>
          </a:xfrm>
          <a:prstGeom xmlns:a="http://schemas.openxmlformats.org/drawingml/2006/main" prst="ellipse">
            <a:avLst/>
          </a:prstGeom>
          <a:solidFill xmlns:a="http://schemas.openxmlformats.org/drawingml/2006/main">
            <a:srgbClr val="241F1B"/>
          </a:solidFill>
          <a:ln xmlns:a="http://schemas.openxmlformats.org/drawingml/2006/main" w="9525">
            <a:solidFill>
              <a:srgbClr val="2A2622"/>
            </a:solidFill>
            <a:prstDash val="solid"/>
          </a:ln>
        </p:spPr>
      </p:sp>
      <p:sp>
        <p:nvSpPr>
          <p:cNvPr id="35" name="Text 33">
            <a:extLst xmlns:a="http://schemas.openxmlformats.org/drawingml/2006/main">
              <a:ext uri="{FF2B5EF4-FFF2-40B4-BE49-F238E27FC236}">
                <a16:creationId xmlns:a16="http://schemas.microsoft.com/office/drawing/2014/main" id="{1671952F-F202-4DDC-9FF9-EA636E9BF1E7}"/>
              </a:ext>
            </a:extLst>
          </p:cNvPr>
          <p:cNvSpPr>
            <a:spLocks xmlns:a="http://schemas.openxmlformats.org/drawingml/2006/main" noGrp="1"/>
          </p:cNvSpPr>
          <p:nvPr/>
        </p:nvSpPr>
        <p:spPr>
          <a:xfrm xmlns:a="http://schemas.openxmlformats.org/drawingml/2006/main">
            <a:off x="8988552" y="18928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4A443E"/>
                </a:solidFill>
                <a:latin typeface="Arial"/>
                <a:ea typeface="Arial"/>
                <a:cs typeface="Arial"/>
              </a:rPr>
              <a:t>4</a:t>
            </a:r>
            <a:endParaRPr sz="1000"/>
          </a:p>
        </p:txBody>
      </p:sp>
      <p:sp>
        <p:nvSpPr>
          <p:cNvPr id="36" name="Text 34">
            <a:extLst xmlns:a="http://schemas.openxmlformats.org/drawingml/2006/main">
              <a:ext uri="{FF2B5EF4-FFF2-40B4-BE49-F238E27FC236}">
                <a16:creationId xmlns:a16="http://schemas.microsoft.com/office/drawing/2014/main" id="{B5E3CF02-5071-413F-B328-F006AB5A475B}"/>
              </a:ext>
            </a:extLst>
          </p:cNvPr>
          <p:cNvSpPr>
            <a:spLocks xmlns:a="http://schemas.openxmlformats.org/drawingml/2006/main" noGrp="1"/>
          </p:cNvSpPr>
          <p:nvPr/>
        </p:nvSpPr>
        <p:spPr>
          <a:xfrm xmlns:a="http://schemas.openxmlformats.org/drawingml/2006/main">
            <a:off x="9445752" y="1874520"/>
            <a:ext cx="16184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A443E"/>
                </a:solidFill>
                <a:latin typeface="Arial"/>
                <a:ea typeface="Arial"/>
                <a:cs typeface="Arial"/>
              </a:rPr>
              <a:t>Analyst</a:t>
            </a:r>
            <a:endParaRPr sz="1350"/>
          </a:p>
        </p:txBody>
      </p:sp>
      <p:sp>
        <p:nvSpPr>
          <p:cNvPr id="37" name="Text 35">
            <a:extLst xmlns:a="http://schemas.openxmlformats.org/drawingml/2006/main">
              <a:ext uri="{FF2B5EF4-FFF2-40B4-BE49-F238E27FC236}">
                <a16:creationId xmlns:a16="http://schemas.microsoft.com/office/drawing/2014/main" id="{CE6F6603-5E38-4645-8886-76A83C676782}"/>
              </a:ext>
            </a:extLst>
          </p:cNvPr>
          <p:cNvSpPr>
            <a:spLocks xmlns:a="http://schemas.openxmlformats.org/drawingml/2006/main" noGrp="1"/>
          </p:cNvSpPr>
          <p:nvPr/>
        </p:nvSpPr>
        <p:spPr>
          <a:xfrm xmlns:a="http://schemas.openxmlformats.org/drawingml/2006/main">
            <a:off x="9445752" y="2148840"/>
            <a:ext cx="17556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70">
                <a:solidFill>
                  <a:srgbClr val="3A3530"/>
                </a:solidFill>
                <a:latin typeface="Arial"/>
                <a:ea typeface="Arial"/>
                <a:cs typeface="Arial"/>
              </a:rPr>
              <a:t>ANALYZE_FAILURE()</a:t>
            </a:r>
            <a:endParaRPr sz="900"/>
          </a:p>
        </p:txBody>
      </p:sp>
      <p:sp>
        <p:nvSpPr>
          <p:cNvPr id="38" name="Text 36">
            <a:extLst xmlns:a="http://schemas.openxmlformats.org/drawingml/2006/main">
              <a:ext uri="{FF2B5EF4-FFF2-40B4-BE49-F238E27FC236}">
                <a16:creationId xmlns:a16="http://schemas.microsoft.com/office/drawing/2014/main" id="{87CEF381-3C07-41E0-B8D5-C62E9D2E23AE}"/>
              </a:ext>
            </a:extLst>
          </p:cNvPr>
          <p:cNvSpPr>
            <a:spLocks xmlns:a="http://schemas.openxmlformats.org/drawingml/2006/main" noGrp="1"/>
          </p:cNvSpPr>
          <p:nvPr/>
        </p:nvSpPr>
        <p:spPr>
          <a:xfrm xmlns:a="http://schemas.openxmlformats.org/drawingml/2006/main">
            <a:off x="9006840" y="2496312"/>
            <a:ext cx="202996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1050">
                <a:solidFill>
                  <a:srgbClr val="3A3530"/>
                </a:solidFill>
                <a:latin typeface="Arial"/>
                <a:ea typeface="Arial"/>
                <a:cs typeface="Arial"/>
              </a:rPr>
              <a:t>Diagnoses a failure into a repair direction. Receives the redacted envelope only, so it can locate a defect without being handed the answer.</a:t>
            </a:r>
            <a:endParaRPr sz="1050"/>
          </a:p>
        </p:txBody>
      </p:sp>
      <p:sp>
        <p:nvSpPr>
          <p:cNvPr id="39" name="Text 37">
            <a:extLst xmlns:a="http://schemas.openxmlformats.org/drawingml/2006/main">
              <a:ext uri="{FF2B5EF4-FFF2-40B4-BE49-F238E27FC236}">
                <a16:creationId xmlns:a16="http://schemas.microsoft.com/office/drawing/2014/main" id="{E9620068-8972-408F-929F-F930663A0FB6}"/>
              </a:ext>
            </a:extLst>
          </p:cNvPr>
          <p:cNvSpPr>
            <a:spLocks xmlns:a="http://schemas.openxmlformats.org/drawingml/2006/main" noGrp="1"/>
          </p:cNvSpPr>
          <p:nvPr/>
        </p:nvSpPr>
        <p:spPr>
          <a:xfrm xmlns:a="http://schemas.openxmlformats.org/drawingml/2006/main">
            <a:off x="9006840" y="3557016"/>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i="1">
                <a:solidFill>
                  <a:srgbClr val="3A3530"/>
                </a:solidFill>
                <a:latin typeface="Arial"/>
                <a:ea typeface="Arial"/>
                <a:cs typeface="Arial"/>
              </a:rPr>
              <a:t>sees: which field diverged, and how often</a:t>
            </a:r>
            <a:endParaRPr sz="850"/>
          </a:p>
        </p:txBody>
      </p:sp>
      <p:sp>
        <p:nvSpPr>
          <p:cNvPr id="40" name="Shape 38">
            <a:extLst xmlns:a="http://schemas.openxmlformats.org/drawingml/2006/main">
              <a:ext uri="{FF2B5EF4-FFF2-40B4-BE49-F238E27FC236}">
                <a16:creationId xmlns:a16="http://schemas.microsoft.com/office/drawing/2014/main" id="{461BE643-1D89-4F52-8D17-3B367CA81456}"/>
              </a:ext>
            </a:extLst>
          </p:cNvPr>
          <p:cNvSpPr>
            <a:spLocks xmlns:a="http://schemas.openxmlformats.org/drawingml/2006/main" noGrp="1"/>
          </p:cNvSpPr>
          <p:nvPr/>
        </p:nvSpPr>
        <p:spPr>
          <a:xfrm xmlns:a="http://schemas.openxmlformats.org/drawingml/2006/main">
            <a:off x="1508760" y="4270248"/>
            <a:ext cx="7004304" cy="18288"/>
          </a:xfrm>
          <a:prstGeom xmlns:a="http://schemas.openxmlformats.org/drawingml/2006/main" prst="rect">
            <a:avLst/>
          </a:prstGeom>
          <a:solidFill xmlns:a="http://schemas.openxmlformats.org/drawingml/2006/main">
            <a:srgbClr val="2A2622"/>
          </a:solidFill>
          <a:ln xmlns:a="http://schemas.openxmlformats.org/drawingml/2006/main" w="12700">
            <a:solidFill>
              <a:srgbClr val="2A2622"/>
            </a:solidFill>
            <a:prstDash val="solid"/>
          </a:ln>
        </p:spPr>
      </p:sp>
      <p:sp>
        <p:nvSpPr>
          <p:cNvPr id="41" name="Shape 39">
            <a:extLst xmlns:a="http://schemas.openxmlformats.org/drawingml/2006/main">
              <a:ext uri="{FF2B5EF4-FFF2-40B4-BE49-F238E27FC236}">
                <a16:creationId xmlns:a16="http://schemas.microsoft.com/office/drawing/2014/main" id="{9C77C24A-1FF8-49BB-98CA-F10113B4AC49}"/>
              </a:ext>
            </a:extLst>
          </p:cNvPr>
          <p:cNvSpPr>
            <a:spLocks xmlns:a="http://schemas.openxmlformats.org/drawingml/2006/main" noGrp="1"/>
          </p:cNvSpPr>
          <p:nvPr/>
        </p:nvSpPr>
        <p:spPr>
          <a:xfrm xmlns:a="http://schemas.openxmlformats.org/drawingml/2006/main">
            <a:off x="1463040" y="4151376"/>
            <a:ext cx="237744" cy="256032"/>
          </a:xfrm>
          <a:prstGeom xmlns:a="http://schemas.openxmlformats.org/drawingml/2006/main" prst="leftArrow">
            <a:avLst/>
          </a:prstGeom>
          <a:solidFill xmlns:a="http://schemas.openxmlformats.org/drawingml/2006/main">
            <a:srgbClr val="2A2622"/>
          </a:solidFill>
          <a:ln xmlns:a="http://schemas.openxmlformats.org/drawingml/2006/main" w="12700">
            <a:solidFill>
              <a:srgbClr val="2A2622"/>
            </a:solidFill>
            <a:prstDash val="solid"/>
          </a:ln>
        </p:spPr>
      </p:sp>
      <p:sp>
        <p:nvSpPr>
          <p:cNvPr id="42" name="Text 40">
            <a:extLst xmlns:a="http://schemas.openxmlformats.org/drawingml/2006/main">
              <a:ext uri="{FF2B5EF4-FFF2-40B4-BE49-F238E27FC236}">
                <a16:creationId xmlns:a16="http://schemas.microsoft.com/office/drawing/2014/main" id="{07DE6D15-A909-45F2-9929-4BDBBFFF68E6}"/>
              </a:ext>
            </a:extLst>
          </p:cNvPr>
          <p:cNvSpPr>
            <a:spLocks xmlns:a="http://schemas.openxmlformats.org/drawingml/2006/main" noGrp="1"/>
          </p:cNvSpPr>
          <p:nvPr/>
        </p:nvSpPr>
        <p:spPr>
          <a:xfrm xmlns:a="http://schemas.openxmlformats.org/drawingml/2006/main">
            <a:off x="1783080" y="4361688"/>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i="1">
                <a:solidFill>
                  <a:srgbClr val="3A3530"/>
                </a:solidFill>
                <a:latin typeface="Arial"/>
                <a:ea typeface="Arial"/>
                <a:cs typeface="Arial"/>
              </a:rPr>
              <a:t>failure routes back — location and shape, never value</a:t>
            </a:r>
            <a:endParaRPr sz="900"/>
          </a:p>
        </p:txBody>
      </p:sp>
      <p:sp>
        <p:nvSpPr>
          <p:cNvPr id="43" name="Shape 41">
            <a:extLst xmlns:a="http://schemas.openxmlformats.org/drawingml/2006/main">
              <a:ext uri="{FF2B5EF4-FFF2-40B4-BE49-F238E27FC236}">
                <a16:creationId xmlns:a16="http://schemas.microsoft.com/office/drawing/2014/main" id="{52F45480-2D36-4883-B6B2-94D77A949DF7}"/>
              </a:ext>
            </a:extLst>
          </p:cNvPr>
          <p:cNvSpPr>
            <a:spLocks xmlns:a="http://schemas.openxmlformats.org/drawingml/2006/main" noGrp="1"/>
          </p:cNvSpPr>
          <p:nvPr/>
        </p:nvSpPr>
        <p:spPr>
          <a:xfrm xmlns:a="http://schemas.openxmlformats.org/drawingml/2006/main">
            <a:off x="502920" y="4846320"/>
            <a:ext cx="3017520" cy="18288"/>
          </a:xfrm>
          <a:prstGeom xmlns:a="http://schemas.openxmlformats.org/drawingml/2006/main" prst="rect">
            <a:avLst/>
          </a:prstGeom>
          <a:solidFill xmlns:a="http://schemas.openxmlformats.org/drawingml/2006/main">
            <a:srgbClr val="D9694A"/>
          </a:solidFill>
          <a:ln xmlns:a="http://schemas.openxmlformats.org/drawingml/2006/main" w="12700">
            <a:solidFill>
              <a:srgbClr val="D9694A"/>
            </a:solidFill>
            <a:prstDash val="solid"/>
          </a:ln>
        </p:spPr>
      </p:sp>
      <p:sp>
        <p:nvSpPr>
          <p:cNvPr id="44" name="Shape 42">
            <a:extLst xmlns:a="http://schemas.openxmlformats.org/drawingml/2006/main">
              <a:ext uri="{FF2B5EF4-FFF2-40B4-BE49-F238E27FC236}">
                <a16:creationId xmlns:a16="http://schemas.microsoft.com/office/drawing/2014/main" id="{09E3BFF8-28DF-4023-857C-287EBA120223}"/>
              </a:ext>
            </a:extLst>
          </p:cNvPr>
          <p:cNvSpPr>
            <a:spLocks xmlns:a="http://schemas.openxmlformats.org/drawingml/2006/main" noGrp="1"/>
          </p:cNvSpPr>
          <p:nvPr/>
        </p:nvSpPr>
        <p:spPr>
          <a:xfrm xmlns:a="http://schemas.openxmlformats.org/drawingml/2006/main">
            <a:off x="8321040" y="4846320"/>
            <a:ext cx="2880360" cy="18288"/>
          </a:xfrm>
          <a:prstGeom xmlns:a="http://schemas.openxmlformats.org/drawingml/2006/main" prst="rect">
            <a:avLst/>
          </a:prstGeom>
          <a:solidFill xmlns:a="http://schemas.openxmlformats.org/drawingml/2006/main">
            <a:srgbClr val="D9694A"/>
          </a:solidFill>
          <a:ln xmlns:a="http://schemas.openxmlformats.org/drawingml/2006/main" w="12700">
            <a:solidFill>
              <a:srgbClr val="D9694A"/>
            </a:solidFill>
            <a:prstDash val="solid"/>
          </a:ln>
        </p:spPr>
      </p:sp>
      <p:sp>
        <p:nvSpPr>
          <p:cNvPr id="45" name="Text 43">
            <a:extLst xmlns:a="http://schemas.openxmlformats.org/drawingml/2006/main">
              <a:ext uri="{FF2B5EF4-FFF2-40B4-BE49-F238E27FC236}">
                <a16:creationId xmlns:a16="http://schemas.microsoft.com/office/drawing/2014/main" id="{C89A5100-A2FE-4A9B-BA2E-1C42A674FB23}"/>
              </a:ext>
            </a:extLst>
          </p:cNvPr>
          <p:cNvSpPr>
            <a:spLocks xmlns:a="http://schemas.openxmlformats.org/drawingml/2006/main" noGrp="1"/>
          </p:cNvSpPr>
          <p:nvPr/>
        </p:nvSpPr>
        <p:spPr>
          <a:xfrm xmlns:a="http://schemas.openxmlformats.org/drawingml/2006/main">
            <a:off x="3566160" y="4718304"/>
            <a:ext cx="4663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80">
                <a:solidFill>
                  <a:srgbClr val="D9694A"/>
                </a:solidFill>
                <a:latin typeface="Arial"/>
                <a:ea typeface="Arial"/>
                <a:cs typeface="Arial"/>
              </a:rPr>
              <a:t>HOLDOUT BOUNDARY   —   EXPECTED VALUES NEVER CROSS</a:t>
            </a:r>
            <a:endParaRPr sz="900"/>
          </a:p>
        </p:txBody>
      </p:sp>
      <p:sp>
        <p:nvSpPr>
          <p:cNvPr id="46" name="Shape 44">
            <a:extLst xmlns:a="http://schemas.openxmlformats.org/drawingml/2006/main">
              <a:ext uri="{FF2B5EF4-FFF2-40B4-BE49-F238E27FC236}">
                <a16:creationId xmlns:a16="http://schemas.microsoft.com/office/drawing/2014/main" id="{54E73A07-3436-4981-A9C4-56396D413B37}"/>
              </a:ext>
            </a:extLst>
          </p:cNvPr>
          <p:cNvSpPr>
            <a:spLocks xmlns:a="http://schemas.openxmlformats.org/drawingml/2006/main" noGrp="1"/>
          </p:cNvSpPr>
          <p:nvPr/>
        </p:nvSpPr>
        <p:spPr>
          <a:xfrm xmlns:a="http://schemas.openxmlformats.org/drawingml/2006/main">
            <a:off x="502920" y="5157216"/>
            <a:ext cx="10698480" cy="749808"/>
          </a:xfrm>
          <a:prstGeom xmlns:a="http://schemas.openxmlformats.org/drawingml/2006/main" prst="roundRect">
            <a:avLst>
              <a:gd name="adj" fmla="val 4878"/>
            </a:avLst>
          </a:prstGeom>
          <a:solidFill xmlns:a="http://schemas.openxmlformats.org/drawingml/2006/main">
            <a:srgbClr val="0E0D0C"/>
          </a:solidFill>
          <a:ln xmlns:a="http://schemas.openxmlformats.org/drawingml/2006/main" w="9525">
            <a:solidFill>
              <a:srgbClr val="2A2622"/>
            </a:solidFill>
            <a:prstDash val="solid"/>
          </a:ln>
        </p:spPr>
      </p:sp>
      <p:sp>
        <p:nvSpPr>
          <p:cNvPr id="47" name="Text 45">
            <a:extLst xmlns:a="http://schemas.openxmlformats.org/drawingml/2006/main">
              <a:ext uri="{FF2B5EF4-FFF2-40B4-BE49-F238E27FC236}">
                <a16:creationId xmlns:a16="http://schemas.microsoft.com/office/drawing/2014/main" id="{E0E140FE-CBAB-4206-BBAB-58E3052F8998}"/>
              </a:ext>
            </a:extLst>
          </p:cNvPr>
          <p:cNvSpPr>
            <a:spLocks xmlns:a="http://schemas.openxmlformats.org/drawingml/2006/main" noGrp="1"/>
          </p:cNvSpPr>
          <p:nvPr/>
        </p:nvSpPr>
        <p:spPr>
          <a:xfrm xmlns:a="http://schemas.openxmlformats.org/drawingml/2006/main">
            <a:off x="731520" y="5285232"/>
            <a:ext cx="21031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120">
                <a:solidFill>
                  <a:srgbClr val="F2B84B"/>
                </a:solidFill>
                <a:latin typeface="Arial"/>
                <a:ea typeface="Arial"/>
                <a:cs typeface="Arial"/>
              </a:rPr>
              <a:t>GROUND TRUTH</a:t>
            </a:r>
            <a:endParaRPr sz="900"/>
          </a:p>
        </p:txBody>
      </p:sp>
      <p:sp>
        <p:nvSpPr>
          <p:cNvPr id="48" name="Text 46">
            <a:extLst xmlns:a="http://schemas.openxmlformats.org/drawingml/2006/main">
              <a:ext uri="{FF2B5EF4-FFF2-40B4-BE49-F238E27FC236}">
                <a16:creationId xmlns:a16="http://schemas.microsoft.com/office/drawing/2014/main" id="{8F23D63E-5747-46FC-BF40-DCAE8B130FB5}"/>
              </a:ext>
            </a:extLst>
          </p:cNvPr>
          <p:cNvSpPr>
            <a:spLocks xmlns:a="http://schemas.openxmlformats.org/drawingml/2006/main" noGrp="1"/>
          </p:cNvSpPr>
          <p:nvPr/>
        </p:nvSpPr>
        <p:spPr>
          <a:xfrm xmlns:a="http://schemas.openxmlformats.org/drawingml/2006/main">
            <a:off x="2834640" y="5285232"/>
            <a:ext cx="8229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C5BDAF"/>
                </a:solidFill>
                <a:latin typeface="Arial"/>
                <a:ea typeface="Arial"/>
                <a:cs typeface="Arial"/>
              </a:rPr>
              <a:t>captured corpus  ·  synthetic reject paths  ·  arc coverage  ·  equivalence policy  ·  normalization ledger</a:t>
            </a:r>
            <a:endParaRPr sz="1050"/>
          </a:p>
        </p:txBody>
      </p:sp>
      <p:sp>
        <p:nvSpPr>
          <p:cNvPr id="49" name="Text 47">
            <a:extLst xmlns:a="http://schemas.openxmlformats.org/drawingml/2006/main">
              <a:ext uri="{FF2B5EF4-FFF2-40B4-BE49-F238E27FC236}">
                <a16:creationId xmlns:a16="http://schemas.microsoft.com/office/drawing/2014/main" id="{4470490B-73DD-4A70-875F-531F5B4BF89D}"/>
              </a:ext>
            </a:extLst>
          </p:cNvPr>
          <p:cNvSpPr>
            <a:spLocks xmlns:a="http://schemas.openxmlformats.org/drawingml/2006/main" noGrp="1"/>
          </p:cNvSpPr>
          <p:nvPr/>
        </p:nvSpPr>
        <p:spPr>
          <a:xfrm xmlns:a="http://schemas.openxmlformats.org/drawingml/2006/main">
            <a:off x="731520" y="5522976"/>
            <a:ext cx="10241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i="1">
                <a:solidFill>
                  <a:srgbClr val="7A7268"/>
                </a:solidFill>
                <a:latin typeface="Arial"/>
                <a:ea typeface="Arial"/>
                <a:cs typeface="Arial"/>
              </a:rPr>
              <a:t>Below the line is the defensible asset. Above it, the workers are replaceable.</a:t>
            </a:r>
            <a:endParaRPr sz="900"/>
          </a:p>
        </p:txBody>
      </p:sp>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9d654ff407664c98">
            <a:extLst>
              <a:ext uri="{96DAC541-7B7A-43D3-8B79-37D633B846F1}">
                <asvg:svgBlip xmlns:asvg="http://schemas.microsoft.com/office/drawing/2016/SVG/main" r:embed="Re9f3a896e1aa48f7"/>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cbde87e1a97c4044">
            <a:extLst>
              <a:ext uri="{96DAC541-7B7A-43D3-8B79-37D633B846F1}">
                <asvg:svgBlip xmlns:asvg="http://schemas.microsoft.com/office/drawing/2016/SVG/main" r:embed="Rc42826b5d53240dd"/>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593176325"/>
      </p:ext>
    </p:extLst>
  </p:cSld>
</p:sld>
</file>

<file path=ppt/slides/slide1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4544081-3E7C-4983-9F96-D022E9A498F2}"/>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F2B84B"/>
          </a:solidFill>
          <a:ln xmlns:a="http://schemas.openxmlformats.org/drawingml/2006/main" w="1270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A689A16A-8E56-4F1D-BC0E-EBC09C536BFD}"/>
              </a:ext>
            </a:extLst>
          </p:cNvPr>
          <p:cNvSpPr>
            <a:spLocks xmlns:a="http://schemas.openxmlformats.org/drawingml/2006/main" noGrp="1"/>
          </p:cNvSpPr>
          <p:nvPr/>
        </p:nvSpPr>
        <p:spPr>
          <a:xfrm xmlns:a="http://schemas.openxmlformats.org/drawingml/2006/main">
            <a:off x="502920" y="310896"/>
            <a:ext cx="86868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40">
                <a:solidFill>
                  <a:srgbClr val="F2B84B"/>
                </a:solidFill>
                <a:latin typeface="Arial"/>
                <a:ea typeface="Arial"/>
                <a:cs typeface="Arial"/>
              </a:rPr>
              <a:t>THE AGENT STORY · STATION 03</a:t>
            </a:r>
            <a:endParaRPr sz="1000"/>
          </a:p>
        </p:txBody>
      </p:sp>
      <p:sp>
        <p:nvSpPr>
          <p:cNvPr id="4" name="Text 2">
            <a:extLst xmlns:a="http://schemas.openxmlformats.org/drawingml/2006/main">
              <a:ext uri="{FF2B5EF4-FFF2-40B4-BE49-F238E27FC236}">
                <a16:creationId xmlns:a16="http://schemas.microsoft.com/office/drawing/2014/main" id="{61FB1538-AC68-4C44-A7FE-BFB9C0B76C98}"/>
              </a:ext>
            </a:extLst>
          </p:cNvPr>
          <p:cNvSpPr>
            <a:spLocks xmlns:a="http://schemas.openxmlformats.org/drawingml/2006/main" noGrp="1"/>
          </p:cNvSpPr>
          <p:nvPr/>
        </p:nvSpPr>
        <p:spPr>
          <a:xfrm xmlns:a="http://schemas.openxmlformats.org/drawingml/2006/main">
            <a:off x="502920" y="585216"/>
            <a:ext cx="106070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8F4EC"/>
                </a:solidFill>
                <a:latin typeface="Arial"/>
                <a:ea typeface="Arial"/>
                <a:cs typeface="Arial"/>
              </a:rPr>
              <a:t>The Verifier is deterministic, and it is the only judge</a:t>
            </a:r>
            <a:endParaRPr sz="2700"/>
          </a:p>
        </p:txBody>
      </p:sp>
      <p:sp>
        <p:nvSpPr>
          <p:cNvPr id="5" name="Shape 3">
            <a:extLst xmlns:a="http://schemas.openxmlformats.org/drawingml/2006/main">
              <a:ext uri="{FF2B5EF4-FFF2-40B4-BE49-F238E27FC236}">
                <a16:creationId xmlns:a16="http://schemas.microsoft.com/office/drawing/2014/main" id="{22847E53-1CB2-42F0-820F-CCA6B7E55818}"/>
              </a:ext>
            </a:extLst>
          </p:cNvPr>
          <p:cNvSpPr>
            <a:spLocks xmlns:a="http://schemas.openxmlformats.org/drawingml/2006/main" noGrp="1"/>
          </p:cNvSpPr>
          <p:nvPr/>
        </p:nvSpPr>
        <p:spPr>
          <a:xfrm xmlns:a="http://schemas.openxmlformats.org/drawingml/2006/main">
            <a:off x="502920" y="1234440"/>
            <a:ext cx="658368" cy="32004"/>
          </a:xfrm>
          <a:prstGeom xmlns:a="http://schemas.openxmlformats.org/drawingml/2006/main" prst="rect">
            <a:avLst/>
          </a:prstGeom>
          <a:solidFill xmlns:a="http://schemas.openxmlformats.org/drawingml/2006/main">
            <a:srgbClr val="F2B84B"/>
          </a:solidFill>
          <a:ln xmlns:a="http://schemas.openxmlformats.org/drawingml/2006/main" w="1270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6277F6AC-5245-427C-B760-FDFEB14CB812}"/>
              </a:ext>
            </a:extLst>
          </p:cNvPr>
          <p:cNvSpPr>
            <a:spLocks xmlns:a="http://schemas.openxmlformats.org/drawingml/2006/main" noGrp="1"/>
          </p:cNvSpPr>
          <p:nvPr/>
        </p:nvSpPr>
        <p:spPr>
          <a:xfrm xmlns:a="http://schemas.openxmlformats.org/drawingml/2006/main">
            <a:off x="1371600" y="1115568"/>
            <a:ext cx="9692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C5BDAF"/>
                </a:solidFill>
                <a:latin typeface="Arial"/>
                <a:ea typeface="Arial"/>
                <a:cs typeface="Arial"/>
              </a:rPr>
              <a:t>No model. Digest-pinned sandbox. Holds the private holdout the builder must never see.</a:t>
            </a:r>
            <a:endParaRPr sz="1250"/>
          </a:p>
        </p:txBody>
      </p:sp>
      <p:sp>
        <p:nvSpPr>
          <p:cNvPr id="8" name="Text 6">
            <a:extLst xmlns:a="http://schemas.openxmlformats.org/drawingml/2006/main">
              <a:ext uri="{FF2B5EF4-FFF2-40B4-BE49-F238E27FC236}">
                <a16:creationId xmlns:a16="http://schemas.microsoft.com/office/drawing/2014/main" id="{DC78A926-30D5-42BF-B814-911AED47630A}"/>
              </a:ext>
            </a:extLst>
          </p:cNvPr>
          <p:cNvSpPr>
            <a:spLocks xmlns:a="http://schemas.openxmlformats.org/drawingml/2006/main" noGrp="1"/>
          </p:cNvSpPr>
          <p:nvPr/>
        </p:nvSpPr>
        <p:spPr>
          <a:xfrm xmlns:a="http://schemas.openxmlformats.org/drawingml/2006/main">
            <a:off x="11064240" y="6446520"/>
            <a:ext cx="640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7A7268"/>
                </a:solidFill>
                <a:latin typeface="Arial"/>
                <a:ea typeface="Arial"/>
                <a:cs typeface="Arial"/>
              </a:rPr>
              <a:t>14</a:t>
            </a:r>
            <a:endParaRPr sz="750"/>
          </a:p>
        </p:txBody>
      </p:sp>
      <p:sp>
        <p:nvSpPr>
          <p:cNvPr id="9" name="Shape 7">
            <a:extLst xmlns:a="http://schemas.openxmlformats.org/drawingml/2006/main">
              <a:ext uri="{FF2B5EF4-FFF2-40B4-BE49-F238E27FC236}">
                <a16:creationId xmlns:a16="http://schemas.microsoft.com/office/drawing/2014/main" id="{9E5ADF6D-B8B9-46DD-86ED-0DAE6F13CB4A}"/>
              </a:ext>
            </a:extLst>
          </p:cNvPr>
          <p:cNvSpPr>
            <a:spLocks xmlns:a="http://schemas.openxmlformats.org/drawingml/2006/main" noGrp="1"/>
          </p:cNvSpPr>
          <p:nvPr/>
        </p:nvSpPr>
        <p:spPr>
          <a:xfrm xmlns:a="http://schemas.openxmlformats.org/drawingml/2006/main">
            <a:off x="502920" y="1691640"/>
            <a:ext cx="2487168" cy="2286000"/>
          </a:xfrm>
          <a:prstGeom xmlns:a="http://schemas.openxmlformats.org/drawingml/2006/main" prst="roundRect">
            <a:avLst>
              <a:gd name="adj" fmla="val 1600"/>
            </a:avLst>
          </a:prstGeom>
          <a:solidFill xmlns:a="http://schemas.openxmlformats.org/drawingml/2006/main">
            <a:srgbClr val="121110"/>
          </a:solidFill>
          <a:ln xmlns:a="http://schemas.openxmlformats.org/drawingml/2006/main" w="9525">
            <a:solidFill>
              <a:srgbClr val="8A6A28"/>
            </a:solidFill>
            <a:prstDash val="solid"/>
          </a:ln>
        </p:spPr>
      </p:sp>
      <p:sp>
        <p:nvSpPr>
          <p:cNvPr id="10" name="Shape 8">
            <a:extLst xmlns:a="http://schemas.openxmlformats.org/drawingml/2006/main">
              <a:ext uri="{FF2B5EF4-FFF2-40B4-BE49-F238E27FC236}">
                <a16:creationId xmlns:a16="http://schemas.microsoft.com/office/drawing/2014/main" id="{22F79BE2-FACE-4EFF-A6EE-2B3D1570DF02}"/>
              </a:ext>
            </a:extLst>
          </p:cNvPr>
          <p:cNvSpPr>
            <a:spLocks xmlns:a="http://schemas.openxmlformats.org/drawingml/2006/main" noGrp="1"/>
          </p:cNvSpPr>
          <p:nvPr/>
        </p:nvSpPr>
        <p:spPr>
          <a:xfrm xmlns:a="http://schemas.openxmlformats.org/drawingml/2006/main">
            <a:off x="704088" y="1892808"/>
            <a:ext cx="347472" cy="347472"/>
          </a:xfrm>
          <a:prstGeom xmlns:a="http://schemas.openxmlformats.org/drawingml/2006/main" prst="ellipse">
            <a:avLst/>
          </a:prstGeom>
          <a:solidFill xmlns:a="http://schemas.openxmlformats.org/drawingml/2006/main">
            <a:srgbClr val="2A2622"/>
          </a:solidFill>
          <a:ln xmlns:a="http://schemas.openxmlformats.org/drawingml/2006/main" w="9525">
            <a:solidFill>
              <a:srgbClr val="8A6A28"/>
            </a:solidFill>
            <a:prstDash val="solid"/>
          </a:ln>
        </p:spPr>
      </p:sp>
      <p:sp>
        <p:nvSpPr>
          <p:cNvPr id="11" name="Text 9">
            <a:extLst xmlns:a="http://schemas.openxmlformats.org/drawingml/2006/main">
              <a:ext uri="{FF2B5EF4-FFF2-40B4-BE49-F238E27FC236}">
                <a16:creationId xmlns:a16="http://schemas.microsoft.com/office/drawing/2014/main" id="{20431215-E9C3-4AB5-A36A-451B09998A94}"/>
              </a:ext>
            </a:extLst>
          </p:cNvPr>
          <p:cNvSpPr>
            <a:spLocks xmlns:a="http://schemas.openxmlformats.org/drawingml/2006/main" noGrp="1"/>
          </p:cNvSpPr>
          <p:nvPr/>
        </p:nvSpPr>
        <p:spPr>
          <a:xfrm xmlns:a="http://schemas.openxmlformats.org/drawingml/2006/main">
            <a:off x="704088" y="18928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C5BDAF"/>
                </a:solidFill>
                <a:latin typeface="Arial"/>
                <a:ea typeface="Arial"/>
                <a:cs typeface="Arial"/>
              </a:rPr>
              <a:t>1</a:t>
            </a:r>
            <a:endParaRPr sz="1000"/>
          </a:p>
        </p:txBody>
      </p:sp>
      <p:sp>
        <p:nvSpPr>
          <p:cNvPr id="12" name="Text 10">
            <a:extLst xmlns:a="http://schemas.openxmlformats.org/drawingml/2006/main">
              <a:ext uri="{FF2B5EF4-FFF2-40B4-BE49-F238E27FC236}">
                <a16:creationId xmlns:a16="http://schemas.microsoft.com/office/drawing/2014/main" id="{7D3056CE-ED95-487E-9E4B-A687C5FC38B8}"/>
              </a:ext>
            </a:extLst>
          </p:cNvPr>
          <p:cNvSpPr>
            <a:spLocks xmlns:a="http://schemas.openxmlformats.org/drawingml/2006/main" noGrp="1"/>
          </p:cNvSpPr>
          <p:nvPr/>
        </p:nvSpPr>
        <p:spPr>
          <a:xfrm xmlns:a="http://schemas.openxmlformats.org/drawingml/2006/main">
            <a:off x="1161288" y="1874520"/>
            <a:ext cx="16184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8F4EC"/>
                </a:solidFill>
                <a:latin typeface="Arial"/>
                <a:ea typeface="Arial"/>
                <a:cs typeface="Arial"/>
              </a:rPr>
              <a:t>Planner</a:t>
            </a:r>
            <a:endParaRPr sz="1350"/>
          </a:p>
        </p:txBody>
      </p:sp>
      <p:sp>
        <p:nvSpPr>
          <p:cNvPr id="13" name="Text 11">
            <a:extLst xmlns:a="http://schemas.openxmlformats.org/drawingml/2006/main">
              <a:ext uri="{FF2B5EF4-FFF2-40B4-BE49-F238E27FC236}">
                <a16:creationId xmlns:a16="http://schemas.microsoft.com/office/drawing/2014/main" id="{3B45B8B5-7B60-41D2-80B9-C779CC2FD5E5}"/>
              </a:ext>
            </a:extLst>
          </p:cNvPr>
          <p:cNvSpPr>
            <a:spLocks xmlns:a="http://schemas.openxmlformats.org/drawingml/2006/main" noGrp="1"/>
          </p:cNvSpPr>
          <p:nvPr/>
        </p:nvSpPr>
        <p:spPr>
          <a:xfrm xmlns:a="http://schemas.openxmlformats.org/drawingml/2006/main">
            <a:off x="1161288" y="2148840"/>
            <a:ext cx="17556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70">
                <a:solidFill>
                  <a:srgbClr val="7A7268"/>
                </a:solidFill>
                <a:latin typeface="Arial"/>
                <a:ea typeface="Arial"/>
                <a:cs typeface="Arial"/>
              </a:rPr>
              <a:t>AGENTS.PLAN()</a:t>
            </a:r>
            <a:endParaRPr sz="900"/>
          </a:p>
        </p:txBody>
      </p:sp>
      <p:sp>
        <p:nvSpPr>
          <p:cNvPr id="14" name="Text 12">
            <a:extLst xmlns:a="http://schemas.openxmlformats.org/drawingml/2006/main">
              <a:ext uri="{FF2B5EF4-FFF2-40B4-BE49-F238E27FC236}">
                <a16:creationId xmlns:a16="http://schemas.microsoft.com/office/drawing/2014/main" id="{502E3BAF-C8F0-41B0-8B02-D79D16D88686}"/>
              </a:ext>
            </a:extLst>
          </p:cNvPr>
          <p:cNvSpPr>
            <a:spLocks xmlns:a="http://schemas.openxmlformats.org/drawingml/2006/main" noGrp="1"/>
          </p:cNvSpPr>
          <p:nvPr/>
        </p:nvSpPr>
        <p:spPr>
          <a:xfrm xmlns:a="http://schemas.openxmlformats.org/drawingml/2006/main">
            <a:off x="722376" y="2496312"/>
            <a:ext cx="202996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1050">
                <a:solidFill>
                  <a:srgbClr val="7A7268"/>
                </a:solidFill>
                <a:latin typeface="Arial"/>
                <a:ea typeface="Arial"/>
                <a:cs typeface="Arial"/>
              </a:rPr>
              <a:t>Reads the work order and the approved graph neighbourhood. Produces a bounded plan: which files may change, which gates must pass.</a:t>
            </a:r>
            <a:endParaRPr sz="1050"/>
          </a:p>
        </p:txBody>
      </p:sp>
      <p:sp>
        <p:nvSpPr>
          <p:cNvPr id="15" name="Text 13">
            <a:extLst xmlns:a="http://schemas.openxmlformats.org/drawingml/2006/main">
              <a:ext uri="{FF2B5EF4-FFF2-40B4-BE49-F238E27FC236}">
                <a16:creationId xmlns:a16="http://schemas.microsoft.com/office/drawing/2014/main" id="{B7AD766A-FC55-4ED6-936A-B07C0AFD3583}"/>
              </a:ext>
            </a:extLst>
          </p:cNvPr>
          <p:cNvSpPr>
            <a:spLocks xmlns:a="http://schemas.openxmlformats.org/drawingml/2006/main" noGrp="1"/>
          </p:cNvSpPr>
          <p:nvPr/>
        </p:nvSpPr>
        <p:spPr>
          <a:xfrm xmlns:a="http://schemas.openxmlformats.org/drawingml/2006/main">
            <a:off x="722376" y="3557016"/>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i="1">
                <a:solidFill>
                  <a:srgbClr val="7A7268"/>
                </a:solidFill>
                <a:latin typeface="Arial"/>
                <a:ea typeface="Arial"/>
                <a:cs typeface="Arial"/>
              </a:rPr>
              <a:t>sees: graph scope, source capsules</a:t>
            </a:r>
            <a:endParaRPr sz="850"/>
          </a:p>
        </p:txBody>
      </p:sp>
      <p:sp>
        <p:nvSpPr>
          <p:cNvPr id="16" name="Shape 14">
            <a:extLst xmlns:a="http://schemas.openxmlformats.org/drawingml/2006/main">
              <a:ext uri="{FF2B5EF4-FFF2-40B4-BE49-F238E27FC236}">
                <a16:creationId xmlns:a16="http://schemas.microsoft.com/office/drawing/2014/main" id="{F525D007-4A56-45E6-9367-DCA79A9CFD9B}"/>
              </a:ext>
            </a:extLst>
          </p:cNvPr>
          <p:cNvSpPr>
            <a:spLocks xmlns:a="http://schemas.openxmlformats.org/drawingml/2006/main" noGrp="1"/>
          </p:cNvSpPr>
          <p:nvPr/>
        </p:nvSpPr>
        <p:spPr>
          <a:xfrm xmlns:a="http://schemas.openxmlformats.org/drawingml/2006/main">
            <a:off x="2999232" y="2697480"/>
            <a:ext cx="256032" cy="274320"/>
          </a:xfrm>
          <a:prstGeom xmlns:a="http://schemas.openxmlformats.org/drawingml/2006/main" prst="rightArrow">
            <a:avLst/>
          </a:prstGeom>
          <a:solidFill xmlns:a="http://schemas.openxmlformats.org/drawingml/2006/main">
            <a:srgbClr val="F2B84B"/>
          </a:solidFill>
          <a:ln xmlns:a="http://schemas.openxmlformats.org/drawingml/2006/main" w="12700">
            <a:solidFill>
              <a:srgbClr val="F2B84B"/>
            </a:solidFill>
            <a:prstDash val="solid"/>
          </a:ln>
        </p:spPr>
      </p:sp>
      <p:sp>
        <p:nvSpPr>
          <p:cNvPr id="17" name="Shape 15">
            <a:extLst xmlns:a="http://schemas.openxmlformats.org/drawingml/2006/main">
              <a:ext uri="{FF2B5EF4-FFF2-40B4-BE49-F238E27FC236}">
                <a16:creationId xmlns:a16="http://schemas.microsoft.com/office/drawing/2014/main" id="{C76302F8-3E6D-459E-9A63-9A74DE0E3AB1}"/>
              </a:ext>
            </a:extLst>
          </p:cNvPr>
          <p:cNvSpPr>
            <a:spLocks xmlns:a="http://schemas.openxmlformats.org/drawingml/2006/main" noGrp="1"/>
          </p:cNvSpPr>
          <p:nvPr/>
        </p:nvSpPr>
        <p:spPr>
          <a:xfrm xmlns:a="http://schemas.openxmlformats.org/drawingml/2006/main">
            <a:off x="3264408" y="1691640"/>
            <a:ext cx="2487168" cy="2286000"/>
          </a:xfrm>
          <a:prstGeom xmlns:a="http://schemas.openxmlformats.org/drawingml/2006/main" prst="roundRect">
            <a:avLst>
              <a:gd name="adj" fmla="val 1600"/>
            </a:avLst>
          </a:prstGeom>
          <a:solidFill xmlns:a="http://schemas.openxmlformats.org/drawingml/2006/main">
            <a:srgbClr val="121110"/>
          </a:solidFill>
          <a:ln xmlns:a="http://schemas.openxmlformats.org/drawingml/2006/main" w="9525">
            <a:solidFill>
              <a:srgbClr val="8A6A28"/>
            </a:solidFill>
            <a:prstDash val="solid"/>
          </a:ln>
        </p:spPr>
      </p:sp>
      <p:sp>
        <p:nvSpPr>
          <p:cNvPr id="18" name="Shape 16">
            <a:extLst xmlns:a="http://schemas.openxmlformats.org/drawingml/2006/main">
              <a:ext uri="{FF2B5EF4-FFF2-40B4-BE49-F238E27FC236}">
                <a16:creationId xmlns:a16="http://schemas.microsoft.com/office/drawing/2014/main" id="{A8B79395-7D13-412A-836B-924D770C3761}"/>
              </a:ext>
            </a:extLst>
          </p:cNvPr>
          <p:cNvSpPr>
            <a:spLocks xmlns:a="http://schemas.openxmlformats.org/drawingml/2006/main" noGrp="1"/>
          </p:cNvSpPr>
          <p:nvPr/>
        </p:nvSpPr>
        <p:spPr>
          <a:xfrm xmlns:a="http://schemas.openxmlformats.org/drawingml/2006/main">
            <a:off x="3465576" y="1892808"/>
            <a:ext cx="347472" cy="347472"/>
          </a:xfrm>
          <a:prstGeom xmlns:a="http://schemas.openxmlformats.org/drawingml/2006/main" prst="ellipse">
            <a:avLst/>
          </a:prstGeom>
          <a:solidFill xmlns:a="http://schemas.openxmlformats.org/drawingml/2006/main">
            <a:srgbClr val="2A2622"/>
          </a:solidFill>
          <a:ln xmlns:a="http://schemas.openxmlformats.org/drawingml/2006/main" w="9525">
            <a:solidFill>
              <a:srgbClr val="8A6A28"/>
            </a:solidFill>
            <a:prstDash val="solid"/>
          </a:ln>
        </p:spPr>
      </p:sp>
      <p:sp>
        <p:nvSpPr>
          <p:cNvPr id="19" name="Text 17">
            <a:extLst xmlns:a="http://schemas.openxmlformats.org/drawingml/2006/main">
              <a:ext uri="{FF2B5EF4-FFF2-40B4-BE49-F238E27FC236}">
                <a16:creationId xmlns:a16="http://schemas.microsoft.com/office/drawing/2014/main" id="{80E5DA0B-2436-4205-A507-850E85EE6D93}"/>
              </a:ext>
            </a:extLst>
          </p:cNvPr>
          <p:cNvSpPr>
            <a:spLocks xmlns:a="http://schemas.openxmlformats.org/drawingml/2006/main" noGrp="1"/>
          </p:cNvSpPr>
          <p:nvPr/>
        </p:nvSpPr>
        <p:spPr>
          <a:xfrm xmlns:a="http://schemas.openxmlformats.org/drawingml/2006/main">
            <a:off x="3465576" y="18928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C5BDAF"/>
                </a:solidFill>
                <a:latin typeface="Arial"/>
                <a:ea typeface="Arial"/>
                <a:cs typeface="Arial"/>
              </a:rPr>
              <a:t>2</a:t>
            </a:r>
            <a:endParaRPr sz="1000"/>
          </a:p>
        </p:txBody>
      </p:sp>
      <p:sp>
        <p:nvSpPr>
          <p:cNvPr id="20" name="Text 18">
            <a:extLst xmlns:a="http://schemas.openxmlformats.org/drawingml/2006/main">
              <a:ext uri="{FF2B5EF4-FFF2-40B4-BE49-F238E27FC236}">
                <a16:creationId xmlns:a16="http://schemas.microsoft.com/office/drawing/2014/main" id="{B2CDAD26-B42B-4F02-8F39-96ABB43DFF43}"/>
              </a:ext>
            </a:extLst>
          </p:cNvPr>
          <p:cNvSpPr>
            <a:spLocks xmlns:a="http://schemas.openxmlformats.org/drawingml/2006/main" noGrp="1"/>
          </p:cNvSpPr>
          <p:nvPr/>
        </p:nvSpPr>
        <p:spPr>
          <a:xfrm xmlns:a="http://schemas.openxmlformats.org/drawingml/2006/main">
            <a:off x="3922776" y="1874520"/>
            <a:ext cx="16184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8F4EC"/>
                </a:solidFill>
                <a:latin typeface="Arial"/>
                <a:ea typeface="Arial"/>
                <a:cs typeface="Arial"/>
              </a:rPr>
              <a:t>Builder</a:t>
            </a:r>
            <a:endParaRPr sz="1350"/>
          </a:p>
        </p:txBody>
      </p:sp>
      <p:sp>
        <p:nvSpPr>
          <p:cNvPr id="21" name="Text 19">
            <a:extLst xmlns:a="http://schemas.openxmlformats.org/drawingml/2006/main">
              <a:ext uri="{FF2B5EF4-FFF2-40B4-BE49-F238E27FC236}">
                <a16:creationId xmlns:a16="http://schemas.microsoft.com/office/drawing/2014/main" id="{7CB5BC63-C75E-4774-94F2-911458F967C4}"/>
              </a:ext>
            </a:extLst>
          </p:cNvPr>
          <p:cNvSpPr>
            <a:spLocks xmlns:a="http://schemas.openxmlformats.org/drawingml/2006/main" noGrp="1"/>
          </p:cNvSpPr>
          <p:nvPr/>
        </p:nvSpPr>
        <p:spPr>
          <a:xfrm xmlns:a="http://schemas.openxmlformats.org/drawingml/2006/main">
            <a:off x="3922776" y="2148840"/>
            <a:ext cx="17556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70">
                <a:solidFill>
                  <a:srgbClr val="7A7268"/>
                </a:solidFill>
                <a:latin typeface="Arial"/>
                <a:ea typeface="Arial"/>
                <a:cs typeface="Arial"/>
              </a:rPr>
              <a:t>AGENTS.BUILD()</a:t>
            </a:r>
            <a:endParaRPr sz="900"/>
          </a:p>
        </p:txBody>
      </p:sp>
      <p:sp>
        <p:nvSpPr>
          <p:cNvPr id="22" name="Text 20">
            <a:extLst xmlns:a="http://schemas.openxmlformats.org/drawingml/2006/main">
              <a:ext uri="{FF2B5EF4-FFF2-40B4-BE49-F238E27FC236}">
                <a16:creationId xmlns:a16="http://schemas.microsoft.com/office/drawing/2014/main" id="{48D2F58C-CBB6-40D2-81B8-4BCB8A8636E3}"/>
              </a:ext>
            </a:extLst>
          </p:cNvPr>
          <p:cNvSpPr>
            <a:spLocks xmlns:a="http://schemas.openxmlformats.org/drawingml/2006/main" noGrp="1"/>
          </p:cNvSpPr>
          <p:nvPr/>
        </p:nvSpPr>
        <p:spPr>
          <a:xfrm xmlns:a="http://schemas.openxmlformats.org/drawingml/2006/main">
            <a:off x="3483864" y="2496312"/>
            <a:ext cx="202996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1050">
                <a:solidFill>
                  <a:srgbClr val="7A7268"/>
                </a:solidFill>
                <a:latin typeface="Arial"/>
                <a:ea typeface="Arial"/>
                <a:cs typeface="Arial"/>
              </a:rPr>
              <a:t>Writes the candidate. Every edit passes through an atomic patch broker that validates it against the declared path allowlist before it lands.</a:t>
            </a:r>
            <a:endParaRPr sz="1050"/>
          </a:p>
        </p:txBody>
      </p:sp>
      <p:sp>
        <p:nvSpPr>
          <p:cNvPr id="23" name="Text 21">
            <a:extLst xmlns:a="http://schemas.openxmlformats.org/drawingml/2006/main">
              <a:ext uri="{FF2B5EF4-FFF2-40B4-BE49-F238E27FC236}">
                <a16:creationId xmlns:a16="http://schemas.microsoft.com/office/drawing/2014/main" id="{613DAF6F-78A3-4549-9444-9E0B3AEC381E}"/>
              </a:ext>
            </a:extLst>
          </p:cNvPr>
          <p:cNvSpPr>
            <a:spLocks xmlns:a="http://schemas.openxmlformats.org/drawingml/2006/main" noGrp="1"/>
          </p:cNvSpPr>
          <p:nvPr/>
        </p:nvSpPr>
        <p:spPr>
          <a:xfrm xmlns:a="http://schemas.openxmlformats.org/drawingml/2006/main">
            <a:off x="3483864" y="3557016"/>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i="1">
                <a:solidFill>
                  <a:srgbClr val="7A7268"/>
                </a:solidFill>
                <a:latin typeface="Arial"/>
                <a:ea typeface="Arial"/>
                <a:cs typeface="Arial"/>
              </a:rPr>
              <a:t>sees: plan, redacted failure — never expected values</a:t>
            </a:r>
            <a:endParaRPr sz="850"/>
          </a:p>
        </p:txBody>
      </p:sp>
      <p:sp>
        <p:nvSpPr>
          <p:cNvPr id="24" name="Shape 22">
            <a:extLst xmlns:a="http://schemas.openxmlformats.org/drawingml/2006/main">
              <a:ext uri="{FF2B5EF4-FFF2-40B4-BE49-F238E27FC236}">
                <a16:creationId xmlns:a16="http://schemas.microsoft.com/office/drawing/2014/main" id="{FF23F6D5-B077-4DAF-989A-BB8A894D6D52}"/>
              </a:ext>
            </a:extLst>
          </p:cNvPr>
          <p:cNvSpPr>
            <a:spLocks xmlns:a="http://schemas.openxmlformats.org/drawingml/2006/main" noGrp="1"/>
          </p:cNvSpPr>
          <p:nvPr/>
        </p:nvSpPr>
        <p:spPr>
          <a:xfrm xmlns:a="http://schemas.openxmlformats.org/drawingml/2006/main">
            <a:off x="5760720" y="2697480"/>
            <a:ext cx="256032" cy="274320"/>
          </a:xfrm>
          <a:prstGeom xmlns:a="http://schemas.openxmlformats.org/drawingml/2006/main" prst="rightArrow">
            <a:avLst/>
          </a:prstGeom>
          <a:solidFill xmlns:a="http://schemas.openxmlformats.org/drawingml/2006/main">
            <a:srgbClr val="F2B84B"/>
          </a:solidFill>
          <a:ln xmlns:a="http://schemas.openxmlformats.org/drawingml/2006/main" w="12700">
            <a:solidFill>
              <a:srgbClr val="F2B84B"/>
            </a:solidFill>
            <a:prstDash val="solid"/>
          </a:ln>
        </p:spPr>
      </p:sp>
      <p:sp>
        <p:nvSpPr>
          <p:cNvPr id="25" name="Shape 23">
            <a:extLst xmlns:a="http://schemas.openxmlformats.org/drawingml/2006/main">
              <a:ext uri="{FF2B5EF4-FFF2-40B4-BE49-F238E27FC236}">
                <a16:creationId xmlns:a16="http://schemas.microsoft.com/office/drawing/2014/main" id="{49C647B4-1307-4DE8-8B20-4BD18FFE03F3}"/>
              </a:ext>
            </a:extLst>
          </p:cNvPr>
          <p:cNvSpPr>
            <a:spLocks xmlns:a="http://schemas.openxmlformats.org/drawingml/2006/main" noGrp="1"/>
          </p:cNvSpPr>
          <p:nvPr/>
        </p:nvSpPr>
        <p:spPr>
          <a:xfrm xmlns:a="http://schemas.openxmlformats.org/drawingml/2006/main">
            <a:off x="6025896" y="1691640"/>
            <a:ext cx="2487168" cy="2286000"/>
          </a:xfrm>
          <a:prstGeom xmlns:a="http://schemas.openxmlformats.org/drawingml/2006/main" prst="roundRect">
            <a:avLst>
              <a:gd name="adj" fmla="val 1600"/>
            </a:avLst>
          </a:prstGeom>
          <a:solidFill xmlns:a="http://schemas.openxmlformats.org/drawingml/2006/main">
            <a:srgbClr val="1A1715"/>
          </a:solidFill>
          <a:ln xmlns:a="http://schemas.openxmlformats.org/drawingml/2006/main" w="19050">
            <a:solidFill>
              <a:srgbClr val="F2B84B"/>
            </a:solidFill>
            <a:prstDash val="solid"/>
          </a:ln>
        </p:spPr>
      </p:sp>
      <p:sp>
        <p:nvSpPr>
          <p:cNvPr id="26" name="Shape 24">
            <a:extLst xmlns:a="http://schemas.openxmlformats.org/drawingml/2006/main">
              <a:ext uri="{FF2B5EF4-FFF2-40B4-BE49-F238E27FC236}">
                <a16:creationId xmlns:a16="http://schemas.microsoft.com/office/drawing/2014/main" id="{B5C9789B-9CB1-4F81-B829-9574B1A0358D}"/>
              </a:ext>
            </a:extLst>
          </p:cNvPr>
          <p:cNvSpPr>
            <a:spLocks xmlns:a="http://schemas.openxmlformats.org/drawingml/2006/main" noGrp="1"/>
          </p:cNvSpPr>
          <p:nvPr/>
        </p:nvSpPr>
        <p:spPr>
          <a:xfrm xmlns:a="http://schemas.openxmlformats.org/drawingml/2006/main">
            <a:off x="6227064" y="1892808"/>
            <a:ext cx="347472" cy="347472"/>
          </a:xfrm>
          <a:prstGeom xmlns:a="http://schemas.openxmlformats.org/drawingml/2006/main" prst="ellipse">
            <a:avLst/>
          </a:prstGeom>
          <a:solidFill xmlns:a="http://schemas.openxmlformats.org/drawingml/2006/main">
            <a:srgbClr val="F2B84B"/>
          </a:solidFill>
          <a:ln xmlns:a="http://schemas.openxmlformats.org/drawingml/2006/main" w="9525">
            <a:solidFill>
              <a:srgbClr val="F2B84B"/>
            </a:solidFill>
            <a:prstDash val="solid"/>
          </a:ln>
        </p:spPr>
      </p:sp>
      <p:sp>
        <p:nvSpPr>
          <p:cNvPr id="27" name="Text 25">
            <a:extLst xmlns:a="http://schemas.openxmlformats.org/drawingml/2006/main">
              <a:ext uri="{FF2B5EF4-FFF2-40B4-BE49-F238E27FC236}">
                <a16:creationId xmlns:a16="http://schemas.microsoft.com/office/drawing/2014/main" id="{1247077B-9AEC-4FE3-83D5-82B4E1749A2F}"/>
              </a:ext>
            </a:extLst>
          </p:cNvPr>
          <p:cNvSpPr>
            <a:spLocks xmlns:a="http://schemas.openxmlformats.org/drawingml/2006/main" noGrp="1"/>
          </p:cNvSpPr>
          <p:nvPr/>
        </p:nvSpPr>
        <p:spPr>
          <a:xfrm xmlns:a="http://schemas.openxmlformats.org/drawingml/2006/main">
            <a:off x="6227064" y="18928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A1000"/>
                </a:solidFill>
                <a:latin typeface="Arial"/>
                <a:ea typeface="Arial"/>
                <a:cs typeface="Arial"/>
              </a:rPr>
              <a:t>3</a:t>
            </a:r>
            <a:endParaRPr sz="1000"/>
          </a:p>
        </p:txBody>
      </p:sp>
      <p:sp>
        <p:nvSpPr>
          <p:cNvPr id="28" name="Text 26">
            <a:extLst xmlns:a="http://schemas.openxmlformats.org/drawingml/2006/main">
              <a:ext uri="{FF2B5EF4-FFF2-40B4-BE49-F238E27FC236}">
                <a16:creationId xmlns:a16="http://schemas.microsoft.com/office/drawing/2014/main" id="{8F651598-7F98-4951-A955-510D52ABE673}"/>
              </a:ext>
            </a:extLst>
          </p:cNvPr>
          <p:cNvSpPr>
            <a:spLocks xmlns:a="http://schemas.openxmlformats.org/drawingml/2006/main" noGrp="1"/>
          </p:cNvSpPr>
          <p:nvPr/>
        </p:nvSpPr>
        <p:spPr>
          <a:xfrm xmlns:a="http://schemas.openxmlformats.org/drawingml/2006/main">
            <a:off x="6684264" y="1874520"/>
            <a:ext cx="16184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2B84B"/>
                </a:solidFill>
                <a:latin typeface="Arial"/>
                <a:ea typeface="Arial"/>
                <a:cs typeface="Arial"/>
              </a:rPr>
              <a:t>Verifier</a:t>
            </a:r>
            <a:endParaRPr sz="1350"/>
          </a:p>
        </p:txBody>
      </p:sp>
      <p:sp>
        <p:nvSpPr>
          <p:cNvPr id="29" name="Text 27">
            <a:extLst xmlns:a="http://schemas.openxmlformats.org/drawingml/2006/main">
              <a:ext uri="{FF2B5EF4-FFF2-40B4-BE49-F238E27FC236}">
                <a16:creationId xmlns:a16="http://schemas.microsoft.com/office/drawing/2014/main" id="{F3D113D2-D83B-4BBA-8FC3-42CE266490C1}"/>
              </a:ext>
            </a:extLst>
          </p:cNvPr>
          <p:cNvSpPr>
            <a:spLocks xmlns:a="http://schemas.openxmlformats.org/drawingml/2006/main" noGrp="1"/>
          </p:cNvSpPr>
          <p:nvPr/>
        </p:nvSpPr>
        <p:spPr>
          <a:xfrm xmlns:a="http://schemas.openxmlformats.org/drawingml/2006/main">
            <a:off x="6684264" y="2148840"/>
            <a:ext cx="17556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70">
                <a:solidFill>
                  <a:srgbClr val="F2B84B"/>
                </a:solidFill>
                <a:latin typeface="Arial"/>
                <a:ea typeface="Arial"/>
                <a:cs typeface="Arial"/>
              </a:rPr>
              <a:t>RUN_GATES()</a:t>
            </a:r>
            <a:endParaRPr sz="900"/>
          </a:p>
        </p:txBody>
      </p:sp>
      <p:sp>
        <p:nvSpPr>
          <p:cNvPr id="30" name="Text 28">
            <a:extLst xmlns:a="http://schemas.openxmlformats.org/drawingml/2006/main">
              <a:ext uri="{FF2B5EF4-FFF2-40B4-BE49-F238E27FC236}">
                <a16:creationId xmlns:a16="http://schemas.microsoft.com/office/drawing/2014/main" id="{FF34B56F-4767-4143-B65C-583ECD97E0A8}"/>
              </a:ext>
            </a:extLst>
          </p:cNvPr>
          <p:cNvSpPr>
            <a:spLocks xmlns:a="http://schemas.openxmlformats.org/drawingml/2006/main" noGrp="1"/>
          </p:cNvSpPr>
          <p:nvPr/>
        </p:nvSpPr>
        <p:spPr>
          <a:xfrm xmlns:a="http://schemas.openxmlformats.org/drawingml/2006/main">
            <a:off x="6245352" y="2496312"/>
            <a:ext cx="202996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1050">
                <a:solidFill>
                  <a:srgbClr val="C5BDAF"/>
                </a:solidFill>
                <a:latin typeface="Arial"/>
                <a:ea typeface="Arial"/>
                <a:cs typeface="Arial"/>
              </a:rPr>
              <a:t>Not a model. Deterministic gates in a digest-pinned sandbox, holding the private holdout cases. The only station that decides pass or fail.</a:t>
            </a:r>
            <a:endParaRPr sz="1050"/>
          </a:p>
        </p:txBody>
      </p:sp>
      <p:sp>
        <p:nvSpPr>
          <p:cNvPr id="31" name="Text 29">
            <a:extLst xmlns:a="http://schemas.openxmlformats.org/drawingml/2006/main">
              <a:ext uri="{FF2B5EF4-FFF2-40B4-BE49-F238E27FC236}">
                <a16:creationId xmlns:a16="http://schemas.microsoft.com/office/drawing/2014/main" id="{DB2CEDCF-096C-41A0-B2B8-DE17E5AB4B0A}"/>
              </a:ext>
            </a:extLst>
          </p:cNvPr>
          <p:cNvSpPr>
            <a:spLocks xmlns:a="http://schemas.openxmlformats.org/drawingml/2006/main" noGrp="1"/>
          </p:cNvSpPr>
          <p:nvPr/>
        </p:nvSpPr>
        <p:spPr>
          <a:xfrm xmlns:a="http://schemas.openxmlformats.org/drawingml/2006/main">
            <a:off x="6245352" y="3557016"/>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i="1">
                <a:solidFill>
                  <a:srgbClr val="F2B84B"/>
                </a:solidFill>
                <a:latin typeface="Arial"/>
                <a:ea typeface="Arial"/>
                <a:cs typeface="Arial"/>
              </a:rPr>
              <a:t>sees: everything, including the answer key</a:t>
            </a:r>
            <a:endParaRPr sz="850"/>
          </a:p>
        </p:txBody>
      </p:sp>
      <p:sp>
        <p:nvSpPr>
          <p:cNvPr id="32" name="Shape 30">
            <a:extLst xmlns:a="http://schemas.openxmlformats.org/drawingml/2006/main">
              <a:ext uri="{FF2B5EF4-FFF2-40B4-BE49-F238E27FC236}">
                <a16:creationId xmlns:a16="http://schemas.microsoft.com/office/drawing/2014/main" id="{1858A069-0612-49CF-B009-4B3E7B68BC8D}"/>
              </a:ext>
            </a:extLst>
          </p:cNvPr>
          <p:cNvSpPr>
            <a:spLocks xmlns:a="http://schemas.openxmlformats.org/drawingml/2006/main" noGrp="1"/>
          </p:cNvSpPr>
          <p:nvPr/>
        </p:nvSpPr>
        <p:spPr>
          <a:xfrm xmlns:a="http://schemas.openxmlformats.org/drawingml/2006/main">
            <a:off x="8522208" y="2697480"/>
            <a:ext cx="256032" cy="274320"/>
          </a:xfrm>
          <a:prstGeom xmlns:a="http://schemas.openxmlformats.org/drawingml/2006/main" prst="rightArrow">
            <a:avLst/>
          </a:prstGeom>
          <a:solidFill xmlns:a="http://schemas.openxmlformats.org/drawingml/2006/main">
            <a:srgbClr val="2A2622"/>
          </a:solidFill>
          <a:ln xmlns:a="http://schemas.openxmlformats.org/drawingml/2006/main" w="12700">
            <a:solidFill>
              <a:srgbClr val="2A2622"/>
            </a:solidFill>
            <a:prstDash val="solid"/>
          </a:ln>
        </p:spPr>
      </p:sp>
      <p:sp>
        <p:nvSpPr>
          <p:cNvPr id="33" name="Shape 31">
            <a:extLst xmlns:a="http://schemas.openxmlformats.org/drawingml/2006/main">
              <a:ext uri="{FF2B5EF4-FFF2-40B4-BE49-F238E27FC236}">
                <a16:creationId xmlns:a16="http://schemas.microsoft.com/office/drawing/2014/main" id="{BBC6454D-9E99-4BE1-80BD-50A09DB7DFC0}"/>
              </a:ext>
            </a:extLst>
          </p:cNvPr>
          <p:cNvSpPr>
            <a:spLocks xmlns:a="http://schemas.openxmlformats.org/drawingml/2006/main" noGrp="1"/>
          </p:cNvSpPr>
          <p:nvPr/>
        </p:nvSpPr>
        <p:spPr>
          <a:xfrm xmlns:a="http://schemas.openxmlformats.org/drawingml/2006/main">
            <a:off x="8787384" y="1691640"/>
            <a:ext cx="2487168" cy="2286000"/>
          </a:xfrm>
          <a:prstGeom xmlns:a="http://schemas.openxmlformats.org/drawingml/2006/main" prst="roundRect">
            <a:avLst>
              <a:gd name="adj" fmla="val 1600"/>
            </a:avLst>
          </a:prstGeom>
          <a:solidFill xmlns:a="http://schemas.openxmlformats.org/drawingml/2006/main">
            <a:srgbClr val="121110"/>
          </a:solidFill>
          <a:ln xmlns:a="http://schemas.openxmlformats.org/drawingml/2006/main" w="9525">
            <a:solidFill>
              <a:srgbClr val="2A2622"/>
            </a:solidFill>
            <a:prstDash val="solid"/>
          </a:ln>
        </p:spPr>
      </p:sp>
      <p:sp>
        <p:nvSpPr>
          <p:cNvPr id="34" name="Shape 32">
            <a:extLst xmlns:a="http://schemas.openxmlformats.org/drawingml/2006/main">
              <a:ext uri="{FF2B5EF4-FFF2-40B4-BE49-F238E27FC236}">
                <a16:creationId xmlns:a16="http://schemas.microsoft.com/office/drawing/2014/main" id="{2A60955F-7FE9-42B2-96CF-789CDCF95F0C}"/>
              </a:ext>
            </a:extLst>
          </p:cNvPr>
          <p:cNvSpPr>
            <a:spLocks xmlns:a="http://schemas.openxmlformats.org/drawingml/2006/main" noGrp="1"/>
          </p:cNvSpPr>
          <p:nvPr/>
        </p:nvSpPr>
        <p:spPr>
          <a:xfrm xmlns:a="http://schemas.openxmlformats.org/drawingml/2006/main">
            <a:off x="8988552" y="1892808"/>
            <a:ext cx="347472" cy="347472"/>
          </a:xfrm>
          <a:prstGeom xmlns:a="http://schemas.openxmlformats.org/drawingml/2006/main" prst="ellipse">
            <a:avLst/>
          </a:prstGeom>
          <a:solidFill xmlns:a="http://schemas.openxmlformats.org/drawingml/2006/main">
            <a:srgbClr val="241F1B"/>
          </a:solidFill>
          <a:ln xmlns:a="http://schemas.openxmlformats.org/drawingml/2006/main" w="9525">
            <a:solidFill>
              <a:srgbClr val="2A2622"/>
            </a:solidFill>
            <a:prstDash val="solid"/>
          </a:ln>
        </p:spPr>
      </p:sp>
      <p:sp>
        <p:nvSpPr>
          <p:cNvPr id="35" name="Text 33">
            <a:extLst xmlns:a="http://schemas.openxmlformats.org/drawingml/2006/main">
              <a:ext uri="{FF2B5EF4-FFF2-40B4-BE49-F238E27FC236}">
                <a16:creationId xmlns:a16="http://schemas.microsoft.com/office/drawing/2014/main" id="{67F73EFB-206A-4E1F-B0ED-2660E0509B9D}"/>
              </a:ext>
            </a:extLst>
          </p:cNvPr>
          <p:cNvSpPr>
            <a:spLocks xmlns:a="http://schemas.openxmlformats.org/drawingml/2006/main" noGrp="1"/>
          </p:cNvSpPr>
          <p:nvPr/>
        </p:nvSpPr>
        <p:spPr>
          <a:xfrm xmlns:a="http://schemas.openxmlformats.org/drawingml/2006/main">
            <a:off x="8988552" y="18928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4A443E"/>
                </a:solidFill>
                <a:latin typeface="Arial"/>
                <a:ea typeface="Arial"/>
                <a:cs typeface="Arial"/>
              </a:rPr>
              <a:t>4</a:t>
            </a:r>
            <a:endParaRPr sz="1000"/>
          </a:p>
        </p:txBody>
      </p:sp>
      <p:sp>
        <p:nvSpPr>
          <p:cNvPr id="36" name="Text 34">
            <a:extLst xmlns:a="http://schemas.openxmlformats.org/drawingml/2006/main">
              <a:ext uri="{FF2B5EF4-FFF2-40B4-BE49-F238E27FC236}">
                <a16:creationId xmlns:a16="http://schemas.microsoft.com/office/drawing/2014/main" id="{2D67D5F1-E3DC-4C04-9C73-4C00CF03AC6F}"/>
              </a:ext>
            </a:extLst>
          </p:cNvPr>
          <p:cNvSpPr>
            <a:spLocks xmlns:a="http://schemas.openxmlformats.org/drawingml/2006/main" noGrp="1"/>
          </p:cNvSpPr>
          <p:nvPr/>
        </p:nvSpPr>
        <p:spPr>
          <a:xfrm xmlns:a="http://schemas.openxmlformats.org/drawingml/2006/main">
            <a:off x="9445752" y="1874520"/>
            <a:ext cx="16184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A443E"/>
                </a:solidFill>
                <a:latin typeface="Arial"/>
                <a:ea typeface="Arial"/>
                <a:cs typeface="Arial"/>
              </a:rPr>
              <a:t>Analyst</a:t>
            </a:r>
            <a:endParaRPr sz="1350"/>
          </a:p>
        </p:txBody>
      </p:sp>
      <p:sp>
        <p:nvSpPr>
          <p:cNvPr id="37" name="Text 35">
            <a:extLst xmlns:a="http://schemas.openxmlformats.org/drawingml/2006/main">
              <a:ext uri="{FF2B5EF4-FFF2-40B4-BE49-F238E27FC236}">
                <a16:creationId xmlns:a16="http://schemas.microsoft.com/office/drawing/2014/main" id="{587E8BAA-BF18-4BB2-8566-B9C5E2E0EBD8}"/>
              </a:ext>
            </a:extLst>
          </p:cNvPr>
          <p:cNvSpPr>
            <a:spLocks xmlns:a="http://schemas.openxmlformats.org/drawingml/2006/main" noGrp="1"/>
          </p:cNvSpPr>
          <p:nvPr/>
        </p:nvSpPr>
        <p:spPr>
          <a:xfrm xmlns:a="http://schemas.openxmlformats.org/drawingml/2006/main">
            <a:off x="9445752" y="2148840"/>
            <a:ext cx="17556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70">
                <a:solidFill>
                  <a:srgbClr val="3A3530"/>
                </a:solidFill>
                <a:latin typeface="Arial"/>
                <a:ea typeface="Arial"/>
                <a:cs typeface="Arial"/>
              </a:rPr>
              <a:t>ANALYZE_FAILURE()</a:t>
            </a:r>
            <a:endParaRPr sz="900"/>
          </a:p>
        </p:txBody>
      </p:sp>
      <p:sp>
        <p:nvSpPr>
          <p:cNvPr id="38" name="Text 36">
            <a:extLst xmlns:a="http://schemas.openxmlformats.org/drawingml/2006/main">
              <a:ext uri="{FF2B5EF4-FFF2-40B4-BE49-F238E27FC236}">
                <a16:creationId xmlns:a16="http://schemas.microsoft.com/office/drawing/2014/main" id="{868BA6B8-A6DE-4734-A891-ED1E530C054F}"/>
              </a:ext>
            </a:extLst>
          </p:cNvPr>
          <p:cNvSpPr>
            <a:spLocks xmlns:a="http://schemas.openxmlformats.org/drawingml/2006/main" noGrp="1"/>
          </p:cNvSpPr>
          <p:nvPr/>
        </p:nvSpPr>
        <p:spPr>
          <a:xfrm xmlns:a="http://schemas.openxmlformats.org/drawingml/2006/main">
            <a:off x="9006840" y="2496312"/>
            <a:ext cx="202996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1050">
                <a:solidFill>
                  <a:srgbClr val="3A3530"/>
                </a:solidFill>
                <a:latin typeface="Arial"/>
                <a:ea typeface="Arial"/>
                <a:cs typeface="Arial"/>
              </a:rPr>
              <a:t>Diagnoses a failure into a repair direction. Receives the redacted envelope only, so it can locate a defect without being handed the answer.</a:t>
            </a:r>
            <a:endParaRPr sz="1050"/>
          </a:p>
        </p:txBody>
      </p:sp>
      <p:sp>
        <p:nvSpPr>
          <p:cNvPr id="39" name="Text 37">
            <a:extLst xmlns:a="http://schemas.openxmlformats.org/drawingml/2006/main">
              <a:ext uri="{FF2B5EF4-FFF2-40B4-BE49-F238E27FC236}">
                <a16:creationId xmlns:a16="http://schemas.microsoft.com/office/drawing/2014/main" id="{CBEB36D1-25EE-4182-9840-FA76BF5BE84F}"/>
              </a:ext>
            </a:extLst>
          </p:cNvPr>
          <p:cNvSpPr>
            <a:spLocks xmlns:a="http://schemas.openxmlformats.org/drawingml/2006/main" noGrp="1"/>
          </p:cNvSpPr>
          <p:nvPr/>
        </p:nvSpPr>
        <p:spPr>
          <a:xfrm xmlns:a="http://schemas.openxmlformats.org/drawingml/2006/main">
            <a:off x="9006840" y="3557016"/>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i="1">
                <a:solidFill>
                  <a:srgbClr val="3A3530"/>
                </a:solidFill>
                <a:latin typeface="Arial"/>
                <a:ea typeface="Arial"/>
                <a:cs typeface="Arial"/>
              </a:rPr>
              <a:t>sees: which field diverged, and how often</a:t>
            </a:r>
            <a:endParaRPr sz="850"/>
          </a:p>
        </p:txBody>
      </p:sp>
      <p:sp>
        <p:nvSpPr>
          <p:cNvPr id="40" name="Shape 38">
            <a:extLst xmlns:a="http://schemas.openxmlformats.org/drawingml/2006/main">
              <a:ext uri="{FF2B5EF4-FFF2-40B4-BE49-F238E27FC236}">
                <a16:creationId xmlns:a16="http://schemas.microsoft.com/office/drawing/2014/main" id="{A1E53C08-9CE8-4152-AACD-CF1FA62FD237}"/>
              </a:ext>
            </a:extLst>
          </p:cNvPr>
          <p:cNvSpPr>
            <a:spLocks xmlns:a="http://schemas.openxmlformats.org/drawingml/2006/main" noGrp="1"/>
          </p:cNvSpPr>
          <p:nvPr/>
        </p:nvSpPr>
        <p:spPr>
          <a:xfrm xmlns:a="http://schemas.openxmlformats.org/drawingml/2006/main">
            <a:off x="1508760" y="4270248"/>
            <a:ext cx="7004304" cy="18288"/>
          </a:xfrm>
          <a:prstGeom xmlns:a="http://schemas.openxmlformats.org/drawingml/2006/main" prst="rect">
            <a:avLst/>
          </a:prstGeom>
          <a:solidFill xmlns:a="http://schemas.openxmlformats.org/drawingml/2006/main">
            <a:srgbClr val="2A2622"/>
          </a:solidFill>
          <a:ln xmlns:a="http://schemas.openxmlformats.org/drawingml/2006/main" w="12700">
            <a:solidFill>
              <a:srgbClr val="2A2622"/>
            </a:solidFill>
            <a:prstDash val="solid"/>
          </a:ln>
        </p:spPr>
      </p:sp>
      <p:sp>
        <p:nvSpPr>
          <p:cNvPr id="41" name="Shape 39">
            <a:extLst xmlns:a="http://schemas.openxmlformats.org/drawingml/2006/main">
              <a:ext uri="{FF2B5EF4-FFF2-40B4-BE49-F238E27FC236}">
                <a16:creationId xmlns:a16="http://schemas.microsoft.com/office/drawing/2014/main" id="{ADFA271F-A0A7-4E5D-8808-3642186922E1}"/>
              </a:ext>
            </a:extLst>
          </p:cNvPr>
          <p:cNvSpPr>
            <a:spLocks xmlns:a="http://schemas.openxmlformats.org/drawingml/2006/main" noGrp="1"/>
          </p:cNvSpPr>
          <p:nvPr/>
        </p:nvSpPr>
        <p:spPr>
          <a:xfrm xmlns:a="http://schemas.openxmlformats.org/drawingml/2006/main">
            <a:off x="1463040" y="4151376"/>
            <a:ext cx="237744" cy="256032"/>
          </a:xfrm>
          <a:prstGeom xmlns:a="http://schemas.openxmlformats.org/drawingml/2006/main" prst="leftArrow">
            <a:avLst/>
          </a:prstGeom>
          <a:solidFill xmlns:a="http://schemas.openxmlformats.org/drawingml/2006/main">
            <a:srgbClr val="2A2622"/>
          </a:solidFill>
          <a:ln xmlns:a="http://schemas.openxmlformats.org/drawingml/2006/main" w="12700">
            <a:solidFill>
              <a:srgbClr val="2A2622"/>
            </a:solidFill>
            <a:prstDash val="solid"/>
          </a:ln>
        </p:spPr>
      </p:sp>
      <p:sp>
        <p:nvSpPr>
          <p:cNvPr id="42" name="Text 40">
            <a:extLst xmlns:a="http://schemas.openxmlformats.org/drawingml/2006/main">
              <a:ext uri="{FF2B5EF4-FFF2-40B4-BE49-F238E27FC236}">
                <a16:creationId xmlns:a16="http://schemas.microsoft.com/office/drawing/2014/main" id="{ABDF856F-8278-4B14-8DB4-E594B2DB11D4}"/>
              </a:ext>
            </a:extLst>
          </p:cNvPr>
          <p:cNvSpPr>
            <a:spLocks xmlns:a="http://schemas.openxmlformats.org/drawingml/2006/main" noGrp="1"/>
          </p:cNvSpPr>
          <p:nvPr/>
        </p:nvSpPr>
        <p:spPr>
          <a:xfrm xmlns:a="http://schemas.openxmlformats.org/drawingml/2006/main">
            <a:off x="1783080" y="4361688"/>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i="1">
                <a:solidFill>
                  <a:srgbClr val="3A3530"/>
                </a:solidFill>
                <a:latin typeface="Arial"/>
                <a:ea typeface="Arial"/>
                <a:cs typeface="Arial"/>
              </a:rPr>
              <a:t>failure routes back — location and shape, never value</a:t>
            </a:r>
            <a:endParaRPr sz="900"/>
          </a:p>
        </p:txBody>
      </p:sp>
      <p:sp>
        <p:nvSpPr>
          <p:cNvPr id="43" name="Shape 41">
            <a:extLst xmlns:a="http://schemas.openxmlformats.org/drawingml/2006/main">
              <a:ext uri="{FF2B5EF4-FFF2-40B4-BE49-F238E27FC236}">
                <a16:creationId xmlns:a16="http://schemas.microsoft.com/office/drawing/2014/main" id="{A6401E7A-10BB-4A8D-9881-36E39A3993F4}"/>
              </a:ext>
            </a:extLst>
          </p:cNvPr>
          <p:cNvSpPr>
            <a:spLocks xmlns:a="http://schemas.openxmlformats.org/drawingml/2006/main" noGrp="1"/>
          </p:cNvSpPr>
          <p:nvPr/>
        </p:nvSpPr>
        <p:spPr>
          <a:xfrm xmlns:a="http://schemas.openxmlformats.org/drawingml/2006/main">
            <a:off x="502920" y="4846320"/>
            <a:ext cx="3017520" cy="18288"/>
          </a:xfrm>
          <a:prstGeom xmlns:a="http://schemas.openxmlformats.org/drawingml/2006/main" prst="rect">
            <a:avLst/>
          </a:prstGeom>
          <a:solidFill xmlns:a="http://schemas.openxmlformats.org/drawingml/2006/main">
            <a:srgbClr val="D9694A"/>
          </a:solidFill>
          <a:ln xmlns:a="http://schemas.openxmlformats.org/drawingml/2006/main" w="12700">
            <a:solidFill>
              <a:srgbClr val="D9694A"/>
            </a:solidFill>
            <a:prstDash val="solid"/>
          </a:ln>
        </p:spPr>
      </p:sp>
      <p:sp>
        <p:nvSpPr>
          <p:cNvPr id="44" name="Shape 42">
            <a:extLst xmlns:a="http://schemas.openxmlformats.org/drawingml/2006/main">
              <a:ext uri="{FF2B5EF4-FFF2-40B4-BE49-F238E27FC236}">
                <a16:creationId xmlns:a16="http://schemas.microsoft.com/office/drawing/2014/main" id="{CA11E3F9-EE90-4D28-837E-C7DC27A5025B}"/>
              </a:ext>
            </a:extLst>
          </p:cNvPr>
          <p:cNvSpPr>
            <a:spLocks xmlns:a="http://schemas.openxmlformats.org/drawingml/2006/main" noGrp="1"/>
          </p:cNvSpPr>
          <p:nvPr/>
        </p:nvSpPr>
        <p:spPr>
          <a:xfrm xmlns:a="http://schemas.openxmlformats.org/drawingml/2006/main">
            <a:off x="8321040" y="4846320"/>
            <a:ext cx="2880360" cy="18288"/>
          </a:xfrm>
          <a:prstGeom xmlns:a="http://schemas.openxmlformats.org/drawingml/2006/main" prst="rect">
            <a:avLst/>
          </a:prstGeom>
          <a:solidFill xmlns:a="http://schemas.openxmlformats.org/drawingml/2006/main">
            <a:srgbClr val="D9694A"/>
          </a:solidFill>
          <a:ln xmlns:a="http://schemas.openxmlformats.org/drawingml/2006/main" w="12700">
            <a:solidFill>
              <a:srgbClr val="D9694A"/>
            </a:solidFill>
            <a:prstDash val="solid"/>
          </a:ln>
        </p:spPr>
      </p:sp>
      <p:sp>
        <p:nvSpPr>
          <p:cNvPr id="45" name="Text 43">
            <a:extLst xmlns:a="http://schemas.openxmlformats.org/drawingml/2006/main">
              <a:ext uri="{FF2B5EF4-FFF2-40B4-BE49-F238E27FC236}">
                <a16:creationId xmlns:a16="http://schemas.microsoft.com/office/drawing/2014/main" id="{6E621AC5-9B0D-4009-85F8-011E341995C3}"/>
              </a:ext>
            </a:extLst>
          </p:cNvPr>
          <p:cNvSpPr>
            <a:spLocks xmlns:a="http://schemas.openxmlformats.org/drawingml/2006/main" noGrp="1"/>
          </p:cNvSpPr>
          <p:nvPr/>
        </p:nvSpPr>
        <p:spPr>
          <a:xfrm xmlns:a="http://schemas.openxmlformats.org/drawingml/2006/main">
            <a:off x="3566160" y="4718304"/>
            <a:ext cx="4663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80">
                <a:solidFill>
                  <a:srgbClr val="D9694A"/>
                </a:solidFill>
                <a:latin typeface="Arial"/>
                <a:ea typeface="Arial"/>
                <a:cs typeface="Arial"/>
              </a:rPr>
              <a:t>HOLDOUT BOUNDARY   —   EXPECTED VALUES NEVER CROSS</a:t>
            </a:r>
            <a:endParaRPr sz="900"/>
          </a:p>
        </p:txBody>
      </p:sp>
      <p:sp>
        <p:nvSpPr>
          <p:cNvPr id="46" name="Shape 44">
            <a:extLst xmlns:a="http://schemas.openxmlformats.org/drawingml/2006/main">
              <a:ext uri="{FF2B5EF4-FFF2-40B4-BE49-F238E27FC236}">
                <a16:creationId xmlns:a16="http://schemas.microsoft.com/office/drawing/2014/main" id="{65B6259F-24CA-4010-9A39-1E325FA5F37D}"/>
              </a:ext>
            </a:extLst>
          </p:cNvPr>
          <p:cNvSpPr>
            <a:spLocks xmlns:a="http://schemas.openxmlformats.org/drawingml/2006/main" noGrp="1"/>
          </p:cNvSpPr>
          <p:nvPr/>
        </p:nvSpPr>
        <p:spPr>
          <a:xfrm xmlns:a="http://schemas.openxmlformats.org/drawingml/2006/main">
            <a:off x="502920" y="5157216"/>
            <a:ext cx="10698480" cy="749808"/>
          </a:xfrm>
          <a:prstGeom xmlns:a="http://schemas.openxmlformats.org/drawingml/2006/main" prst="roundRect">
            <a:avLst>
              <a:gd name="adj" fmla="val 4878"/>
            </a:avLst>
          </a:prstGeom>
          <a:solidFill xmlns:a="http://schemas.openxmlformats.org/drawingml/2006/main">
            <a:srgbClr val="0E0D0C"/>
          </a:solidFill>
          <a:ln xmlns:a="http://schemas.openxmlformats.org/drawingml/2006/main" w="9525">
            <a:solidFill>
              <a:srgbClr val="2A2622"/>
            </a:solidFill>
            <a:prstDash val="solid"/>
          </a:ln>
        </p:spPr>
      </p:sp>
      <p:sp>
        <p:nvSpPr>
          <p:cNvPr id="47" name="Text 45">
            <a:extLst xmlns:a="http://schemas.openxmlformats.org/drawingml/2006/main">
              <a:ext uri="{FF2B5EF4-FFF2-40B4-BE49-F238E27FC236}">
                <a16:creationId xmlns:a16="http://schemas.microsoft.com/office/drawing/2014/main" id="{C90F43AA-7FB3-4B9E-8D83-85541A4EDDB0}"/>
              </a:ext>
            </a:extLst>
          </p:cNvPr>
          <p:cNvSpPr>
            <a:spLocks xmlns:a="http://schemas.openxmlformats.org/drawingml/2006/main" noGrp="1"/>
          </p:cNvSpPr>
          <p:nvPr/>
        </p:nvSpPr>
        <p:spPr>
          <a:xfrm xmlns:a="http://schemas.openxmlformats.org/drawingml/2006/main">
            <a:off x="731520" y="5285232"/>
            <a:ext cx="21031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120">
                <a:solidFill>
                  <a:srgbClr val="F2B84B"/>
                </a:solidFill>
                <a:latin typeface="Arial"/>
                <a:ea typeface="Arial"/>
                <a:cs typeface="Arial"/>
              </a:rPr>
              <a:t>GROUND TRUTH</a:t>
            </a:r>
            <a:endParaRPr sz="900"/>
          </a:p>
        </p:txBody>
      </p:sp>
      <p:sp>
        <p:nvSpPr>
          <p:cNvPr id="48" name="Text 46">
            <a:extLst xmlns:a="http://schemas.openxmlformats.org/drawingml/2006/main">
              <a:ext uri="{FF2B5EF4-FFF2-40B4-BE49-F238E27FC236}">
                <a16:creationId xmlns:a16="http://schemas.microsoft.com/office/drawing/2014/main" id="{C27B56EE-434F-4D7D-88CB-59505287E56A}"/>
              </a:ext>
            </a:extLst>
          </p:cNvPr>
          <p:cNvSpPr>
            <a:spLocks xmlns:a="http://schemas.openxmlformats.org/drawingml/2006/main" noGrp="1"/>
          </p:cNvSpPr>
          <p:nvPr/>
        </p:nvSpPr>
        <p:spPr>
          <a:xfrm xmlns:a="http://schemas.openxmlformats.org/drawingml/2006/main">
            <a:off x="2834640" y="5285232"/>
            <a:ext cx="8229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C5BDAF"/>
                </a:solidFill>
                <a:latin typeface="Arial"/>
                <a:ea typeface="Arial"/>
                <a:cs typeface="Arial"/>
              </a:rPr>
              <a:t>captured corpus  ·  synthetic reject paths  ·  arc coverage  ·  equivalence policy  ·  normalization ledger</a:t>
            </a:r>
            <a:endParaRPr sz="1050"/>
          </a:p>
        </p:txBody>
      </p:sp>
      <p:sp>
        <p:nvSpPr>
          <p:cNvPr id="49" name="Text 47">
            <a:extLst xmlns:a="http://schemas.openxmlformats.org/drawingml/2006/main">
              <a:ext uri="{FF2B5EF4-FFF2-40B4-BE49-F238E27FC236}">
                <a16:creationId xmlns:a16="http://schemas.microsoft.com/office/drawing/2014/main" id="{24E32F11-A67B-4849-A8A4-5A3FF4295906}"/>
              </a:ext>
            </a:extLst>
          </p:cNvPr>
          <p:cNvSpPr>
            <a:spLocks xmlns:a="http://schemas.openxmlformats.org/drawingml/2006/main" noGrp="1"/>
          </p:cNvSpPr>
          <p:nvPr/>
        </p:nvSpPr>
        <p:spPr>
          <a:xfrm xmlns:a="http://schemas.openxmlformats.org/drawingml/2006/main">
            <a:off x="731520" y="5522976"/>
            <a:ext cx="10241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i="1">
                <a:solidFill>
                  <a:srgbClr val="7A7268"/>
                </a:solidFill>
                <a:latin typeface="Arial"/>
                <a:ea typeface="Arial"/>
                <a:cs typeface="Arial"/>
              </a:rPr>
              <a:t>Below the line is the defensible asset. Above it, the workers are replaceable.</a:t>
            </a:r>
            <a:endParaRPr sz="900"/>
          </a:p>
        </p:txBody>
      </p:sp>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641a9dce0725439a">
            <a:extLst>
              <a:ext uri="{96DAC541-7B7A-43D3-8B79-37D633B846F1}">
                <asvg:svgBlip xmlns:asvg="http://schemas.microsoft.com/office/drawing/2016/SVG/main" r:embed="R6655c00888374d3a"/>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26765297caef4ed0">
            <a:extLst>
              <a:ext uri="{96DAC541-7B7A-43D3-8B79-37D633B846F1}">
                <asvg:svgBlip xmlns:asvg="http://schemas.microsoft.com/office/drawing/2016/SVG/main" r:embed="Rbc22d6687ae042bf"/>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1167393378"/>
      </p:ext>
    </p:extLst>
  </p:cSld>
</p:sld>
</file>

<file path=ppt/slides/slide1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97D81EF-A0D8-4133-8936-428FD830B4E1}"/>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F2B84B"/>
          </a:solidFill>
          <a:ln xmlns:a="http://schemas.openxmlformats.org/drawingml/2006/main" w="1270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456F4417-E53B-4142-9D22-4FCDBA7D2B6D}"/>
              </a:ext>
            </a:extLst>
          </p:cNvPr>
          <p:cNvSpPr>
            <a:spLocks xmlns:a="http://schemas.openxmlformats.org/drawingml/2006/main" noGrp="1"/>
          </p:cNvSpPr>
          <p:nvPr/>
        </p:nvSpPr>
        <p:spPr>
          <a:xfrm xmlns:a="http://schemas.openxmlformats.org/drawingml/2006/main">
            <a:off x="502920" y="310896"/>
            <a:ext cx="86868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40">
                <a:solidFill>
                  <a:srgbClr val="F2B84B"/>
                </a:solidFill>
                <a:latin typeface="Arial"/>
                <a:ea typeface="Arial"/>
                <a:cs typeface="Arial"/>
              </a:rPr>
              <a:t>THE AGENT STORY · STATION 04</a:t>
            </a:r>
            <a:endParaRPr sz="1000"/>
          </a:p>
        </p:txBody>
      </p:sp>
      <p:sp>
        <p:nvSpPr>
          <p:cNvPr id="4" name="Text 2">
            <a:extLst xmlns:a="http://schemas.openxmlformats.org/drawingml/2006/main">
              <a:ext uri="{FF2B5EF4-FFF2-40B4-BE49-F238E27FC236}">
                <a16:creationId xmlns:a16="http://schemas.microsoft.com/office/drawing/2014/main" id="{0EA72F0C-0920-4C48-BF8C-BFA651DDBB79}"/>
              </a:ext>
            </a:extLst>
          </p:cNvPr>
          <p:cNvSpPr>
            <a:spLocks xmlns:a="http://schemas.openxmlformats.org/drawingml/2006/main" noGrp="1"/>
          </p:cNvSpPr>
          <p:nvPr/>
        </p:nvSpPr>
        <p:spPr>
          <a:xfrm xmlns:a="http://schemas.openxmlformats.org/drawingml/2006/main">
            <a:off x="502920" y="585216"/>
            <a:ext cx="106070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8F4EC"/>
                </a:solidFill>
                <a:latin typeface="Arial"/>
                <a:ea typeface="Arial"/>
                <a:cs typeface="Arial"/>
              </a:rPr>
              <a:t>The Analyst turns a failure into a direction, not an answer</a:t>
            </a:r>
            <a:endParaRPr sz="2700"/>
          </a:p>
        </p:txBody>
      </p:sp>
      <p:sp>
        <p:nvSpPr>
          <p:cNvPr id="5" name="Shape 3">
            <a:extLst xmlns:a="http://schemas.openxmlformats.org/drawingml/2006/main">
              <a:ext uri="{FF2B5EF4-FFF2-40B4-BE49-F238E27FC236}">
                <a16:creationId xmlns:a16="http://schemas.microsoft.com/office/drawing/2014/main" id="{3036B144-65F1-4763-B606-1C2D3D8E6AD4}"/>
              </a:ext>
            </a:extLst>
          </p:cNvPr>
          <p:cNvSpPr>
            <a:spLocks xmlns:a="http://schemas.openxmlformats.org/drawingml/2006/main" noGrp="1"/>
          </p:cNvSpPr>
          <p:nvPr/>
        </p:nvSpPr>
        <p:spPr>
          <a:xfrm xmlns:a="http://schemas.openxmlformats.org/drawingml/2006/main">
            <a:off x="502920" y="1234440"/>
            <a:ext cx="658368" cy="32004"/>
          </a:xfrm>
          <a:prstGeom xmlns:a="http://schemas.openxmlformats.org/drawingml/2006/main" prst="rect">
            <a:avLst/>
          </a:prstGeom>
          <a:solidFill xmlns:a="http://schemas.openxmlformats.org/drawingml/2006/main">
            <a:srgbClr val="F2B84B"/>
          </a:solidFill>
          <a:ln xmlns:a="http://schemas.openxmlformats.org/drawingml/2006/main" w="1270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3FCE56DC-B0F6-428B-AAF4-A8CE5B862993}"/>
              </a:ext>
            </a:extLst>
          </p:cNvPr>
          <p:cNvSpPr>
            <a:spLocks xmlns:a="http://schemas.openxmlformats.org/drawingml/2006/main" noGrp="1"/>
          </p:cNvSpPr>
          <p:nvPr/>
        </p:nvSpPr>
        <p:spPr>
          <a:xfrm xmlns:a="http://schemas.openxmlformats.org/drawingml/2006/main">
            <a:off x="1371600" y="1115568"/>
            <a:ext cx="9692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C5BDAF"/>
                </a:solidFill>
                <a:latin typeface="Arial"/>
                <a:ea typeface="Arial"/>
                <a:cs typeface="Arial"/>
              </a:rPr>
              <a:t>It receives the redacted envelope: which field diverged, how often. Never the value.</a:t>
            </a:r>
            <a:endParaRPr sz="1250"/>
          </a:p>
        </p:txBody>
      </p:sp>
      <p:sp>
        <p:nvSpPr>
          <p:cNvPr id="8" name="Text 6">
            <a:extLst xmlns:a="http://schemas.openxmlformats.org/drawingml/2006/main">
              <a:ext uri="{FF2B5EF4-FFF2-40B4-BE49-F238E27FC236}">
                <a16:creationId xmlns:a16="http://schemas.microsoft.com/office/drawing/2014/main" id="{8FF9F223-FDB8-40EC-91B8-3FD4D5C2FA95}"/>
              </a:ext>
            </a:extLst>
          </p:cNvPr>
          <p:cNvSpPr>
            <a:spLocks xmlns:a="http://schemas.openxmlformats.org/drawingml/2006/main" noGrp="1"/>
          </p:cNvSpPr>
          <p:nvPr/>
        </p:nvSpPr>
        <p:spPr>
          <a:xfrm xmlns:a="http://schemas.openxmlformats.org/drawingml/2006/main">
            <a:off x="11064240" y="6446520"/>
            <a:ext cx="640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7A7268"/>
                </a:solidFill>
                <a:latin typeface="Arial"/>
                <a:ea typeface="Arial"/>
                <a:cs typeface="Arial"/>
              </a:rPr>
              <a:t>15</a:t>
            </a:r>
            <a:endParaRPr sz="750"/>
          </a:p>
        </p:txBody>
      </p:sp>
      <p:sp>
        <p:nvSpPr>
          <p:cNvPr id="9" name="Shape 7">
            <a:extLst xmlns:a="http://schemas.openxmlformats.org/drawingml/2006/main">
              <a:ext uri="{FF2B5EF4-FFF2-40B4-BE49-F238E27FC236}">
                <a16:creationId xmlns:a16="http://schemas.microsoft.com/office/drawing/2014/main" id="{627B30B3-1085-4022-93B9-3360EBD74C75}"/>
              </a:ext>
            </a:extLst>
          </p:cNvPr>
          <p:cNvSpPr>
            <a:spLocks xmlns:a="http://schemas.openxmlformats.org/drawingml/2006/main" noGrp="1"/>
          </p:cNvSpPr>
          <p:nvPr/>
        </p:nvSpPr>
        <p:spPr>
          <a:xfrm xmlns:a="http://schemas.openxmlformats.org/drawingml/2006/main">
            <a:off x="502920" y="1691640"/>
            <a:ext cx="2487168" cy="2286000"/>
          </a:xfrm>
          <a:prstGeom xmlns:a="http://schemas.openxmlformats.org/drawingml/2006/main" prst="roundRect">
            <a:avLst>
              <a:gd name="adj" fmla="val 1600"/>
            </a:avLst>
          </a:prstGeom>
          <a:solidFill xmlns:a="http://schemas.openxmlformats.org/drawingml/2006/main">
            <a:srgbClr val="121110"/>
          </a:solidFill>
          <a:ln xmlns:a="http://schemas.openxmlformats.org/drawingml/2006/main" w="9525">
            <a:solidFill>
              <a:srgbClr val="8A6A28"/>
            </a:solidFill>
            <a:prstDash val="solid"/>
          </a:ln>
        </p:spPr>
      </p:sp>
      <p:sp>
        <p:nvSpPr>
          <p:cNvPr id="10" name="Shape 8">
            <a:extLst xmlns:a="http://schemas.openxmlformats.org/drawingml/2006/main">
              <a:ext uri="{FF2B5EF4-FFF2-40B4-BE49-F238E27FC236}">
                <a16:creationId xmlns:a16="http://schemas.microsoft.com/office/drawing/2014/main" id="{664759D4-3EA2-42AC-85C8-D32736AD121F}"/>
              </a:ext>
            </a:extLst>
          </p:cNvPr>
          <p:cNvSpPr>
            <a:spLocks xmlns:a="http://schemas.openxmlformats.org/drawingml/2006/main" noGrp="1"/>
          </p:cNvSpPr>
          <p:nvPr/>
        </p:nvSpPr>
        <p:spPr>
          <a:xfrm xmlns:a="http://schemas.openxmlformats.org/drawingml/2006/main">
            <a:off x="704088" y="1892808"/>
            <a:ext cx="347472" cy="347472"/>
          </a:xfrm>
          <a:prstGeom xmlns:a="http://schemas.openxmlformats.org/drawingml/2006/main" prst="ellipse">
            <a:avLst/>
          </a:prstGeom>
          <a:solidFill xmlns:a="http://schemas.openxmlformats.org/drawingml/2006/main">
            <a:srgbClr val="2A2622"/>
          </a:solidFill>
          <a:ln xmlns:a="http://schemas.openxmlformats.org/drawingml/2006/main" w="9525">
            <a:solidFill>
              <a:srgbClr val="8A6A28"/>
            </a:solidFill>
            <a:prstDash val="solid"/>
          </a:ln>
        </p:spPr>
      </p:sp>
      <p:sp>
        <p:nvSpPr>
          <p:cNvPr id="11" name="Text 9">
            <a:extLst xmlns:a="http://schemas.openxmlformats.org/drawingml/2006/main">
              <a:ext uri="{FF2B5EF4-FFF2-40B4-BE49-F238E27FC236}">
                <a16:creationId xmlns:a16="http://schemas.microsoft.com/office/drawing/2014/main" id="{7C67D7C6-88B8-4579-A69A-277B3BEC8C4B}"/>
              </a:ext>
            </a:extLst>
          </p:cNvPr>
          <p:cNvSpPr>
            <a:spLocks xmlns:a="http://schemas.openxmlformats.org/drawingml/2006/main" noGrp="1"/>
          </p:cNvSpPr>
          <p:nvPr/>
        </p:nvSpPr>
        <p:spPr>
          <a:xfrm xmlns:a="http://schemas.openxmlformats.org/drawingml/2006/main">
            <a:off x="704088" y="18928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C5BDAF"/>
                </a:solidFill>
                <a:latin typeface="Arial"/>
                <a:ea typeface="Arial"/>
                <a:cs typeface="Arial"/>
              </a:rPr>
              <a:t>1</a:t>
            </a:r>
            <a:endParaRPr sz="1000"/>
          </a:p>
        </p:txBody>
      </p:sp>
      <p:sp>
        <p:nvSpPr>
          <p:cNvPr id="12" name="Text 10">
            <a:extLst xmlns:a="http://schemas.openxmlformats.org/drawingml/2006/main">
              <a:ext uri="{FF2B5EF4-FFF2-40B4-BE49-F238E27FC236}">
                <a16:creationId xmlns:a16="http://schemas.microsoft.com/office/drawing/2014/main" id="{9F111BE6-C578-4083-BBE6-13724E17F26E}"/>
              </a:ext>
            </a:extLst>
          </p:cNvPr>
          <p:cNvSpPr>
            <a:spLocks xmlns:a="http://schemas.openxmlformats.org/drawingml/2006/main" noGrp="1"/>
          </p:cNvSpPr>
          <p:nvPr/>
        </p:nvSpPr>
        <p:spPr>
          <a:xfrm xmlns:a="http://schemas.openxmlformats.org/drawingml/2006/main">
            <a:off x="1161288" y="1874520"/>
            <a:ext cx="16184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8F4EC"/>
                </a:solidFill>
                <a:latin typeface="Arial"/>
                <a:ea typeface="Arial"/>
                <a:cs typeface="Arial"/>
              </a:rPr>
              <a:t>Planner</a:t>
            </a:r>
            <a:endParaRPr sz="1350"/>
          </a:p>
        </p:txBody>
      </p:sp>
      <p:sp>
        <p:nvSpPr>
          <p:cNvPr id="13" name="Text 11">
            <a:extLst xmlns:a="http://schemas.openxmlformats.org/drawingml/2006/main">
              <a:ext uri="{FF2B5EF4-FFF2-40B4-BE49-F238E27FC236}">
                <a16:creationId xmlns:a16="http://schemas.microsoft.com/office/drawing/2014/main" id="{C8A7AABA-EC19-4FA3-8D51-5D9B9AF40364}"/>
              </a:ext>
            </a:extLst>
          </p:cNvPr>
          <p:cNvSpPr>
            <a:spLocks xmlns:a="http://schemas.openxmlformats.org/drawingml/2006/main" noGrp="1"/>
          </p:cNvSpPr>
          <p:nvPr/>
        </p:nvSpPr>
        <p:spPr>
          <a:xfrm xmlns:a="http://schemas.openxmlformats.org/drawingml/2006/main">
            <a:off x="1161288" y="2148840"/>
            <a:ext cx="17556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70">
                <a:solidFill>
                  <a:srgbClr val="7A7268"/>
                </a:solidFill>
                <a:latin typeface="Arial"/>
                <a:ea typeface="Arial"/>
                <a:cs typeface="Arial"/>
              </a:rPr>
              <a:t>AGENTS.PLAN()</a:t>
            </a:r>
            <a:endParaRPr sz="900"/>
          </a:p>
        </p:txBody>
      </p:sp>
      <p:sp>
        <p:nvSpPr>
          <p:cNvPr id="14" name="Text 12">
            <a:extLst xmlns:a="http://schemas.openxmlformats.org/drawingml/2006/main">
              <a:ext uri="{FF2B5EF4-FFF2-40B4-BE49-F238E27FC236}">
                <a16:creationId xmlns:a16="http://schemas.microsoft.com/office/drawing/2014/main" id="{A7FDB25E-53EB-4874-8DE6-9F9EC3619374}"/>
              </a:ext>
            </a:extLst>
          </p:cNvPr>
          <p:cNvSpPr>
            <a:spLocks xmlns:a="http://schemas.openxmlformats.org/drawingml/2006/main" noGrp="1"/>
          </p:cNvSpPr>
          <p:nvPr/>
        </p:nvSpPr>
        <p:spPr>
          <a:xfrm xmlns:a="http://schemas.openxmlformats.org/drawingml/2006/main">
            <a:off x="722376" y="2496312"/>
            <a:ext cx="202996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1050">
                <a:solidFill>
                  <a:srgbClr val="7A7268"/>
                </a:solidFill>
                <a:latin typeface="Arial"/>
                <a:ea typeface="Arial"/>
                <a:cs typeface="Arial"/>
              </a:rPr>
              <a:t>Reads the work order and the approved graph neighbourhood. Produces a bounded plan: which files may change, which gates must pass.</a:t>
            </a:r>
            <a:endParaRPr sz="1050"/>
          </a:p>
        </p:txBody>
      </p:sp>
      <p:sp>
        <p:nvSpPr>
          <p:cNvPr id="15" name="Text 13">
            <a:extLst xmlns:a="http://schemas.openxmlformats.org/drawingml/2006/main">
              <a:ext uri="{FF2B5EF4-FFF2-40B4-BE49-F238E27FC236}">
                <a16:creationId xmlns:a16="http://schemas.microsoft.com/office/drawing/2014/main" id="{A1D84FA0-4BD6-4057-98FD-CD505683CDD2}"/>
              </a:ext>
            </a:extLst>
          </p:cNvPr>
          <p:cNvSpPr>
            <a:spLocks xmlns:a="http://schemas.openxmlformats.org/drawingml/2006/main" noGrp="1"/>
          </p:cNvSpPr>
          <p:nvPr/>
        </p:nvSpPr>
        <p:spPr>
          <a:xfrm xmlns:a="http://schemas.openxmlformats.org/drawingml/2006/main">
            <a:off x="722376" y="3557016"/>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i="1">
                <a:solidFill>
                  <a:srgbClr val="7A7268"/>
                </a:solidFill>
                <a:latin typeface="Arial"/>
                <a:ea typeface="Arial"/>
                <a:cs typeface="Arial"/>
              </a:rPr>
              <a:t>sees: graph scope, source capsules</a:t>
            </a:r>
            <a:endParaRPr sz="850"/>
          </a:p>
        </p:txBody>
      </p:sp>
      <p:sp>
        <p:nvSpPr>
          <p:cNvPr id="16" name="Shape 14">
            <a:extLst xmlns:a="http://schemas.openxmlformats.org/drawingml/2006/main">
              <a:ext uri="{FF2B5EF4-FFF2-40B4-BE49-F238E27FC236}">
                <a16:creationId xmlns:a16="http://schemas.microsoft.com/office/drawing/2014/main" id="{8C81E138-600D-49BE-9074-6A21E02DD589}"/>
              </a:ext>
            </a:extLst>
          </p:cNvPr>
          <p:cNvSpPr>
            <a:spLocks xmlns:a="http://schemas.openxmlformats.org/drawingml/2006/main" noGrp="1"/>
          </p:cNvSpPr>
          <p:nvPr/>
        </p:nvSpPr>
        <p:spPr>
          <a:xfrm xmlns:a="http://schemas.openxmlformats.org/drawingml/2006/main">
            <a:off x="2999232" y="2697480"/>
            <a:ext cx="256032" cy="274320"/>
          </a:xfrm>
          <a:prstGeom xmlns:a="http://schemas.openxmlformats.org/drawingml/2006/main" prst="rightArrow">
            <a:avLst/>
          </a:prstGeom>
          <a:solidFill xmlns:a="http://schemas.openxmlformats.org/drawingml/2006/main">
            <a:srgbClr val="F2B84B"/>
          </a:solidFill>
          <a:ln xmlns:a="http://schemas.openxmlformats.org/drawingml/2006/main" w="12700">
            <a:solidFill>
              <a:srgbClr val="F2B84B"/>
            </a:solidFill>
            <a:prstDash val="solid"/>
          </a:ln>
        </p:spPr>
      </p:sp>
      <p:sp>
        <p:nvSpPr>
          <p:cNvPr id="17" name="Shape 15">
            <a:extLst xmlns:a="http://schemas.openxmlformats.org/drawingml/2006/main">
              <a:ext uri="{FF2B5EF4-FFF2-40B4-BE49-F238E27FC236}">
                <a16:creationId xmlns:a16="http://schemas.microsoft.com/office/drawing/2014/main" id="{79D93ECB-E772-494D-AF8C-80C26FE8502A}"/>
              </a:ext>
            </a:extLst>
          </p:cNvPr>
          <p:cNvSpPr>
            <a:spLocks xmlns:a="http://schemas.openxmlformats.org/drawingml/2006/main" noGrp="1"/>
          </p:cNvSpPr>
          <p:nvPr/>
        </p:nvSpPr>
        <p:spPr>
          <a:xfrm xmlns:a="http://schemas.openxmlformats.org/drawingml/2006/main">
            <a:off x="3264408" y="1691640"/>
            <a:ext cx="2487168" cy="2286000"/>
          </a:xfrm>
          <a:prstGeom xmlns:a="http://schemas.openxmlformats.org/drawingml/2006/main" prst="roundRect">
            <a:avLst>
              <a:gd name="adj" fmla="val 1600"/>
            </a:avLst>
          </a:prstGeom>
          <a:solidFill xmlns:a="http://schemas.openxmlformats.org/drawingml/2006/main">
            <a:srgbClr val="121110"/>
          </a:solidFill>
          <a:ln xmlns:a="http://schemas.openxmlformats.org/drawingml/2006/main" w="9525">
            <a:solidFill>
              <a:srgbClr val="8A6A28"/>
            </a:solidFill>
            <a:prstDash val="solid"/>
          </a:ln>
        </p:spPr>
      </p:sp>
      <p:sp>
        <p:nvSpPr>
          <p:cNvPr id="18" name="Shape 16">
            <a:extLst xmlns:a="http://schemas.openxmlformats.org/drawingml/2006/main">
              <a:ext uri="{FF2B5EF4-FFF2-40B4-BE49-F238E27FC236}">
                <a16:creationId xmlns:a16="http://schemas.microsoft.com/office/drawing/2014/main" id="{72DC8C47-6ACC-4E7F-85E3-A4AF952CEADB}"/>
              </a:ext>
            </a:extLst>
          </p:cNvPr>
          <p:cNvSpPr>
            <a:spLocks xmlns:a="http://schemas.openxmlformats.org/drawingml/2006/main" noGrp="1"/>
          </p:cNvSpPr>
          <p:nvPr/>
        </p:nvSpPr>
        <p:spPr>
          <a:xfrm xmlns:a="http://schemas.openxmlformats.org/drawingml/2006/main">
            <a:off x="3465576" y="1892808"/>
            <a:ext cx="347472" cy="347472"/>
          </a:xfrm>
          <a:prstGeom xmlns:a="http://schemas.openxmlformats.org/drawingml/2006/main" prst="ellipse">
            <a:avLst/>
          </a:prstGeom>
          <a:solidFill xmlns:a="http://schemas.openxmlformats.org/drawingml/2006/main">
            <a:srgbClr val="2A2622"/>
          </a:solidFill>
          <a:ln xmlns:a="http://schemas.openxmlformats.org/drawingml/2006/main" w="9525">
            <a:solidFill>
              <a:srgbClr val="8A6A28"/>
            </a:solidFill>
            <a:prstDash val="solid"/>
          </a:ln>
        </p:spPr>
      </p:sp>
      <p:sp>
        <p:nvSpPr>
          <p:cNvPr id="19" name="Text 17">
            <a:extLst xmlns:a="http://schemas.openxmlformats.org/drawingml/2006/main">
              <a:ext uri="{FF2B5EF4-FFF2-40B4-BE49-F238E27FC236}">
                <a16:creationId xmlns:a16="http://schemas.microsoft.com/office/drawing/2014/main" id="{84AD489F-70ED-4D35-A2F9-84E7989AFD9E}"/>
              </a:ext>
            </a:extLst>
          </p:cNvPr>
          <p:cNvSpPr>
            <a:spLocks xmlns:a="http://schemas.openxmlformats.org/drawingml/2006/main" noGrp="1"/>
          </p:cNvSpPr>
          <p:nvPr/>
        </p:nvSpPr>
        <p:spPr>
          <a:xfrm xmlns:a="http://schemas.openxmlformats.org/drawingml/2006/main">
            <a:off x="3465576" y="18928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C5BDAF"/>
                </a:solidFill>
                <a:latin typeface="Arial"/>
                <a:ea typeface="Arial"/>
                <a:cs typeface="Arial"/>
              </a:rPr>
              <a:t>2</a:t>
            </a:r>
            <a:endParaRPr sz="1000"/>
          </a:p>
        </p:txBody>
      </p:sp>
      <p:sp>
        <p:nvSpPr>
          <p:cNvPr id="20" name="Text 18">
            <a:extLst xmlns:a="http://schemas.openxmlformats.org/drawingml/2006/main">
              <a:ext uri="{FF2B5EF4-FFF2-40B4-BE49-F238E27FC236}">
                <a16:creationId xmlns:a16="http://schemas.microsoft.com/office/drawing/2014/main" id="{9CB4E70F-4B5D-4EE2-931A-4BA02FABE845}"/>
              </a:ext>
            </a:extLst>
          </p:cNvPr>
          <p:cNvSpPr>
            <a:spLocks xmlns:a="http://schemas.openxmlformats.org/drawingml/2006/main" noGrp="1"/>
          </p:cNvSpPr>
          <p:nvPr/>
        </p:nvSpPr>
        <p:spPr>
          <a:xfrm xmlns:a="http://schemas.openxmlformats.org/drawingml/2006/main">
            <a:off x="3922776" y="1874520"/>
            <a:ext cx="16184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8F4EC"/>
                </a:solidFill>
                <a:latin typeface="Arial"/>
                <a:ea typeface="Arial"/>
                <a:cs typeface="Arial"/>
              </a:rPr>
              <a:t>Builder</a:t>
            </a:r>
            <a:endParaRPr sz="1350"/>
          </a:p>
        </p:txBody>
      </p:sp>
      <p:sp>
        <p:nvSpPr>
          <p:cNvPr id="21" name="Text 19">
            <a:extLst xmlns:a="http://schemas.openxmlformats.org/drawingml/2006/main">
              <a:ext uri="{FF2B5EF4-FFF2-40B4-BE49-F238E27FC236}">
                <a16:creationId xmlns:a16="http://schemas.microsoft.com/office/drawing/2014/main" id="{C6A1DC7A-3CB4-483E-ADF4-DB84FE5F86E5}"/>
              </a:ext>
            </a:extLst>
          </p:cNvPr>
          <p:cNvSpPr>
            <a:spLocks xmlns:a="http://schemas.openxmlformats.org/drawingml/2006/main" noGrp="1"/>
          </p:cNvSpPr>
          <p:nvPr/>
        </p:nvSpPr>
        <p:spPr>
          <a:xfrm xmlns:a="http://schemas.openxmlformats.org/drawingml/2006/main">
            <a:off x="3922776" y="2148840"/>
            <a:ext cx="17556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70">
                <a:solidFill>
                  <a:srgbClr val="7A7268"/>
                </a:solidFill>
                <a:latin typeface="Arial"/>
                <a:ea typeface="Arial"/>
                <a:cs typeface="Arial"/>
              </a:rPr>
              <a:t>AGENTS.BUILD()</a:t>
            </a:r>
            <a:endParaRPr sz="900"/>
          </a:p>
        </p:txBody>
      </p:sp>
      <p:sp>
        <p:nvSpPr>
          <p:cNvPr id="22" name="Text 20">
            <a:extLst xmlns:a="http://schemas.openxmlformats.org/drawingml/2006/main">
              <a:ext uri="{FF2B5EF4-FFF2-40B4-BE49-F238E27FC236}">
                <a16:creationId xmlns:a16="http://schemas.microsoft.com/office/drawing/2014/main" id="{BD011E83-559C-4532-8161-DD560A0B554F}"/>
              </a:ext>
            </a:extLst>
          </p:cNvPr>
          <p:cNvSpPr>
            <a:spLocks xmlns:a="http://schemas.openxmlformats.org/drawingml/2006/main" noGrp="1"/>
          </p:cNvSpPr>
          <p:nvPr/>
        </p:nvSpPr>
        <p:spPr>
          <a:xfrm xmlns:a="http://schemas.openxmlformats.org/drawingml/2006/main">
            <a:off x="3483864" y="2496312"/>
            <a:ext cx="202996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1050">
                <a:solidFill>
                  <a:srgbClr val="7A7268"/>
                </a:solidFill>
                <a:latin typeface="Arial"/>
                <a:ea typeface="Arial"/>
                <a:cs typeface="Arial"/>
              </a:rPr>
              <a:t>Writes the candidate. Every edit passes through an atomic patch broker that validates it against the declared path allowlist before it lands.</a:t>
            </a:r>
            <a:endParaRPr sz="1050"/>
          </a:p>
        </p:txBody>
      </p:sp>
      <p:sp>
        <p:nvSpPr>
          <p:cNvPr id="23" name="Text 21">
            <a:extLst xmlns:a="http://schemas.openxmlformats.org/drawingml/2006/main">
              <a:ext uri="{FF2B5EF4-FFF2-40B4-BE49-F238E27FC236}">
                <a16:creationId xmlns:a16="http://schemas.microsoft.com/office/drawing/2014/main" id="{34CE6879-B425-4DE4-9FAE-41B303CC4CCA}"/>
              </a:ext>
            </a:extLst>
          </p:cNvPr>
          <p:cNvSpPr>
            <a:spLocks xmlns:a="http://schemas.openxmlformats.org/drawingml/2006/main" noGrp="1"/>
          </p:cNvSpPr>
          <p:nvPr/>
        </p:nvSpPr>
        <p:spPr>
          <a:xfrm xmlns:a="http://schemas.openxmlformats.org/drawingml/2006/main">
            <a:off x="3483864" y="3557016"/>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i="1">
                <a:solidFill>
                  <a:srgbClr val="7A7268"/>
                </a:solidFill>
                <a:latin typeface="Arial"/>
                <a:ea typeface="Arial"/>
                <a:cs typeface="Arial"/>
              </a:rPr>
              <a:t>sees: plan, redacted failure — never expected values</a:t>
            </a:r>
            <a:endParaRPr sz="850"/>
          </a:p>
        </p:txBody>
      </p:sp>
      <p:sp>
        <p:nvSpPr>
          <p:cNvPr id="24" name="Shape 22">
            <a:extLst xmlns:a="http://schemas.openxmlformats.org/drawingml/2006/main">
              <a:ext uri="{FF2B5EF4-FFF2-40B4-BE49-F238E27FC236}">
                <a16:creationId xmlns:a16="http://schemas.microsoft.com/office/drawing/2014/main" id="{ECBFDC05-81EC-4A79-AFA3-F6A56B88BBC5}"/>
              </a:ext>
            </a:extLst>
          </p:cNvPr>
          <p:cNvSpPr>
            <a:spLocks xmlns:a="http://schemas.openxmlformats.org/drawingml/2006/main" noGrp="1"/>
          </p:cNvSpPr>
          <p:nvPr/>
        </p:nvSpPr>
        <p:spPr>
          <a:xfrm xmlns:a="http://schemas.openxmlformats.org/drawingml/2006/main">
            <a:off x="5760720" y="2697480"/>
            <a:ext cx="256032" cy="274320"/>
          </a:xfrm>
          <a:prstGeom xmlns:a="http://schemas.openxmlformats.org/drawingml/2006/main" prst="rightArrow">
            <a:avLst/>
          </a:prstGeom>
          <a:solidFill xmlns:a="http://schemas.openxmlformats.org/drawingml/2006/main">
            <a:srgbClr val="F2B84B"/>
          </a:solidFill>
          <a:ln xmlns:a="http://schemas.openxmlformats.org/drawingml/2006/main" w="12700">
            <a:solidFill>
              <a:srgbClr val="F2B84B"/>
            </a:solidFill>
            <a:prstDash val="solid"/>
          </a:ln>
        </p:spPr>
      </p:sp>
      <p:sp>
        <p:nvSpPr>
          <p:cNvPr id="25" name="Shape 23">
            <a:extLst xmlns:a="http://schemas.openxmlformats.org/drawingml/2006/main">
              <a:ext uri="{FF2B5EF4-FFF2-40B4-BE49-F238E27FC236}">
                <a16:creationId xmlns:a16="http://schemas.microsoft.com/office/drawing/2014/main" id="{B0FFE9BB-1A9C-4F37-9827-58B876DE5D7C}"/>
              </a:ext>
            </a:extLst>
          </p:cNvPr>
          <p:cNvSpPr>
            <a:spLocks xmlns:a="http://schemas.openxmlformats.org/drawingml/2006/main" noGrp="1"/>
          </p:cNvSpPr>
          <p:nvPr/>
        </p:nvSpPr>
        <p:spPr>
          <a:xfrm xmlns:a="http://schemas.openxmlformats.org/drawingml/2006/main">
            <a:off x="6025896" y="1691640"/>
            <a:ext cx="2487168" cy="2286000"/>
          </a:xfrm>
          <a:prstGeom xmlns:a="http://schemas.openxmlformats.org/drawingml/2006/main" prst="roundRect">
            <a:avLst>
              <a:gd name="adj" fmla="val 1600"/>
            </a:avLst>
          </a:prstGeom>
          <a:solidFill xmlns:a="http://schemas.openxmlformats.org/drawingml/2006/main">
            <a:srgbClr val="121110"/>
          </a:solidFill>
          <a:ln xmlns:a="http://schemas.openxmlformats.org/drawingml/2006/main" w="9525">
            <a:solidFill>
              <a:srgbClr val="8A6A28"/>
            </a:solidFill>
            <a:prstDash val="solid"/>
          </a:ln>
        </p:spPr>
      </p:sp>
      <p:sp>
        <p:nvSpPr>
          <p:cNvPr id="26" name="Shape 24">
            <a:extLst xmlns:a="http://schemas.openxmlformats.org/drawingml/2006/main">
              <a:ext uri="{FF2B5EF4-FFF2-40B4-BE49-F238E27FC236}">
                <a16:creationId xmlns:a16="http://schemas.microsoft.com/office/drawing/2014/main" id="{D750F667-7D2F-461B-A8EA-16D7C30DEAAA}"/>
              </a:ext>
            </a:extLst>
          </p:cNvPr>
          <p:cNvSpPr>
            <a:spLocks xmlns:a="http://schemas.openxmlformats.org/drawingml/2006/main" noGrp="1"/>
          </p:cNvSpPr>
          <p:nvPr/>
        </p:nvSpPr>
        <p:spPr>
          <a:xfrm xmlns:a="http://schemas.openxmlformats.org/drawingml/2006/main">
            <a:off x="6227064" y="1892808"/>
            <a:ext cx="347472" cy="347472"/>
          </a:xfrm>
          <a:prstGeom xmlns:a="http://schemas.openxmlformats.org/drawingml/2006/main" prst="ellipse">
            <a:avLst/>
          </a:prstGeom>
          <a:solidFill xmlns:a="http://schemas.openxmlformats.org/drawingml/2006/main">
            <a:srgbClr val="2A2622"/>
          </a:solidFill>
          <a:ln xmlns:a="http://schemas.openxmlformats.org/drawingml/2006/main" w="9525">
            <a:solidFill>
              <a:srgbClr val="8A6A28"/>
            </a:solidFill>
            <a:prstDash val="solid"/>
          </a:ln>
        </p:spPr>
      </p:sp>
      <p:sp>
        <p:nvSpPr>
          <p:cNvPr id="27" name="Text 25">
            <a:extLst xmlns:a="http://schemas.openxmlformats.org/drawingml/2006/main">
              <a:ext uri="{FF2B5EF4-FFF2-40B4-BE49-F238E27FC236}">
                <a16:creationId xmlns:a16="http://schemas.microsoft.com/office/drawing/2014/main" id="{E53AA6D5-3337-485B-9FA6-9D8D91AA9853}"/>
              </a:ext>
            </a:extLst>
          </p:cNvPr>
          <p:cNvSpPr>
            <a:spLocks xmlns:a="http://schemas.openxmlformats.org/drawingml/2006/main" noGrp="1"/>
          </p:cNvSpPr>
          <p:nvPr/>
        </p:nvSpPr>
        <p:spPr>
          <a:xfrm xmlns:a="http://schemas.openxmlformats.org/drawingml/2006/main">
            <a:off x="6227064" y="18928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C5BDAF"/>
                </a:solidFill>
                <a:latin typeface="Arial"/>
                <a:ea typeface="Arial"/>
                <a:cs typeface="Arial"/>
              </a:rPr>
              <a:t>3</a:t>
            </a:r>
            <a:endParaRPr sz="1000"/>
          </a:p>
        </p:txBody>
      </p:sp>
      <p:sp>
        <p:nvSpPr>
          <p:cNvPr id="28" name="Text 26">
            <a:extLst xmlns:a="http://schemas.openxmlformats.org/drawingml/2006/main">
              <a:ext uri="{FF2B5EF4-FFF2-40B4-BE49-F238E27FC236}">
                <a16:creationId xmlns:a16="http://schemas.microsoft.com/office/drawing/2014/main" id="{C4BF226E-7370-47F5-99A6-3EBE76F000B7}"/>
              </a:ext>
            </a:extLst>
          </p:cNvPr>
          <p:cNvSpPr>
            <a:spLocks xmlns:a="http://schemas.openxmlformats.org/drawingml/2006/main" noGrp="1"/>
          </p:cNvSpPr>
          <p:nvPr/>
        </p:nvSpPr>
        <p:spPr>
          <a:xfrm xmlns:a="http://schemas.openxmlformats.org/drawingml/2006/main">
            <a:off x="6684264" y="1874520"/>
            <a:ext cx="16184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8F4EC"/>
                </a:solidFill>
                <a:latin typeface="Arial"/>
                <a:ea typeface="Arial"/>
                <a:cs typeface="Arial"/>
              </a:rPr>
              <a:t>Verifier</a:t>
            </a:r>
            <a:endParaRPr sz="1350"/>
          </a:p>
        </p:txBody>
      </p:sp>
      <p:sp>
        <p:nvSpPr>
          <p:cNvPr id="29" name="Text 27">
            <a:extLst xmlns:a="http://schemas.openxmlformats.org/drawingml/2006/main">
              <a:ext uri="{FF2B5EF4-FFF2-40B4-BE49-F238E27FC236}">
                <a16:creationId xmlns:a16="http://schemas.microsoft.com/office/drawing/2014/main" id="{C39BF164-C3C0-4B14-A7FA-13EA7A1C539B}"/>
              </a:ext>
            </a:extLst>
          </p:cNvPr>
          <p:cNvSpPr>
            <a:spLocks xmlns:a="http://schemas.openxmlformats.org/drawingml/2006/main" noGrp="1"/>
          </p:cNvSpPr>
          <p:nvPr/>
        </p:nvSpPr>
        <p:spPr>
          <a:xfrm xmlns:a="http://schemas.openxmlformats.org/drawingml/2006/main">
            <a:off x="6684264" y="2148840"/>
            <a:ext cx="17556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70">
                <a:solidFill>
                  <a:srgbClr val="7A7268"/>
                </a:solidFill>
                <a:latin typeface="Arial"/>
                <a:ea typeface="Arial"/>
                <a:cs typeface="Arial"/>
              </a:rPr>
              <a:t>RUN_GATES()</a:t>
            </a:r>
            <a:endParaRPr sz="900"/>
          </a:p>
        </p:txBody>
      </p:sp>
      <p:sp>
        <p:nvSpPr>
          <p:cNvPr id="30" name="Text 28">
            <a:extLst xmlns:a="http://schemas.openxmlformats.org/drawingml/2006/main">
              <a:ext uri="{FF2B5EF4-FFF2-40B4-BE49-F238E27FC236}">
                <a16:creationId xmlns:a16="http://schemas.microsoft.com/office/drawing/2014/main" id="{95B4C47B-2DDB-47CB-BEE4-C18925449C6B}"/>
              </a:ext>
            </a:extLst>
          </p:cNvPr>
          <p:cNvSpPr>
            <a:spLocks xmlns:a="http://schemas.openxmlformats.org/drawingml/2006/main" noGrp="1"/>
          </p:cNvSpPr>
          <p:nvPr/>
        </p:nvSpPr>
        <p:spPr>
          <a:xfrm xmlns:a="http://schemas.openxmlformats.org/drawingml/2006/main">
            <a:off x="6245352" y="2496312"/>
            <a:ext cx="202996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1050">
                <a:solidFill>
                  <a:srgbClr val="7A7268"/>
                </a:solidFill>
                <a:latin typeface="Arial"/>
                <a:ea typeface="Arial"/>
                <a:cs typeface="Arial"/>
              </a:rPr>
              <a:t>Not a model. Deterministic gates in a digest-pinned sandbox, holding the private holdout cases. The only station that decides pass or fail.</a:t>
            </a:r>
            <a:endParaRPr sz="1050"/>
          </a:p>
        </p:txBody>
      </p:sp>
      <p:sp>
        <p:nvSpPr>
          <p:cNvPr id="31" name="Text 29">
            <a:extLst xmlns:a="http://schemas.openxmlformats.org/drawingml/2006/main">
              <a:ext uri="{FF2B5EF4-FFF2-40B4-BE49-F238E27FC236}">
                <a16:creationId xmlns:a16="http://schemas.microsoft.com/office/drawing/2014/main" id="{E8FF6CD3-27C9-491D-B519-C1496E064041}"/>
              </a:ext>
            </a:extLst>
          </p:cNvPr>
          <p:cNvSpPr>
            <a:spLocks xmlns:a="http://schemas.openxmlformats.org/drawingml/2006/main" noGrp="1"/>
          </p:cNvSpPr>
          <p:nvPr/>
        </p:nvSpPr>
        <p:spPr>
          <a:xfrm xmlns:a="http://schemas.openxmlformats.org/drawingml/2006/main">
            <a:off x="6245352" y="3557016"/>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i="1">
                <a:solidFill>
                  <a:srgbClr val="7A7268"/>
                </a:solidFill>
                <a:latin typeface="Arial"/>
                <a:ea typeface="Arial"/>
                <a:cs typeface="Arial"/>
              </a:rPr>
              <a:t>sees: everything, including the answer key</a:t>
            </a:r>
            <a:endParaRPr sz="850"/>
          </a:p>
        </p:txBody>
      </p:sp>
      <p:sp>
        <p:nvSpPr>
          <p:cNvPr id="32" name="Shape 30">
            <a:extLst xmlns:a="http://schemas.openxmlformats.org/drawingml/2006/main">
              <a:ext uri="{FF2B5EF4-FFF2-40B4-BE49-F238E27FC236}">
                <a16:creationId xmlns:a16="http://schemas.microsoft.com/office/drawing/2014/main" id="{6A00AC10-3459-48C1-B28E-5E8806E0544D}"/>
              </a:ext>
            </a:extLst>
          </p:cNvPr>
          <p:cNvSpPr>
            <a:spLocks xmlns:a="http://schemas.openxmlformats.org/drawingml/2006/main" noGrp="1"/>
          </p:cNvSpPr>
          <p:nvPr/>
        </p:nvSpPr>
        <p:spPr>
          <a:xfrm xmlns:a="http://schemas.openxmlformats.org/drawingml/2006/main">
            <a:off x="8522208" y="2697480"/>
            <a:ext cx="256032" cy="274320"/>
          </a:xfrm>
          <a:prstGeom xmlns:a="http://schemas.openxmlformats.org/drawingml/2006/main" prst="rightArrow">
            <a:avLst/>
          </a:prstGeom>
          <a:solidFill xmlns:a="http://schemas.openxmlformats.org/drawingml/2006/main">
            <a:srgbClr val="F2B84B"/>
          </a:solidFill>
          <a:ln xmlns:a="http://schemas.openxmlformats.org/drawingml/2006/main" w="12700">
            <a:solidFill>
              <a:srgbClr val="F2B84B"/>
            </a:solidFill>
            <a:prstDash val="solid"/>
          </a:ln>
        </p:spPr>
      </p:sp>
      <p:sp>
        <p:nvSpPr>
          <p:cNvPr id="33" name="Shape 31">
            <a:extLst xmlns:a="http://schemas.openxmlformats.org/drawingml/2006/main">
              <a:ext uri="{FF2B5EF4-FFF2-40B4-BE49-F238E27FC236}">
                <a16:creationId xmlns:a16="http://schemas.microsoft.com/office/drawing/2014/main" id="{AE9C79AC-A0B7-48D3-81F3-0883C4F39550}"/>
              </a:ext>
            </a:extLst>
          </p:cNvPr>
          <p:cNvSpPr>
            <a:spLocks xmlns:a="http://schemas.openxmlformats.org/drawingml/2006/main" noGrp="1"/>
          </p:cNvSpPr>
          <p:nvPr/>
        </p:nvSpPr>
        <p:spPr>
          <a:xfrm xmlns:a="http://schemas.openxmlformats.org/drawingml/2006/main">
            <a:off x="8787384" y="1691640"/>
            <a:ext cx="2487168" cy="2286000"/>
          </a:xfrm>
          <a:prstGeom xmlns:a="http://schemas.openxmlformats.org/drawingml/2006/main" prst="roundRect">
            <a:avLst>
              <a:gd name="adj" fmla="val 1600"/>
            </a:avLst>
          </a:prstGeom>
          <a:solidFill xmlns:a="http://schemas.openxmlformats.org/drawingml/2006/main">
            <a:srgbClr val="1A1715"/>
          </a:solidFill>
          <a:ln xmlns:a="http://schemas.openxmlformats.org/drawingml/2006/main" w="19050">
            <a:solidFill>
              <a:srgbClr val="F2B84B"/>
            </a:solidFill>
            <a:prstDash val="solid"/>
          </a:ln>
        </p:spPr>
      </p:sp>
      <p:sp>
        <p:nvSpPr>
          <p:cNvPr id="34" name="Shape 32">
            <a:extLst xmlns:a="http://schemas.openxmlformats.org/drawingml/2006/main">
              <a:ext uri="{FF2B5EF4-FFF2-40B4-BE49-F238E27FC236}">
                <a16:creationId xmlns:a16="http://schemas.microsoft.com/office/drawing/2014/main" id="{26C52A46-4CD8-4B30-B897-3F7B59621745}"/>
              </a:ext>
            </a:extLst>
          </p:cNvPr>
          <p:cNvSpPr>
            <a:spLocks xmlns:a="http://schemas.openxmlformats.org/drawingml/2006/main" noGrp="1"/>
          </p:cNvSpPr>
          <p:nvPr/>
        </p:nvSpPr>
        <p:spPr>
          <a:xfrm xmlns:a="http://schemas.openxmlformats.org/drawingml/2006/main">
            <a:off x="8988552" y="1892808"/>
            <a:ext cx="347472" cy="347472"/>
          </a:xfrm>
          <a:prstGeom xmlns:a="http://schemas.openxmlformats.org/drawingml/2006/main" prst="ellipse">
            <a:avLst/>
          </a:prstGeom>
          <a:solidFill xmlns:a="http://schemas.openxmlformats.org/drawingml/2006/main">
            <a:srgbClr val="F2B84B"/>
          </a:solidFill>
          <a:ln xmlns:a="http://schemas.openxmlformats.org/drawingml/2006/main" w="9525">
            <a:solidFill>
              <a:srgbClr val="F2B84B"/>
            </a:solidFill>
            <a:prstDash val="solid"/>
          </a:ln>
        </p:spPr>
      </p:sp>
      <p:sp>
        <p:nvSpPr>
          <p:cNvPr id="35" name="Text 33">
            <a:extLst xmlns:a="http://schemas.openxmlformats.org/drawingml/2006/main">
              <a:ext uri="{FF2B5EF4-FFF2-40B4-BE49-F238E27FC236}">
                <a16:creationId xmlns:a16="http://schemas.microsoft.com/office/drawing/2014/main" id="{AB0660AA-2C23-4497-A0CD-8488C5AE2C03}"/>
              </a:ext>
            </a:extLst>
          </p:cNvPr>
          <p:cNvSpPr>
            <a:spLocks xmlns:a="http://schemas.openxmlformats.org/drawingml/2006/main" noGrp="1"/>
          </p:cNvSpPr>
          <p:nvPr/>
        </p:nvSpPr>
        <p:spPr>
          <a:xfrm xmlns:a="http://schemas.openxmlformats.org/drawingml/2006/main">
            <a:off x="8988552" y="18928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A1000"/>
                </a:solidFill>
                <a:latin typeface="Arial"/>
                <a:ea typeface="Arial"/>
                <a:cs typeface="Arial"/>
              </a:rPr>
              <a:t>4</a:t>
            </a:r>
            <a:endParaRPr sz="1000"/>
          </a:p>
        </p:txBody>
      </p:sp>
      <p:sp>
        <p:nvSpPr>
          <p:cNvPr id="36" name="Text 34">
            <a:extLst xmlns:a="http://schemas.openxmlformats.org/drawingml/2006/main">
              <a:ext uri="{FF2B5EF4-FFF2-40B4-BE49-F238E27FC236}">
                <a16:creationId xmlns:a16="http://schemas.microsoft.com/office/drawing/2014/main" id="{2D44F3A6-CC8B-40BA-B1A4-78A2EB3FD00C}"/>
              </a:ext>
            </a:extLst>
          </p:cNvPr>
          <p:cNvSpPr>
            <a:spLocks xmlns:a="http://schemas.openxmlformats.org/drawingml/2006/main" noGrp="1"/>
          </p:cNvSpPr>
          <p:nvPr/>
        </p:nvSpPr>
        <p:spPr>
          <a:xfrm xmlns:a="http://schemas.openxmlformats.org/drawingml/2006/main">
            <a:off x="9445752" y="1874520"/>
            <a:ext cx="16184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2B84B"/>
                </a:solidFill>
                <a:latin typeface="Arial"/>
                <a:ea typeface="Arial"/>
                <a:cs typeface="Arial"/>
              </a:rPr>
              <a:t>Analyst</a:t>
            </a:r>
            <a:endParaRPr sz="1350"/>
          </a:p>
        </p:txBody>
      </p:sp>
      <p:sp>
        <p:nvSpPr>
          <p:cNvPr id="37" name="Text 35">
            <a:extLst xmlns:a="http://schemas.openxmlformats.org/drawingml/2006/main">
              <a:ext uri="{FF2B5EF4-FFF2-40B4-BE49-F238E27FC236}">
                <a16:creationId xmlns:a16="http://schemas.microsoft.com/office/drawing/2014/main" id="{E9FA23C5-5186-4B26-A516-2B6E065B798B}"/>
              </a:ext>
            </a:extLst>
          </p:cNvPr>
          <p:cNvSpPr>
            <a:spLocks xmlns:a="http://schemas.openxmlformats.org/drawingml/2006/main" noGrp="1"/>
          </p:cNvSpPr>
          <p:nvPr/>
        </p:nvSpPr>
        <p:spPr>
          <a:xfrm xmlns:a="http://schemas.openxmlformats.org/drawingml/2006/main">
            <a:off x="9445752" y="2148840"/>
            <a:ext cx="17556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70">
                <a:solidFill>
                  <a:srgbClr val="F2B84B"/>
                </a:solidFill>
                <a:latin typeface="Arial"/>
                <a:ea typeface="Arial"/>
                <a:cs typeface="Arial"/>
              </a:rPr>
              <a:t>ANALYZE_FAILURE()</a:t>
            </a:r>
            <a:endParaRPr sz="900"/>
          </a:p>
        </p:txBody>
      </p:sp>
      <p:sp>
        <p:nvSpPr>
          <p:cNvPr id="38" name="Text 36">
            <a:extLst xmlns:a="http://schemas.openxmlformats.org/drawingml/2006/main">
              <a:ext uri="{FF2B5EF4-FFF2-40B4-BE49-F238E27FC236}">
                <a16:creationId xmlns:a16="http://schemas.microsoft.com/office/drawing/2014/main" id="{857FF663-18E2-4639-9A2D-330AEB833620}"/>
              </a:ext>
            </a:extLst>
          </p:cNvPr>
          <p:cNvSpPr>
            <a:spLocks xmlns:a="http://schemas.openxmlformats.org/drawingml/2006/main" noGrp="1"/>
          </p:cNvSpPr>
          <p:nvPr/>
        </p:nvSpPr>
        <p:spPr>
          <a:xfrm xmlns:a="http://schemas.openxmlformats.org/drawingml/2006/main">
            <a:off x="9006840" y="2496312"/>
            <a:ext cx="202996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1050">
                <a:solidFill>
                  <a:srgbClr val="C5BDAF"/>
                </a:solidFill>
                <a:latin typeface="Arial"/>
                <a:ea typeface="Arial"/>
                <a:cs typeface="Arial"/>
              </a:rPr>
              <a:t>Diagnoses a failure into a repair direction. Receives the redacted envelope only, so it can locate a defect without being handed the answer.</a:t>
            </a:r>
            <a:endParaRPr sz="1050"/>
          </a:p>
        </p:txBody>
      </p:sp>
      <p:sp>
        <p:nvSpPr>
          <p:cNvPr id="39" name="Text 37">
            <a:extLst xmlns:a="http://schemas.openxmlformats.org/drawingml/2006/main">
              <a:ext uri="{FF2B5EF4-FFF2-40B4-BE49-F238E27FC236}">
                <a16:creationId xmlns:a16="http://schemas.microsoft.com/office/drawing/2014/main" id="{FFDBB2B2-9DA7-408B-BB8F-F3872E407985}"/>
              </a:ext>
            </a:extLst>
          </p:cNvPr>
          <p:cNvSpPr>
            <a:spLocks xmlns:a="http://schemas.openxmlformats.org/drawingml/2006/main" noGrp="1"/>
          </p:cNvSpPr>
          <p:nvPr/>
        </p:nvSpPr>
        <p:spPr>
          <a:xfrm xmlns:a="http://schemas.openxmlformats.org/drawingml/2006/main">
            <a:off x="9006840" y="3557016"/>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i="1">
                <a:solidFill>
                  <a:srgbClr val="F2B84B"/>
                </a:solidFill>
                <a:latin typeface="Arial"/>
                <a:ea typeface="Arial"/>
                <a:cs typeface="Arial"/>
              </a:rPr>
              <a:t>sees: which field diverged, and how often</a:t>
            </a:r>
            <a:endParaRPr sz="850"/>
          </a:p>
        </p:txBody>
      </p:sp>
      <p:sp>
        <p:nvSpPr>
          <p:cNvPr id="40" name="Shape 38">
            <a:extLst xmlns:a="http://schemas.openxmlformats.org/drawingml/2006/main">
              <a:ext uri="{FF2B5EF4-FFF2-40B4-BE49-F238E27FC236}">
                <a16:creationId xmlns:a16="http://schemas.microsoft.com/office/drawing/2014/main" id="{414CCA8F-3787-4C19-ABE7-A8161848FEA1}"/>
              </a:ext>
            </a:extLst>
          </p:cNvPr>
          <p:cNvSpPr>
            <a:spLocks xmlns:a="http://schemas.openxmlformats.org/drawingml/2006/main" noGrp="1"/>
          </p:cNvSpPr>
          <p:nvPr/>
        </p:nvSpPr>
        <p:spPr>
          <a:xfrm xmlns:a="http://schemas.openxmlformats.org/drawingml/2006/main">
            <a:off x="1508760" y="4270248"/>
            <a:ext cx="7004304" cy="18288"/>
          </a:xfrm>
          <a:prstGeom xmlns:a="http://schemas.openxmlformats.org/drawingml/2006/main" prst="rect">
            <a:avLst/>
          </a:prstGeom>
          <a:solidFill xmlns:a="http://schemas.openxmlformats.org/drawingml/2006/main">
            <a:srgbClr val="F2B84B"/>
          </a:solidFill>
          <a:ln xmlns:a="http://schemas.openxmlformats.org/drawingml/2006/main" w="12700">
            <a:solidFill>
              <a:srgbClr val="F2B84B"/>
            </a:solidFill>
            <a:prstDash val="solid"/>
          </a:ln>
        </p:spPr>
      </p:sp>
      <p:sp>
        <p:nvSpPr>
          <p:cNvPr id="41" name="Shape 39">
            <a:extLst xmlns:a="http://schemas.openxmlformats.org/drawingml/2006/main">
              <a:ext uri="{FF2B5EF4-FFF2-40B4-BE49-F238E27FC236}">
                <a16:creationId xmlns:a16="http://schemas.microsoft.com/office/drawing/2014/main" id="{AE190981-0F58-450F-A118-F359F7572469}"/>
              </a:ext>
            </a:extLst>
          </p:cNvPr>
          <p:cNvSpPr>
            <a:spLocks xmlns:a="http://schemas.openxmlformats.org/drawingml/2006/main" noGrp="1"/>
          </p:cNvSpPr>
          <p:nvPr/>
        </p:nvSpPr>
        <p:spPr>
          <a:xfrm xmlns:a="http://schemas.openxmlformats.org/drawingml/2006/main">
            <a:off x="1463040" y="4151376"/>
            <a:ext cx="237744" cy="256032"/>
          </a:xfrm>
          <a:prstGeom xmlns:a="http://schemas.openxmlformats.org/drawingml/2006/main" prst="leftArrow">
            <a:avLst/>
          </a:prstGeom>
          <a:solidFill xmlns:a="http://schemas.openxmlformats.org/drawingml/2006/main">
            <a:srgbClr val="F2B84B"/>
          </a:solidFill>
          <a:ln xmlns:a="http://schemas.openxmlformats.org/drawingml/2006/main" w="12700">
            <a:solidFill>
              <a:srgbClr val="F2B84B"/>
            </a:solidFill>
            <a:prstDash val="solid"/>
          </a:ln>
        </p:spPr>
      </p:sp>
      <p:sp>
        <p:nvSpPr>
          <p:cNvPr id="42" name="Text 40">
            <a:extLst xmlns:a="http://schemas.openxmlformats.org/drawingml/2006/main">
              <a:ext uri="{FF2B5EF4-FFF2-40B4-BE49-F238E27FC236}">
                <a16:creationId xmlns:a16="http://schemas.microsoft.com/office/drawing/2014/main" id="{FAE0BF98-A383-4E42-9F93-3417D76BFF65}"/>
              </a:ext>
            </a:extLst>
          </p:cNvPr>
          <p:cNvSpPr>
            <a:spLocks xmlns:a="http://schemas.openxmlformats.org/drawingml/2006/main" noGrp="1"/>
          </p:cNvSpPr>
          <p:nvPr/>
        </p:nvSpPr>
        <p:spPr>
          <a:xfrm xmlns:a="http://schemas.openxmlformats.org/drawingml/2006/main">
            <a:off x="1783080" y="4361688"/>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i="1">
                <a:solidFill>
                  <a:srgbClr val="F2B84B"/>
                </a:solidFill>
                <a:latin typeface="Arial"/>
                <a:ea typeface="Arial"/>
                <a:cs typeface="Arial"/>
              </a:rPr>
              <a:t>failure routes back — location and shape, never value</a:t>
            </a:r>
            <a:endParaRPr sz="900"/>
          </a:p>
        </p:txBody>
      </p:sp>
      <p:sp>
        <p:nvSpPr>
          <p:cNvPr id="43" name="Shape 41">
            <a:extLst xmlns:a="http://schemas.openxmlformats.org/drawingml/2006/main">
              <a:ext uri="{FF2B5EF4-FFF2-40B4-BE49-F238E27FC236}">
                <a16:creationId xmlns:a16="http://schemas.microsoft.com/office/drawing/2014/main" id="{B90C1B76-42A5-4C21-ACBA-7F5F3227A093}"/>
              </a:ext>
            </a:extLst>
          </p:cNvPr>
          <p:cNvSpPr>
            <a:spLocks xmlns:a="http://schemas.openxmlformats.org/drawingml/2006/main" noGrp="1"/>
          </p:cNvSpPr>
          <p:nvPr/>
        </p:nvSpPr>
        <p:spPr>
          <a:xfrm xmlns:a="http://schemas.openxmlformats.org/drawingml/2006/main">
            <a:off x="502920" y="4846320"/>
            <a:ext cx="3017520" cy="18288"/>
          </a:xfrm>
          <a:prstGeom xmlns:a="http://schemas.openxmlformats.org/drawingml/2006/main" prst="rect">
            <a:avLst/>
          </a:prstGeom>
          <a:solidFill xmlns:a="http://schemas.openxmlformats.org/drawingml/2006/main">
            <a:srgbClr val="D9694A"/>
          </a:solidFill>
          <a:ln xmlns:a="http://schemas.openxmlformats.org/drawingml/2006/main" w="12700">
            <a:solidFill>
              <a:srgbClr val="D9694A"/>
            </a:solidFill>
            <a:prstDash val="solid"/>
          </a:ln>
        </p:spPr>
      </p:sp>
      <p:sp>
        <p:nvSpPr>
          <p:cNvPr id="44" name="Shape 42">
            <a:extLst xmlns:a="http://schemas.openxmlformats.org/drawingml/2006/main">
              <a:ext uri="{FF2B5EF4-FFF2-40B4-BE49-F238E27FC236}">
                <a16:creationId xmlns:a16="http://schemas.microsoft.com/office/drawing/2014/main" id="{E134E8DE-5EEA-4034-9785-3466D259D22C}"/>
              </a:ext>
            </a:extLst>
          </p:cNvPr>
          <p:cNvSpPr>
            <a:spLocks xmlns:a="http://schemas.openxmlformats.org/drawingml/2006/main" noGrp="1"/>
          </p:cNvSpPr>
          <p:nvPr/>
        </p:nvSpPr>
        <p:spPr>
          <a:xfrm xmlns:a="http://schemas.openxmlformats.org/drawingml/2006/main">
            <a:off x="8321040" y="4846320"/>
            <a:ext cx="2880360" cy="18288"/>
          </a:xfrm>
          <a:prstGeom xmlns:a="http://schemas.openxmlformats.org/drawingml/2006/main" prst="rect">
            <a:avLst/>
          </a:prstGeom>
          <a:solidFill xmlns:a="http://schemas.openxmlformats.org/drawingml/2006/main">
            <a:srgbClr val="D9694A"/>
          </a:solidFill>
          <a:ln xmlns:a="http://schemas.openxmlformats.org/drawingml/2006/main" w="12700">
            <a:solidFill>
              <a:srgbClr val="D9694A"/>
            </a:solidFill>
            <a:prstDash val="solid"/>
          </a:ln>
        </p:spPr>
      </p:sp>
      <p:sp>
        <p:nvSpPr>
          <p:cNvPr id="45" name="Text 43">
            <a:extLst xmlns:a="http://schemas.openxmlformats.org/drawingml/2006/main">
              <a:ext uri="{FF2B5EF4-FFF2-40B4-BE49-F238E27FC236}">
                <a16:creationId xmlns:a16="http://schemas.microsoft.com/office/drawing/2014/main" id="{73DAB7B8-971B-445D-8A31-9BCBF298A6BB}"/>
              </a:ext>
            </a:extLst>
          </p:cNvPr>
          <p:cNvSpPr>
            <a:spLocks xmlns:a="http://schemas.openxmlformats.org/drawingml/2006/main" noGrp="1"/>
          </p:cNvSpPr>
          <p:nvPr/>
        </p:nvSpPr>
        <p:spPr>
          <a:xfrm xmlns:a="http://schemas.openxmlformats.org/drawingml/2006/main">
            <a:off x="3566160" y="4718304"/>
            <a:ext cx="4663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80">
                <a:solidFill>
                  <a:srgbClr val="D9694A"/>
                </a:solidFill>
                <a:latin typeface="Arial"/>
                <a:ea typeface="Arial"/>
                <a:cs typeface="Arial"/>
              </a:rPr>
              <a:t>HOLDOUT BOUNDARY   —   EXPECTED VALUES NEVER CROSS</a:t>
            </a:r>
            <a:endParaRPr sz="900"/>
          </a:p>
        </p:txBody>
      </p:sp>
      <p:sp>
        <p:nvSpPr>
          <p:cNvPr id="46" name="Shape 44">
            <a:extLst xmlns:a="http://schemas.openxmlformats.org/drawingml/2006/main">
              <a:ext uri="{FF2B5EF4-FFF2-40B4-BE49-F238E27FC236}">
                <a16:creationId xmlns:a16="http://schemas.microsoft.com/office/drawing/2014/main" id="{012B562C-76D7-426D-B5C7-AE0D138FF2A2}"/>
              </a:ext>
            </a:extLst>
          </p:cNvPr>
          <p:cNvSpPr>
            <a:spLocks xmlns:a="http://schemas.openxmlformats.org/drawingml/2006/main" noGrp="1"/>
          </p:cNvSpPr>
          <p:nvPr/>
        </p:nvSpPr>
        <p:spPr>
          <a:xfrm xmlns:a="http://schemas.openxmlformats.org/drawingml/2006/main">
            <a:off x="502920" y="5157216"/>
            <a:ext cx="10698480" cy="749808"/>
          </a:xfrm>
          <a:prstGeom xmlns:a="http://schemas.openxmlformats.org/drawingml/2006/main" prst="roundRect">
            <a:avLst>
              <a:gd name="adj" fmla="val 4878"/>
            </a:avLst>
          </a:prstGeom>
          <a:solidFill xmlns:a="http://schemas.openxmlformats.org/drawingml/2006/main">
            <a:srgbClr val="0E0D0C"/>
          </a:solidFill>
          <a:ln xmlns:a="http://schemas.openxmlformats.org/drawingml/2006/main" w="9525">
            <a:solidFill>
              <a:srgbClr val="2A2622"/>
            </a:solidFill>
            <a:prstDash val="solid"/>
          </a:ln>
        </p:spPr>
      </p:sp>
      <p:sp>
        <p:nvSpPr>
          <p:cNvPr id="47" name="Text 45">
            <a:extLst xmlns:a="http://schemas.openxmlformats.org/drawingml/2006/main">
              <a:ext uri="{FF2B5EF4-FFF2-40B4-BE49-F238E27FC236}">
                <a16:creationId xmlns:a16="http://schemas.microsoft.com/office/drawing/2014/main" id="{B666EABE-5786-4AC9-8A58-C706B973C78B}"/>
              </a:ext>
            </a:extLst>
          </p:cNvPr>
          <p:cNvSpPr>
            <a:spLocks xmlns:a="http://schemas.openxmlformats.org/drawingml/2006/main" noGrp="1"/>
          </p:cNvSpPr>
          <p:nvPr/>
        </p:nvSpPr>
        <p:spPr>
          <a:xfrm xmlns:a="http://schemas.openxmlformats.org/drawingml/2006/main">
            <a:off x="731520" y="5285232"/>
            <a:ext cx="21031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120">
                <a:solidFill>
                  <a:srgbClr val="F2B84B"/>
                </a:solidFill>
                <a:latin typeface="Arial"/>
                <a:ea typeface="Arial"/>
                <a:cs typeface="Arial"/>
              </a:rPr>
              <a:t>GROUND TRUTH</a:t>
            </a:r>
            <a:endParaRPr sz="900"/>
          </a:p>
        </p:txBody>
      </p:sp>
      <p:sp>
        <p:nvSpPr>
          <p:cNvPr id="48" name="Text 46">
            <a:extLst xmlns:a="http://schemas.openxmlformats.org/drawingml/2006/main">
              <a:ext uri="{FF2B5EF4-FFF2-40B4-BE49-F238E27FC236}">
                <a16:creationId xmlns:a16="http://schemas.microsoft.com/office/drawing/2014/main" id="{8D7207E1-1584-4F13-8397-6382B7A9C981}"/>
              </a:ext>
            </a:extLst>
          </p:cNvPr>
          <p:cNvSpPr>
            <a:spLocks xmlns:a="http://schemas.openxmlformats.org/drawingml/2006/main" noGrp="1"/>
          </p:cNvSpPr>
          <p:nvPr/>
        </p:nvSpPr>
        <p:spPr>
          <a:xfrm xmlns:a="http://schemas.openxmlformats.org/drawingml/2006/main">
            <a:off x="2834640" y="5285232"/>
            <a:ext cx="8229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C5BDAF"/>
                </a:solidFill>
                <a:latin typeface="Arial"/>
                <a:ea typeface="Arial"/>
                <a:cs typeface="Arial"/>
              </a:rPr>
              <a:t>captured corpus  ·  synthetic reject paths  ·  arc coverage  ·  equivalence policy  ·  normalization ledger</a:t>
            </a:r>
            <a:endParaRPr sz="1050"/>
          </a:p>
        </p:txBody>
      </p:sp>
      <p:sp>
        <p:nvSpPr>
          <p:cNvPr id="49" name="Text 47">
            <a:extLst xmlns:a="http://schemas.openxmlformats.org/drawingml/2006/main">
              <a:ext uri="{FF2B5EF4-FFF2-40B4-BE49-F238E27FC236}">
                <a16:creationId xmlns:a16="http://schemas.microsoft.com/office/drawing/2014/main" id="{458DA5E2-ABBF-4DAC-9E70-EE003E7513F8}"/>
              </a:ext>
            </a:extLst>
          </p:cNvPr>
          <p:cNvSpPr>
            <a:spLocks xmlns:a="http://schemas.openxmlformats.org/drawingml/2006/main" noGrp="1"/>
          </p:cNvSpPr>
          <p:nvPr/>
        </p:nvSpPr>
        <p:spPr>
          <a:xfrm xmlns:a="http://schemas.openxmlformats.org/drawingml/2006/main">
            <a:off x="731520" y="5522976"/>
            <a:ext cx="10241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i="1">
                <a:solidFill>
                  <a:srgbClr val="7A7268"/>
                </a:solidFill>
                <a:latin typeface="Arial"/>
                <a:ea typeface="Arial"/>
                <a:cs typeface="Arial"/>
              </a:rPr>
              <a:t>Below the line is the defensible asset. Above it, the workers are replaceable.</a:t>
            </a:r>
            <a:endParaRPr sz="900"/>
          </a:p>
        </p:txBody>
      </p:sp>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158d890a70fb429a">
            <a:extLst>
              <a:ext uri="{96DAC541-7B7A-43D3-8B79-37D633B846F1}">
                <asvg:svgBlip xmlns:asvg="http://schemas.microsoft.com/office/drawing/2016/SVG/main" r:embed="Rb8de4775161f48dd"/>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4e48bec06bab479f">
            <a:extLst>
              <a:ext uri="{96DAC541-7B7A-43D3-8B79-37D633B846F1}">
                <asvg:svgBlip xmlns:asvg="http://schemas.microsoft.com/office/drawing/2016/SVG/main" r:embed="R03ae15741cb94988"/>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1415199332"/>
      </p:ext>
    </p:extLst>
  </p:cSld>
</p:sld>
</file>

<file path=ppt/slides/slide1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A6EB832-0C34-4D9E-BF32-82C92D8841B8}"/>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F2B84B"/>
          </a:solidFill>
          <a:ln xmlns:a="http://schemas.openxmlformats.org/drawingml/2006/main" w="1270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0FD06B2C-70E9-4DD6-8A0A-BECD8C1152D3}"/>
              </a:ext>
            </a:extLst>
          </p:cNvPr>
          <p:cNvSpPr>
            <a:spLocks xmlns:a="http://schemas.openxmlformats.org/drawingml/2006/main" noGrp="1"/>
          </p:cNvSpPr>
          <p:nvPr/>
        </p:nvSpPr>
        <p:spPr>
          <a:xfrm xmlns:a="http://schemas.openxmlformats.org/drawingml/2006/main">
            <a:off x="502920" y="310896"/>
            <a:ext cx="86868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40">
                <a:solidFill>
                  <a:srgbClr val="F2B84B"/>
                </a:solidFill>
                <a:latin typeface="Arial"/>
                <a:ea typeface="Arial"/>
                <a:cs typeface="Arial"/>
              </a:rPr>
              <a:t>THE AGENT STORY · WHY THIS SHAPE</a:t>
            </a:r>
            <a:endParaRPr sz="1000"/>
          </a:p>
        </p:txBody>
      </p:sp>
      <p:sp>
        <p:nvSpPr>
          <p:cNvPr id="4" name="Text 2">
            <a:extLst xmlns:a="http://schemas.openxmlformats.org/drawingml/2006/main">
              <a:ext uri="{FF2B5EF4-FFF2-40B4-BE49-F238E27FC236}">
                <a16:creationId xmlns:a16="http://schemas.microsoft.com/office/drawing/2014/main" id="{E18FC1C7-D644-4D9C-8AD0-E3539CE06985}"/>
              </a:ext>
            </a:extLst>
          </p:cNvPr>
          <p:cNvSpPr>
            <a:spLocks xmlns:a="http://schemas.openxmlformats.org/drawingml/2006/main" noGrp="1"/>
          </p:cNvSpPr>
          <p:nvPr/>
        </p:nvSpPr>
        <p:spPr>
          <a:xfrm xmlns:a="http://schemas.openxmlformats.org/drawingml/2006/main">
            <a:off x="502920" y="585216"/>
            <a:ext cx="106070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8F4EC"/>
                </a:solidFill>
                <a:latin typeface="Arial"/>
                <a:ea typeface="Arial"/>
                <a:cs typeface="Arial"/>
              </a:rPr>
              <a:t>Three models propose. One deterministic station disposes.</a:t>
            </a:r>
            <a:endParaRPr sz="2700"/>
          </a:p>
        </p:txBody>
      </p:sp>
      <p:sp>
        <p:nvSpPr>
          <p:cNvPr id="5" name="Shape 3">
            <a:extLst xmlns:a="http://schemas.openxmlformats.org/drawingml/2006/main">
              <a:ext uri="{FF2B5EF4-FFF2-40B4-BE49-F238E27FC236}">
                <a16:creationId xmlns:a16="http://schemas.microsoft.com/office/drawing/2014/main" id="{121787DF-2DA0-4FD5-AF88-98760F9F78CD}"/>
              </a:ext>
            </a:extLst>
          </p:cNvPr>
          <p:cNvSpPr>
            <a:spLocks xmlns:a="http://schemas.openxmlformats.org/drawingml/2006/main" noGrp="1"/>
          </p:cNvSpPr>
          <p:nvPr/>
        </p:nvSpPr>
        <p:spPr>
          <a:xfrm xmlns:a="http://schemas.openxmlformats.org/drawingml/2006/main">
            <a:off x="502920" y="1234440"/>
            <a:ext cx="658368" cy="32004"/>
          </a:xfrm>
          <a:prstGeom xmlns:a="http://schemas.openxmlformats.org/drawingml/2006/main" prst="rect">
            <a:avLst/>
          </a:prstGeom>
          <a:solidFill xmlns:a="http://schemas.openxmlformats.org/drawingml/2006/main">
            <a:srgbClr val="F2B84B"/>
          </a:solidFill>
          <a:ln xmlns:a="http://schemas.openxmlformats.org/drawingml/2006/main" w="1270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71F6C87A-F170-4FF7-90F9-89A630D502B5}"/>
              </a:ext>
            </a:extLst>
          </p:cNvPr>
          <p:cNvSpPr>
            <a:spLocks xmlns:a="http://schemas.openxmlformats.org/drawingml/2006/main" noGrp="1"/>
          </p:cNvSpPr>
          <p:nvPr/>
        </p:nvSpPr>
        <p:spPr>
          <a:xfrm xmlns:a="http://schemas.openxmlformats.org/drawingml/2006/main">
            <a:off x="1371600" y="1115568"/>
            <a:ext cx="9692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C5BDAF"/>
                </a:solidFill>
                <a:latin typeface="Arial"/>
                <a:ea typeface="Arial"/>
                <a:cs typeface="Arial"/>
              </a:rPr>
              <a:t>The asymmetry is the product.</a:t>
            </a:r>
            <a:endParaRPr sz="1250"/>
          </a:p>
        </p:txBody>
      </p:sp>
      <p:sp>
        <p:nvSpPr>
          <p:cNvPr id="8" name="Text 6">
            <a:extLst xmlns:a="http://schemas.openxmlformats.org/drawingml/2006/main">
              <a:ext uri="{FF2B5EF4-FFF2-40B4-BE49-F238E27FC236}">
                <a16:creationId xmlns:a16="http://schemas.microsoft.com/office/drawing/2014/main" id="{CD978732-E973-4338-A7FA-87D4D180E549}"/>
              </a:ext>
            </a:extLst>
          </p:cNvPr>
          <p:cNvSpPr>
            <a:spLocks xmlns:a="http://schemas.openxmlformats.org/drawingml/2006/main" noGrp="1"/>
          </p:cNvSpPr>
          <p:nvPr/>
        </p:nvSpPr>
        <p:spPr>
          <a:xfrm xmlns:a="http://schemas.openxmlformats.org/drawingml/2006/main">
            <a:off x="11064240" y="6446520"/>
            <a:ext cx="640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7A7268"/>
                </a:solidFill>
                <a:latin typeface="Arial"/>
                <a:ea typeface="Arial"/>
                <a:cs typeface="Arial"/>
              </a:rPr>
              <a:t>16</a:t>
            </a:r>
            <a:endParaRPr sz="750"/>
          </a:p>
        </p:txBody>
      </p:sp>
      <p:sp>
        <p:nvSpPr>
          <p:cNvPr id="9" name="Shape 7">
            <a:extLst xmlns:a="http://schemas.openxmlformats.org/drawingml/2006/main">
              <a:ext uri="{FF2B5EF4-FFF2-40B4-BE49-F238E27FC236}">
                <a16:creationId xmlns:a16="http://schemas.microsoft.com/office/drawing/2014/main" id="{69315BA2-2657-470B-AB03-DA336E240115}"/>
              </a:ext>
            </a:extLst>
          </p:cNvPr>
          <p:cNvSpPr>
            <a:spLocks xmlns:a="http://schemas.openxmlformats.org/drawingml/2006/main" noGrp="1"/>
          </p:cNvSpPr>
          <p:nvPr/>
        </p:nvSpPr>
        <p:spPr>
          <a:xfrm xmlns:a="http://schemas.openxmlformats.org/drawingml/2006/main">
            <a:off x="502920" y="1691640"/>
            <a:ext cx="5166360" cy="2743200"/>
          </a:xfrm>
          <a:prstGeom xmlns:a="http://schemas.openxmlformats.org/drawingml/2006/main" prst="roundRect">
            <a:avLst>
              <a:gd name="adj" fmla="val 1333"/>
            </a:avLst>
          </a:prstGeom>
          <a:solidFill xmlns:a="http://schemas.openxmlformats.org/drawingml/2006/main">
            <a:srgbClr val="2A1A16"/>
          </a:solidFill>
          <a:ln xmlns:a="http://schemas.openxmlformats.org/drawingml/2006/main" w="9525">
            <a:solidFill>
              <a:srgbClr val="D9694A"/>
            </a:solidFill>
            <a:prstDash val="solid"/>
          </a:ln>
        </p:spPr>
      </p:sp>
      <p:sp>
        <p:nvSpPr>
          <p:cNvPr id="10" name="Text 8">
            <a:extLst xmlns:a="http://schemas.openxmlformats.org/drawingml/2006/main">
              <a:ext uri="{FF2B5EF4-FFF2-40B4-BE49-F238E27FC236}">
                <a16:creationId xmlns:a16="http://schemas.microsoft.com/office/drawing/2014/main" id="{7E264712-0D56-4501-AE3E-1646F137D8A7}"/>
              </a:ext>
            </a:extLst>
          </p:cNvPr>
          <p:cNvSpPr>
            <a:spLocks xmlns:a="http://schemas.openxmlformats.org/drawingml/2006/main" noGrp="1"/>
          </p:cNvSpPr>
          <p:nvPr/>
        </p:nvSpPr>
        <p:spPr>
          <a:xfrm xmlns:a="http://schemas.openxmlformats.org/drawingml/2006/main">
            <a:off x="777240" y="1874520"/>
            <a:ext cx="46177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20">
                <a:solidFill>
                  <a:srgbClr val="D9694A"/>
                </a:solidFill>
                <a:latin typeface="Arial"/>
                <a:ea typeface="Arial"/>
                <a:cs typeface="Arial"/>
              </a:rPr>
              <a:t>THE COMMON PATTERN</a:t>
            </a:r>
            <a:endParaRPr sz="1000"/>
          </a:p>
        </p:txBody>
      </p:sp>
      <p:sp>
        <p:nvSpPr>
          <p:cNvPr id="11" name="Text 9">
            <a:extLst xmlns:a="http://schemas.openxmlformats.org/drawingml/2006/main">
              <a:ext uri="{FF2B5EF4-FFF2-40B4-BE49-F238E27FC236}">
                <a16:creationId xmlns:a16="http://schemas.microsoft.com/office/drawing/2014/main" id="{58FC1840-FB52-47B3-8241-965793452C99}"/>
              </a:ext>
            </a:extLst>
          </p:cNvPr>
          <p:cNvSpPr>
            <a:spLocks xmlns:a="http://schemas.openxmlformats.org/drawingml/2006/main" noGrp="1"/>
          </p:cNvSpPr>
          <p:nvPr/>
        </p:nvSpPr>
        <p:spPr>
          <a:xfrm xmlns:a="http://schemas.openxmlformats.org/drawingml/2006/main">
            <a:off x="777240" y="2240280"/>
            <a:ext cx="4617720" cy="2103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lnSpc>
                <a:spcPts val="1900"/>
              </a:lnSpc>
              <a:spcAft>
                <a:spcPts val="800"/>
              </a:spcAft>
              <a:buSzPct val="100000"/>
              <a:buChar char="•"/>
            </a:pPr>
            <a:r>
              <a:rPr sz="1200">
                <a:solidFill>
                  <a:srgbClr val="F8F4EC"/>
                </a:solidFill>
                <a:latin typeface="Arial"/>
                <a:ea typeface="Arial"/>
                <a:cs typeface="Arial"/>
              </a:rPr>
              <a:t>Agents debate toward consensus</a:t>
            </a:r>
            <a:endParaRPr sz="1200"/>
          </a:p>
          <a:p xmlns:a="http://schemas.openxmlformats.org/drawingml/2006/main">
            <a:pPr marL="342900" indent="-342900">
              <a:lnSpc>
                <a:spcPts val="1900"/>
              </a:lnSpc>
              <a:spcAft>
                <a:spcPts val="800"/>
              </a:spcAft>
              <a:buSzPct val="100000"/>
              <a:buChar char="•"/>
            </a:pPr>
            <a:r>
              <a:rPr sz="1200">
                <a:solidFill>
                  <a:srgbClr val="F8F4EC"/>
                </a:solidFill>
                <a:latin typeface="Arial"/>
                <a:ea typeface="Arial"/>
                <a:cs typeface="Arial"/>
              </a:rPr>
              <a:t>Confidence is a function of model persuasiveness</a:t>
            </a:r>
            <a:endParaRPr sz="1200"/>
          </a:p>
          <a:p xmlns:a="http://schemas.openxmlformats.org/drawingml/2006/main">
            <a:pPr marL="342900" indent="-342900">
              <a:lnSpc>
                <a:spcPts val="1900"/>
              </a:lnSpc>
              <a:spcAft>
                <a:spcPts val="800"/>
              </a:spcAft>
              <a:buSzPct val="100000"/>
              <a:buChar char="•"/>
            </a:pPr>
            <a:r>
              <a:rPr sz="1200">
                <a:solidFill>
                  <a:srgbClr val="F8F4EC"/>
                </a:solidFill>
                <a:latin typeface="Arial"/>
                <a:ea typeface="Arial"/>
                <a:cs typeface="Arial"/>
              </a:rPr>
              <a:t>The critic can see the answer it is grading against</a:t>
            </a:r>
            <a:endParaRPr sz="1200"/>
          </a:p>
          <a:p xmlns:a="http://schemas.openxmlformats.org/drawingml/2006/main">
            <a:pPr marL="342900" indent="-342900">
              <a:lnSpc>
                <a:spcPts val="1900"/>
              </a:lnSpc>
              <a:spcAft>
                <a:spcPts val="800"/>
              </a:spcAft>
              <a:buSzPct val="100000"/>
              <a:buChar char="•"/>
            </a:pPr>
            <a:r>
              <a:rPr sz="1200">
                <a:solidFill>
                  <a:srgbClr val="F8F4EC"/>
                </a:solidFill>
                <a:latin typeface="Arial"/>
                <a:ea typeface="Arial"/>
                <a:cs typeface="Arial"/>
              </a:rPr>
              <a:t>A better model changes the verdict</a:t>
            </a:r>
            <a:endParaRPr sz="1200"/>
          </a:p>
        </p:txBody>
      </p:sp>
      <p:sp>
        <p:nvSpPr>
          <p:cNvPr id="12" name="Shape 10">
            <a:extLst xmlns:a="http://schemas.openxmlformats.org/drawingml/2006/main">
              <a:ext uri="{FF2B5EF4-FFF2-40B4-BE49-F238E27FC236}">
                <a16:creationId xmlns:a16="http://schemas.microsoft.com/office/drawing/2014/main" id="{AC41C4D2-14DE-4E9F-B889-CC45687398A0}"/>
              </a:ext>
            </a:extLst>
          </p:cNvPr>
          <p:cNvSpPr>
            <a:spLocks xmlns:a="http://schemas.openxmlformats.org/drawingml/2006/main" noGrp="1"/>
          </p:cNvSpPr>
          <p:nvPr/>
        </p:nvSpPr>
        <p:spPr>
          <a:xfrm xmlns:a="http://schemas.openxmlformats.org/drawingml/2006/main">
            <a:off x="6080760" y="1691640"/>
            <a:ext cx="5166360" cy="2743200"/>
          </a:xfrm>
          <a:prstGeom xmlns:a="http://schemas.openxmlformats.org/drawingml/2006/main" prst="roundRect">
            <a:avLst>
              <a:gd name="adj" fmla="val 1333"/>
            </a:avLst>
          </a:prstGeom>
          <a:solidFill xmlns:a="http://schemas.openxmlformats.org/drawingml/2006/main">
            <a:srgbClr val="16200E"/>
          </a:solidFill>
          <a:ln xmlns:a="http://schemas.openxmlformats.org/drawingml/2006/main" w="9525">
            <a:solidFill>
              <a:srgbClr val="8FBF6F"/>
            </a:solidFill>
            <a:prstDash val="solid"/>
          </a:ln>
        </p:spPr>
      </p:sp>
      <p:sp>
        <p:nvSpPr>
          <p:cNvPr id="13" name="Text 11">
            <a:extLst xmlns:a="http://schemas.openxmlformats.org/drawingml/2006/main">
              <a:ext uri="{FF2B5EF4-FFF2-40B4-BE49-F238E27FC236}">
                <a16:creationId xmlns:a16="http://schemas.microsoft.com/office/drawing/2014/main" id="{9A085825-B2F9-4423-8A31-A9E89DA30663}"/>
              </a:ext>
            </a:extLst>
          </p:cNvPr>
          <p:cNvSpPr>
            <a:spLocks xmlns:a="http://schemas.openxmlformats.org/drawingml/2006/main" noGrp="1"/>
          </p:cNvSpPr>
          <p:nvPr/>
        </p:nvSpPr>
        <p:spPr>
          <a:xfrm xmlns:a="http://schemas.openxmlformats.org/drawingml/2006/main">
            <a:off x="6355080" y="1874520"/>
            <a:ext cx="46177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20">
                <a:solidFill>
                  <a:srgbClr val="8FBF6F"/>
                </a:solidFill>
                <a:latin typeface="Arial"/>
                <a:ea typeface="Arial"/>
                <a:cs typeface="Arial"/>
              </a:rPr>
              <a:t>LIGHTYEAR</a:t>
            </a:r>
            <a:endParaRPr sz="1000"/>
          </a:p>
        </p:txBody>
      </p:sp>
      <p:sp>
        <p:nvSpPr>
          <p:cNvPr id="14" name="Text 12">
            <a:extLst xmlns:a="http://schemas.openxmlformats.org/drawingml/2006/main">
              <a:ext uri="{FF2B5EF4-FFF2-40B4-BE49-F238E27FC236}">
                <a16:creationId xmlns:a16="http://schemas.microsoft.com/office/drawing/2014/main" id="{8E6FAE2F-D11E-457B-A386-975C7C5A38B7}"/>
              </a:ext>
            </a:extLst>
          </p:cNvPr>
          <p:cNvSpPr>
            <a:spLocks xmlns:a="http://schemas.openxmlformats.org/drawingml/2006/main" noGrp="1"/>
          </p:cNvSpPr>
          <p:nvPr/>
        </p:nvSpPr>
        <p:spPr>
          <a:xfrm xmlns:a="http://schemas.openxmlformats.org/drawingml/2006/main">
            <a:off x="6355080" y="2240280"/>
            <a:ext cx="4617720" cy="2103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lnSpc>
                <a:spcPts val="1900"/>
              </a:lnSpc>
              <a:spcAft>
                <a:spcPts val="800"/>
              </a:spcAft>
              <a:buSzPct val="100000"/>
              <a:buChar char="•"/>
            </a:pPr>
            <a:r>
              <a:rPr sz="1200">
                <a:solidFill>
                  <a:srgbClr val="F8F4EC"/>
                </a:solidFill>
                <a:latin typeface="Arial"/>
                <a:ea typeface="Arial"/>
                <a:cs typeface="Arial"/>
              </a:rPr>
              <a:t>Models propose; a deterministic gate disposes</a:t>
            </a:r>
            <a:endParaRPr sz="1200"/>
          </a:p>
          <a:p xmlns:a="http://schemas.openxmlformats.org/drawingml/2006/main">
            <a:pPr marL="342900" indent="-342900">
              <a:lnSpc>
                <a:spcPts val="1900"/>
              </a:lnSpc>
              <a:spcAft>
                <a:spcPts val="800"/>
              </a:spcAft>
              <a:buSzPct val="100000"/>
              <a:buChar char="•"/>
            </a:pPr>
            <a:r>
              <a:rPr sz="1200">
                <a:solidFill>
                  <a:srgbClr val="F8F4EC"/>
                </a:solidFill>
                <a:latin typeface="Arial"/>
                <a:ea typeface="Arial"/>
                <a:cs typeface="Arial"/>
              </a:rPr>
              <a:t>Confidence is a function of captured evidence</a:t>
            </a:r>
            <a:endParaRPr sz="1200"/>
          </a:p>
          <a:p xmlns:a="http://schemas.openxmlformats.org/drawingml/2006/main">
            <a:pPr marL="342900" indent="-342900">
              <a:lnSpc>
                <a:spcPts val="1900"/>
              </a:lnSpc>
              <a:spcAft>
                <a:spcPts val="800"/>
              </a:spcAft>
              <a:buSzPct val="100000"/>
              <a:buChar char="•"/>
            </a:pPr>
            <a:r>
              <a:rPr sz="1200">
                <a:solidFill>
                  <a:srgbClr val="F8F4EC"/>
                </a:solidFill>
                <a:latin typeface="Arial"/>
                <a:ea typeface="Arial"/>
                <a:cs typeface="Arial"/>
              </a:rPr>
              <a:t>The judge holds the key; the workers never see it</a:t>
            </a:r>
            <a:endParaRPr sz="1200"/>
          </a:p>
          <a:p xmlns:a="http://schemas.openxmlformats.org/drawingml/2006/main">
            <a:pPr marL="342900" indent="-342900">
              <a:lnSpc>
                <a:spcPts val="1900"/>
              </a:lnSpc>
              <a:spcAft>
                <a:spcPts val="800"/>
              </a:spcAft>
              <a:buSzPct val="100000"/>
              <a:buChar char="•"/>
            </a:pPr>
            <a:r>
              <a:rPr sz="1200">
                <a:solidFill>
                  <a:srgbClr val="F8F4EC"/>
                </a:solidFill>
                <a:latin typeface="Arial"/>
                <a:ea typeface="Arial"/>
                <a:cs typeface="Arial"/>
              </a:rPr>
              <a:t>A better model changes throughput, not truth</a:t>
            </a:r>
            <a:endParaRPr sz="1200"/>
          </a:p>
        </p:txBody>
      </p:sp>
      <p:sp>
        <p:nvSpPr>
          <p:cNvPr id="15" name="Shape 13">
            <a:extLst xmlns:a="http://schemas.openxmlformats.org/drawingml/2006/main">
              <a:ext uri="{FF2B5EF4-FFF2-40B4-BE49-F238E27FC236}">
                <a16:creationId xmlns:a16="http://schemas.microsoft.com/office/drawing/2014/main" id="{2F1FF54E-311F-4193-8F1E-92A239D0901A}"/>
              </a:ext>
            </a:extLst>
          </p:cNvPr>
          <p:cNvSpPr>
            <a:spLocks xmlns:a="http://schemas.openxmlformats.org/drawingml/2006/main" noGrp="1"/>
          </p:cNvSpPr>
          <p:nvPr/>
        </p:nvSpPr>
        <p:spPr>
          <a:xfrm xmlns:a="http://schemas.openxmlformats.org/drawingml/2006/main">
            <a:off x="502920" y="4663440"/>
            <a:ext cx="10698480" cy="1417320"/>
          </a:xfrm>
          <a:prstGeom xmlns:a="http://schemas.openxmlformats.org/drawingml/2006/main" prst="roundRect">
            <a:avLst>
              <a:gd name="adj" fmla="val 2581"/>
            </a:avLst>
          </a:prstGeom>
          <a:solidFill xmlns:a="http://schemas.openxmlformats.org/drawingml/2006/main">
            <a:srgbClr val="1A1715"/>
          </a:solidFill>
          <a:ln xmlns:a="http://schemas.openxmlformats.org/drawingml/2006/main" w="9525">
            <a:solidFill>
              <a:srgbClr val="F2B84B"/>
            </a:solidFill>
            <a:prstDash val="solid"/>
          </a:ln>
        </p:spPr>
      </p:sp>
      <p:sp>
        <p:nvSpPr>
          <p:cNvPr id="16" name="Text 14">
            <a:extLst xmlns:a="http://schemas.openxmlformats.org/drawingml/2006/main">
              <a:ext uri="{FF2B5EF4-FFF2-40B4-BE49-F238E27FC236}">
                <a16:creationId xmlns:a16="http://schemas.microsoft.com/office/drawing/2014/main" id="{8B8437FF-4B15-42AD-BA17-067F0278648D}"/>
              </a:ext>
            </a:extLst>
          </p:cNvPr>
          <p:cNvSpPr>
            <a:spLocks xmlns:a="http://schemas.openxmlformats.org/drawingml/2006/main" noGrp="1"/>
          </p:cNvSpPr>
          <p:nvPr/>
        </p:nvSpPr>
        <p:spPr>
          <a:xfrm xmlns:a="http://schemas.openxmlformats.org/drawingml/2006/main">
            <a:off x="777240" y="4846320"/>
            <a:ext cx="4572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20">
                <a:solidFill>
                  <a:srgbClr val="F2B84B"/>
                </a:solidFill>
                <a:latin typeface="Arial"/>
                <a:ea typeface="Arial"/>
                <a:cs typeface="Arial"/>
              </a:rPr>
              <a:t>WHAT THIS BUYS THE BUYER</a:t>
            </a:r>
            <a:endParaRPr sz="1000"/>
          </a:p>
        </p:txBody>
      </p:sp>
      <p:sp>
        <p:nvSpPr>
          <p:cNvPr id="17" name="Text 15">
            <a:extLst xmlns:a="http://schemas.openxmlformats.org/drawingml/2006/main">
              <a:ext uri="{FF2B5EF4-FFF2-40B4-BE49-F238E27FC236}">
                <a16:creationId xmlns:a16="http://schemas.microsoft.com/office/drawing/2014/main" id="{716B951F-55CF-4825-8215-36F8F8487BB5}"/>
              </a:ext>
            </a:extLst>
          </p:cNvPr>
          <p:cNvSpPr>
            <a:spLocks xmlns:a="http://schemas.openxmlformats.org/drawingml/2006/main" noGrp="1"/>
          </p:cNvSpPr>
          <p:nvPr/>
        </p:nvSpPr>
        <p:spPr>
          <a:xfrm xmlns:a="http://schemas.openxmlformats.org/drawingml/2006/main">
            <a:off x="777240" y="5138928"/>
            <a:ext cx="101498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000"/>
              </a:lnSpc>
              <a:buNone/>
            </a:pPr>
            <a:r>
              <a:rPr sz="1300">
                <a:solidFill>
                  <a:srgbClr val="F8F4EC"/>
                </a:solidFill>
                <a:latin typeface="Arial"/>
                <a:ea typeface="Arial"/>
                <a:cs typeface="Arial"/>
              </a:rPr>
              <a:t>A bank does not need to trust our models. It needs to trust the gate — and the gate is deterministic, reproducible, and holds evidence it can replay. That is a question a risk committee can actually answer, which is why this architecture is sellable into regulated estates and a consensus-of-agents architecture is not.</a:t>
            </a:r>
            <a:endParaRPr sz="1300"/>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09cf01763cf45b5">
            <a:extLst>
              <a:ext uri="{96DAC541-7B7A-43D3-8B79-37D633B846F1}">
                <asvg:svgBlip xmlns:asvg="http://schemas.microsoft.com/office/drawing/2016/SVG/main" r:embed="R31d7aa73f6e942da"/>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d95c73c89fc749ba">
            <a:extLst>
              <a:ext uri="{96DAC541-7B7A-43D3-8B79-37D633B846F1}">
                <asvg:svgBlip xmlns:asvg="http://schemas.microsoft.com/office/drawing/2016/SVG/main" r:embed="R43516cdc9aa54a76"/>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1643334111"/>
      </p:ext>
    </p:extLst>
  </p:cSld>
</p:sld>
</file>

<file path=ppt/slides/slide17.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5B6BD17-D644-40A8-BA30-4B83AB34775B}"/>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F2B84B"/>
          </a:solidFill>
          <a:ln xmlns:a="http://schemas.openxmlformats.org/drawingml/2006/main" w="1270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6722FD5C-F4F3-4530-AB16-0E70EF9068C0}"/>
              </a:ext>
            </a:extLst>
          </p:cNvPr>
          <p:cNvSpPr>
            <a:spLocks xmlns:a="http://schemas.openxmlformats.org/drawingml/2006/main" noGrp="1"/>
          </p:cNvSpPr>
          <p:nvPr/>
        </p:nvSpPr>
        <p:spPr>
          <a:xfrm xmlns:a="http://schemas.openxmlformats.org/drawingml/2006/main">
            <a:off x="502920" y="310896"/>
            <a:ext cx="86868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40">
                <a:solidFill>
                  <a:srgbClr val="F2B84B"/>
                </a:solidFill>
                <a:latin typeface="Arial"/>
                <a:ea typeface="Arial"/>
                <a:cs typeface="Arial"/>
              </a:rPr>
              <a:t>THE AGENT STORY · EVIDENCE</a:t>
            </a:r>
            <a:endParaRPr sz="1000"/>
          </a:p>
        </p:txBody>
      </p:sp>
      <p:sp>
        <p:nvSpPr>
          <p:cNvPr id="4" name="Text 2">
            <a:extLst xmlns:a="http://schemas.openxmlformats.org/drawingml/2006/main">
              <a:ext uri="{FF2B5EF4-FFF2-40B4-BE49-F238E27FC236}">
                <a16:creationId xmlns:a16="http://schemas.microsoft.com/office/drawing/2014/main" id="{A49A57F5-470D-4C53-B44B-AAF5D29AD2D1}"/>
              </a:ext>
            </a:extLst>
          </p:cNvPr>
          <p:cNvSpPr>
            <a:spLocks xmlns:a="http://schemas.openxmlformats.org/drawingml/2006/main" noGrp="1"/>
          </p:cNvSpPr>
          <p:nvPr/>
        </p:nvSpPr>
        <p:spPr>
          <a:xfrm xmlns:a="http://schemas.openxmlformats.org/drawingml/2006/main">
            <a:off x="502920" y="585216"/>
            <a:ext cx="106070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8F4EC"/>
                </a:solidFill>
                <a:latin typeface="Arial"/>
                <a:ea typeface="Arial"/>
                <a:cs typeface="Arial"/>
              </a:rPr>
              <a:t>Every station leaves a receipt, and the receipts chain</a:t>
            </a:r>
            <a:endParaRPr sz="2700"/>
          </a:p>
        </p:txBody>
      </p:sp>
      <p:sp>
        <p:nvSpPr>
          <p:cNvPr id="5" name="Shape 3">
            <a:extLst xmlns:a="http://schemas.openxmlformats.org/drawingml/2006/main">
              <a:ext uri="{FF2B5EF4-FFF2-40B4-BE49-F238E27FC236}">
                <a16:creationId xmlns:a16="http://schemas.microsoft.com/office/drawing/2014/main" id="{F7B4B524-D1D0-41A0-A808-26B34DA68F37}"/>
              </a:ext>
            </a:extLst>
          </p:cNvPr>
          <p:cNvSpPr>
            <a:spLocks xmlns:a="http://schemas.openxmlformats.org/drawingml/2006/main" noGrp="1"/>
          </p:cNvSpPr>
          <p:nvPr/>
        </p:nvSpPr>
        <p:spPr>
          <a:xfrm xmlns:a="http://schemas.openxmlformats.org/drawingml/2006/main">
            <a:off x="502920" y="1234440"/>
            <a:ext cx="658368" cy="32004"/>
          </a:xfrm>
          <a:prstGeom xmlns:a="http://schemas.openxmlformats.org/drawingml/2006/main" prst="rect">
            <a:avLst/>
          </a:prstGeom>
          <a:solidFill xmlns:a="http://schemas.openxmlformats.org/drawingml/2006/main">
            <a:srgbClr val="F2B84B"/>
          </a:solidFill>
          <a:ln xmlns:a="http://schemas.openxmlformats.org/drawingml/2006/main" w="1270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2474FA46-5AE9-4291-B3AA-10D0F2CFA103}"/>
              </a:ext>
            </a:extLst>
          </p:cNvPr>
          <p:cNvSpPr>
            <a:spLocks xmlns:a="http://schemas.openxmlformats.org/drawingml/2006/main" noGrp="1"/>
          </p:cNvSpPr>
          <p:nvPr/>
        </p:nvSpPr>
        <p:spPr>
          <a:xfrm xmlns:a="http://schemas.openxmlformats.org/drawingml/2006/main">
            <a:off x="1371600" y="1115568"/>
            <a:ext cx="9692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C5BDAF"/>
                </a:solidFill>
                <a:latin typeface="Arial"/>
                <a:ea typeface="Arial"/>
                <a:cs typeface="Arial"/>
              </a:rPr>
              <a:t>Autonomy is only sellable if it is reconstructable after the fact.</a:t>
            </a:r>
            <a:endParaRPr sz="1250"/>
          </a:p>
        </p:txBody>
      </p:sp>
      <p:sp>
        <p:nvSpPr>
          <p:cNvPr id="8" name="Text 6">
            <a:extLst xmlns:a="http://schemas.openxmlformats.org/drawingml/2006/main">
              <a:ext uri="{FF2B5EF4-FFF2-40B4-BE49-F238E27FC236}">
                <a16:creationId xmlns:a16="http://schemas.microsoft.com/office/drawing/2014/main" id="{A3A530ED-3843-4885-95BF-A24A7FC8A29E}"/>
              </a:ext>
            </a:extLst>
          </p:cNvPr>
          <p:cNvSpPr>
            <a:spLocks xmlns:a="http://schemas.openxmlformats.org/drawingml/2006/main" noGrp="1"/>
          </p:cNvSpPr>
          <p:nvPr/>
        </p:nvSpPr>
        <p:spPr>
          <a:xfrm xmlns:a="http://schemas.openxmlformats.org/drawingml/2006/main">
            <a:off x="11064240" y="6446520"/>
            <a:ext cx="640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7A7268"/>
                </a:solidFill>
                <a:latin typeface="Arial"/>
                <a:ea typeface="Arial"/>
                <a:cs typeface="Arial"/>
              </a:rPr>
              <a:t>17</a:t>
            </a:r>
            <a:endParaRPr sz="750"/>
          </a:p>
        </p:txBody>
      </p:sp>
      <p:sp>
        <p:nvSpPr>
          <p:cNvPr id="9" name="Shape 7">
            <a:extLst xmlns:a="http://schemas.openxmlformats.org/drawingml/2006/main">
              <a:ext uri="{FF2B5EF4-FFF2-40B4-BE49-F238E27FC236}">
                <a16:creationId xmlns:a16="http://schemas.microsoft.com/office/drawing/2014/main" id="{20CCF9D2-871D-4D12-9536-2EFB8DED6C6B}"/>
              </a:ext>
            </a:extLst>
          </p:cNvPr>
          <p:cNvSpPr>
            <a:spLocks xmlns:a="http://schemas.openxmlformats.org/drawingml/2006/main" noGrp="1"/>
          </p:cNvSpPr>
          <p:nvPr/>
        </p:nvSpPr>
        <p:spPr>
          <a:xfrm xmlns:a="http://schemas.openxmlformats.org/drawingml/2006/main">
            <a:off x="502920" y="1691640"/>
            <a:ext cx="10698480" cy="603504"/>
          </a:xfrm>
          <a:prstGeom xmlns:a="http://schemas.openxmlformats.org/drawingml/2006/main" prst="roundRect">
            <a:avLst>
              <a:gd name="adj" fmla="val 6061"/>
            </a:avLst>
          </a:prstGeom>
          <a:solidFill xmlns:a="http://schemas.openxmlformats.org/drawingml/2006/main">
            <a:srgbClr val="121110"/>
          </a:solidFill>
          <a:ln xmlns:a="http://schemas.openxmlformats.org/drawingml/2006/main" w="9525">
            <a:solidFill>
              <a:srgbClr val="2A2622"/>
            </a:solidFill>
            <a:prstDash val="solid"/>
          </a:ln>
        </p:spPr>
      </p:sp>
      <p:sp>
        <p:nvSpPr>
          <p:cNvPr id="10" name="Text 8">
            <a:extLst xmlns:a="http://schemas.openxmlformats.org/drawingml/2006/main">
              <a:ext uri="{FF2B5EF4-FFF2-40B4-BE49-F238E27FC236}">
                <a16:creationId xmlns:a16="http://schemas.microsoft.com/office/drawing/2014/main" id="{5CC0DE19-6F2E-4CEA-AA78-F8F78BC2FB9A}"/>
              </a:ext>
            </a:extLst>
          </p:cNvPr>
          <p:cNvSpPr>
            <a:spLocks xmlns:a="http://schemas.openxmlformats.org/drawingml/2006/main" noGrp="1"/>
          </p:cNvSpPr>
          <p:nvPr/>
        </p:nvSpPr>
        <p:spPr>
          <a:xfrm xmlns:a="http://schemas.openxmlformats.org/drawingml/2006/main">
            <a:off x="777240" y="1691640"/>
            <a:ext cx="155448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8F4EC"/>
                </a:solidFill>
                <a:latin typeface="Arial"/>
                <a:ea typeface="Arial"/>
                <a:cs typeface="Arial"/>
              </a:rPr>
              <a:t>Planner</a:t>
            </a:r>
            <a:endParaRPr sz="1250"/>
          </a:p>
        </p:txBody>
      </p:sp>
      <p:sp>
        <p:nvSpPr>
          <p:cNvPr id="11" name="Text 9">
            <a:extLst xmlns:a="http://schemas.openxmlformats.org/drawingml/2006/main">
              <a:ext uri="{FF2B5EF4-FFF2-40B4-BE49-F238E27FC236}">
                <a16:creationId xmlns:a16="http://schemas.microsoft.com/office/drawing/2014/main" id="{F5E06705-870A-48F8-8F7E-6EE11E1C3755}"/>
              </a:ext>
            </a:extLst>
          </p:cNvPr>
          <p:cNvSpPr>
            <a:spLocks xmlns:a="http://schemas.openxmlformats.org/drawingml/2006/main" noGrp="1"/>
          </p:cNvSpPr>
          <p:nvPr/>
        </p:nvSpPr>
        <p:spPr>
          <a:xfrm xmlns:a="http://schemas.openxmlformats.org/drawingml/2006/main">
            <a:off x="2377440" y="1691640"/>
            <a:ext cx="42062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C5BDAF"/>
                </a:solidFill>
                <a:latin typeface="Arial"/>
                <a:ea typeface="Arial"/>
                <a:cs typeface="Arial"/>
              </a:rPr>
              <a:t>bounded plan + graph scope binding</a:t>
            </a:r>
            <a:endParaRPr sz="1150"/>
          </a:p>
        </p:txBody>
      </p:sp>
      <p:sp>
        <p:nvSpPr>
          <p:cNvPr id="12" name="Text 10">
            <a:extLst xmlns:a="http://schemas.openxmlformats.org/drawingml/2006/main">
              <a:ext uri="{FF2B5EF4-FFF2-40B4-BE49-F238E27FC236}">
                <a16:creationId xmlns:a16="http://schemas.microsoft.com/office/drawing/2014/main" id="{E2D6F0A5-2802-4E2C-87FB-0FBB863CCAB9}"/>
              </a:ext>
            </a:extLst>
          </p:cNvPr>
          <p:cNvSpPr>
            <a:spLocks xmlns:a="http://schemas.openxmlformats.org/drawingml/2006/main" noGrp="1"/>
          </p:cNvSpPr>
          <p:nvPr/>
        </p:nvSpPr>
        <p:spPr>
          <a:xfrm xmlns:a="http://schemas.openxmlformats.org/drawingml/2006/main">
            <a:off x="6766560" y="1691640"/>
            <a:ext cx="42062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50" i="1">
                <a:solidFill>
                  <a:srgbClr val="7A7268"/>
                </a:solidFill>
                <a:latin typeface="Arial"/>
                <a:ea typeface="Arial"/>
                <a:cs typeface="Arial"/>
              </a:rPr>
              <a:t>why this work was in scope</a:t>
            </a:r>
            <a:endParaRPr sz="1050"/>
          </a:p>
        </p:txBody>
      </p:sp>
      <p:sp>
        <p:nvSpPr>
          <p:cNvPr id="13" name="Shape 11">
            <a:extLst xmlns:a="http://schemas.openxmlformats.org/drawingml/2006/main">
              <a:ext uri="{FF2B5EF4-FFF2-40B4-BE49-F238E27FC236}">
                <a16:creationId xmlns:a16="http://schemas.microsoft.com/office/drawing/2014/main" id="{2363E690-24A4-4B67-96CD-8B3CDFF108FE}"/>
              </a:ext>
            </a:extLst>
          </p:cNvPr>
          <p:cNvSpPr>
            <a:spLocks xmlns:a="http://schemas.openxmlformats.org/drawingml/2006/main" noGrp="1"/>
          </p:cNvSpPr>
          <p:nvPr/>
        </p:nvSpPr>
        <p:spPr>
          <a:xfrm xmlns:a="http://schemas.openxmlformats.org/drawingml/2006/main">
            <a:off x="502920" y="2404872"/>
            <a:ext cx="10698480" cy="603504"/>
          </a:xfrm>
          <a:prstGeom xmlns:a="http://schemas.openxmlformats.org/drawingml/2006/main" prst="roundRect">
            <a:avLst>
              <a:gd name="adj" fmla="val 6061"/>
            </a:avLst>
          </a:prstGeom>
          <a:solidFill xmlns:a="http://schemas.openxmlformats.org/drawingml/2006/main">
            <a:srgbClr val="121110"/>
          </a:solidFill>
          <a:ln xmlns:a="http://schemas.openxmlformats.org/drawingml/2006/main" w="9525">
            <a:solidFill>
              <a:srgbClr val="2A2622"/>
            </a:solidFill>
            <a:prstDash val="solid"/>
          </a:ln>
        </p:spPr>
      </p:sp>
      <p:sp>
        <p:nvSpPr>
          <p:cNvPr id="14" name="Text 12">
            <a:extLst xmlns:a="http://schemas.openxmlformats.org/drawingml/2006/main">
              <a:ext uri="{FF2B5EF4-FFF2-40B4-BE49-F238E27FC236}">
                <a16:creationId xmlns:a16="http://schemas.microsoft.com/office/drawing/2014/main" id="{EEFC83D4-EA6A-4662-B2CC-03AA30CA45AF}"/>
              </a:ext>
            </a:extLst>
          </p:cNvPr>
          <p:cNvSpPr>
            <a:spLocks xmlns:a="http://schemas.openxmlformats.org/drawingml/2006/main" noGrp="1"/>
          </p:cNvSpPr>
          <p:nvPr/>
        </p:nvSpPr>
        <p:spPr>
          <a:xfrm xmlns:a="http://schemas.openxmlformats.org/drawingml/2006/main">
            <a:off x="777240" y="2404872"/>
            <a:ext cx="155448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8F4EC"/>
                </a:solidFill>
                <a:latin typeface="Arial"/>
                <a:ea typeface="Arial"/>
                <a:cs typeface="Arial"/>
              </a:rPr>
              <a:t>Builder</a:t>
            </a:r>
            <a:endParaRPr sz="1250"/>
          </a:p>
        </p:txBody>
      </p:sp>
      <p:sp>
        <p:nvSpPr>
          <p:cNvPr id="15" name="Text 13">
            <a:extLst xmlns:a="http://schemas.openxmlformats.org/drawingml/2006/main">
              <a:ext uri="{FF2B5EF4-FFF2-40B4-BE49-F238E27FC236}">
                <a16:creationId xmlns:a16="http://schemas.microsoft.com/office/drawing/2014/main" id="{A95D78DA-DAE8-4CA5-A0A6-C01575A462CC}"/>
              </a:ext>
            </a:extLst>
          </p:cNvPr>
          <p:cNvSpPr>
            <a:spLocks xmlns:a="http://schemas.openxmlformats.org/drawingml/2006/main" noGrp="1"/>
          </p:cNvSpPr>
          <p:nvPr/>
        </p:nvSpPr>
        <p:spPr>
          <a:xfrm xmlns:a="http://schemas.openxmlformats.org/drawingml/2006/main">
            <a:off x="2377440" y="2404872"/>
            <a:ext cx="42062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C5BDAF"/>
                </a:solidFill>
                <a:latin typeface="Arial"/>
                <a:ea typeface="Arial"/>
                <a:cs typeface="Arial"/>
              </a:rPr>
              <a:t>brokered patch + workspace hash</a:t>
            </a:r>
            <a:endParaRPr sz="1150"/>
          </a:p>
        </p:txBody>
      </p:sp>
      <p:sp>
        <p:nvSpPr>
          <p:cNvPr id="16" name="Text 14">
            <a:extLst xmlns:a="http://schemas.openxmlformats.org/drawingml/2006/main">
              <a:ext uri="{FF2B5EF4-FFF2-40B4-BE49-F238E27FC236}">
                <a16:creationId xmlns:a16="http://schemas.microsoft.com/office/drawing/2014/main" id="{A1A0D226-C827-4373-AAEC-BCF6D89EDF3C}"/>
              </a:ext>
            </a:extLst>
          </p:cNvPr>
          <p:cNvSpPr>
            <a:spLocks xmlns:a="http://schemas.openxmlformats.org/drawingml/2006/main" noGrp="1"/>
          </p:cNvSpPr>
          <p:nvPr/>
        </p:nvSpPr>
        <p:spPr>
          <a:xfrm xmlns:a="http://schemas.openxmlformats.org/drawingml/2006/main">
            <a:off x="6766560" y="2404872"/>
            <a:ext cx="42062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50" i="1">
                <a:solidFill>
                  <a:srgbClr val="7A7268"/>
                </a:solidFill>
                <a:latin typeface="Arial"/>
                <a:ea typeface="Arial"/>
                <a:cs typeface="Arial"/>
              </a:rPr>
              <a:t>exactly what changed, and where</a:t>
            </a:r>
            <a:endParaRPr sz="1050"/>
          </a:p>
        </p:txBody>
      </p:sp>
      <p:sp>
        <p:nvSpPr>
          <p:cNvPr id="17" name="Shape 15">
            <a:extLst xmlns:a="http://schemas.openxmlformats.org/drawingml/2006/main">
              <a:ext uri="{FF2B5EF4-FFF2-40B4-BE49-F238E27FC236}">
                <a16:creationId xmlns:a16="http://schemas.microsoft.com/office/drawing/2014/main" id="{CD10268F-5B90-4EF0-B52F-B0990950DB3B}"/>
              </a:ext>
            </a:extLst>
          </p:cNvPr>
          <p:cNvSpPr>
            <a:spLocks xmlns:a="http://schemas.openxmlformats.org/drawingml/2006/main" noGrp="1"/>
          </p:cNvSpPr>
          <p:nvPr/>
        </p:nvSpPr>
        <p:spPr>
          <a:xfrm xmlns:a="http://schemas.openxmlformats.org/drawingml/2006/main">
            <a:off x="502920" y="3118104"/>
            <a:ext cx="10698480" cy="603504"/>
          </a:xfrm>
          <a:prstGeom xmlns:a="http://schemas.openxmlformats.org/drawingml/2006/main" prst="roundRect">
            <a:avLst>
              <a:gd name="adj" fmla="val 6061"/>
            </a:avLst>
          </a:prstGeom>
          <a:solidFill xmlns:a="http://schemas.openxmlformats.org/drawingml/2006/main">
            <a:srgbClr val="121110"/>
          </a:solidFill>
          <a:ln xmlns:a="http://schemas.openxmlformats.org/drawingml/2006/main" w="9525">
            <a:solidFill>
              <a:srgbClr val="2A2622"/>
            </a:solidFill>
            <a:prstDash val="solid"/>
          </a:ln>
        </p:spPr>
      </p:sp>
      <p:sp>
        <p:nvSpPr>
          <p:cNvPr id="18" name="Text 16">
            <a:extLst xmlns:a="http://schemas.openxmlformats.org/drawingml/2006/main">
              <a:ext uri="{FF2B5EF4-FFF2-40B4-BE49-F238E27FC236}">
                <a16:creationId xmlns:a16="http://schemas.microsoft.com/office/drawing/2014/main" id="{1A7F7676-538C-444F-B9D5-BB976EF0AC16}"/>
              </a:ext>
            </a:extLst>
          </p:cNvPr>
          <p:cNvSpPr>
            <a:spLocks xmlns:a="http://schemas.openxmlformats.org/drawingml/2006/main" noGrp="1"/>
          </p:cNvSpPr>
          <p:nvPr/>
        </p:nvSpPr>
        <p:spPr>
          <a:xfrm xmlns:a="http://schemas.openxmlformats.org/drawingml/2006/main">
            <a:off x="777240" y="3118104"/>
            <a:ext cx="155448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8F4EC"/>
                </a:solidFill>
                <a:latin typeface="Arial"/>
                <a:ea typeface="Arial"/>
                <a:cs typeface="Arial"/>
              </a:rPr>
              <a:t>Verifier</a:t>
            </a:r>
            <a:endParaRPr sz="1250"/>
          </a:p>
        </p:txBody>
      </p:sp>
      <p:sp>
        <p:nvSpPr>
          <p:cNvPr id="19" name="Text 17">
            <a:extLst xmlns:a="http://schemas.openxmlformats.org/drawingml/2006/main">
              <a:ext uri="{FF2B5EF4-FFF2-40B4-BE49-F238E27FC236}">
                <a16:creationId xmlns:a16="http://schemas.microsoft.com/office/drawing/2014/main" id="{EED22D89-78EB-4CA5-AD4D-6AA26E2EBEC3}"/>
              </a:ext>
            </a:extLst>
          </p:cNvPr>
          <p:cNvSpPr>
            <a:spLocks xmlns:a="http://schemas.openxmlformats.org/drawingml/2006/main" noGrp="1"/>
          </p:cNvSpPr>
          <p:nvPr/>
        </p:nvSpPr>
        <p:spPr>
          <a:xfrm xmlns:a="http://schemas.openxmlformats.org/drawingml/2006/main">
            <a:off x="2377440" y="3118104"/>
            <a:ext cx="42062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C5BDAF"/>
                </a:solidFill>
                <a:latin typeface="Arial"/>
                <a:ea typeface="Arial"/>
                <a:cs typeface="Arial"/>
              </a:rPr>
              <a:t>gate result + output digest</a:t>
            </a:r>
            <a:endParaRPr sz="1150"/>
          </a:p>
        </p:txBody>
      </p:sp>
      <p:sp>
        <p:nvSpPr>
          <p:cNvPr id="20" name="Text 18">
            <a:extLst xmlns:a="http://schemas.openxmlformats.org/drawingml/2006/main">
              <a:ext uri="{FF2B5EF4-FFF2-40B4-BE49-F238E27FC236}">
                <a16:creationId xmlns:a16="http://schemas.microsoft.com/office/drawing/2014/main" id="{1F7E0D75-C33F-4723-AAAA-176B3813C208}"/>
              </a:ext>
            </a:extLst>
          </p:cNvPr>
          <p:cNvSpPr>
            <a:spLocks xmlns:a="http://schemas.openxmlformats.org/drawingml/2006/main" noGrp="1"/>
          </p:cNvSpPr>
          <p:nvPr/>
        </p:nvSpPr>
        <p:spPr>
          <a:xfrm xmlns:a="http://schemas.openxmlformats.org/drawingml/2006/main">
            <a:off x="6766560" y="3118104"/>
            <a:ext cx="42062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50" i="1">
                <a:solidFill>
                  <a:srgbClr val="7A7268"/>
                </a:solidFill>
                <a:latin typeface="Arial"/>
                <a:ea typeface="Arial"/>
                <a:cs typeface="Arial"/>
              </a:rPr>
              <a:t>what passed, under which corpus</a:t>
            </a:r>
            <a:endParaRPr sz="1050"/>
          </a:p>
        </p:txBody>
      </p:sp>
      <p:sp>
        <p:nvSpPr>
          <p:cNvPr id="21" name="Shape 19">
            <a:extLst xmlns:a="http://schemas.openxmlformats.org/drawingml/2006/main">
              <a:ext uri="{FF2B5EF4-FFF2-40B4-BE49-F238E27FC236}">
                <a16:creationId xmlns:a16="http://schemas.microsoft.com/office/drawing/2014/main" id="{65AAE9E4-DD1D-4AC9-B740-814E17FED9E2}"/>
              </a:ext>
            </a:extLst>
          </p:cNvPr>
          <p:cNvSpPr>
            <a:spLocks xmlns:a="http://schemas.openxmlformats.org/drawingml/2006/main" noGrp="1"/>
          </p:cNvSpPr>
          <p:nvPr/>
        </p:nvSpPr>
        <p:spPr>
          <a:xfrm xmlns:a="http://schemas.openxmlformats.org/drawingml/2006/main">
            <a:off x="502920" y="3831336"/>
            <a:ext cx="10698480" cy="603504"/>
          </a:xfrm>
          <a:prstGeom xmlns:a="http://schemas.openxmlformats.org/drawingml/2006/main" prst="roundRect">
            <a:avLst>
              <a:gd name="adj" fmla="val 6061"/>
            </a:avLst>
          </a:prstGeom>
          <a:solidFill xmlns:a="http://schemas.openxmlformats.org/drawingml/2006/main">
            <a:srgbClr val="121110"/>
          </a:solidFill>
          <a:ln xmlns:a="http://schemas.openxmlformats.org/drawingml/2006/main" w="9525">
            <a:solidFill>
              <a:srgbClr val="2A2622"/>
            </a:solidFill>
            <a:prstDash val="solid"/>
          </a:ln>
        </p:spPr>
      </p:sp>
      <p:sp>
        <p:nvSpPr>
          <p:cNvPr id="22" name="Text 20">
            <a:extLst xmlns:a="http://schemas.openxmlformats.org/drawingml/2006/main">
              <a:ext uri="{FF2B5EF4-FFF2-40B4-BE49-F238E27FC236}">
                <a16:creationId xmlns:a16="http://schemas.microsoft.com/office/drawing/2014/main" id="{E8889BB1-564C-44C0-85C8-95A982B5BE75}"/>
              </a:ext>
            </a:extLst>
          </p:cNvPr>
          <p:cNvSpPr>
            <a:spLocks xmlns:a="http://schemas.openxmlformats.org/drawingml/2006/main" noGrp="1"/>
          </p:cNvSpPr>
          <p:nvPr/>
        </p:nvSpPr>
        <p:spPr>
          <a:xfrm xmlns:a="http://schemas.openxmlformats.org/drawingml/2006/main">
            <a:off x="777240" y="3831336"/>
            <a:ext cx="155448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8F4EC"/>
                </a:solidFill>
                <a:latin typeface="Arial"/>
                <a:ea typeface="Arial"/>
                <a:cs typeface="Arial"/>
              </a:rPr>
              <a:t>Analyst</a:t>
            </a:r>
            <a:endParaRPr sz="1250"/>
          </a:p>
        </p:txBody>
      </p:sp>
      <p:sp>
        <p:nvSpPr>
          <p:cNvPr id="23" name="Text 21">
            <a:extLst xmlns:a="http://schemas.openxmlformats.org/drawingml/2006/main">
              <a:ext uri="{FF2B5EF4-FFF2-40B4-BE49-F238E27FC236}">
                <a16:creationId xmlns:a16="http://schemas.microsoft.com/office/drawing/2014/main" id="{3894F568-ED25-4BD1-A8D7-8E58ED2E9C3A}"/>
              </a:ext>
            </a:extLst>
          </p:cNvPr>
          <p:cNvSpPr>
            <a:spLocks xmlns:a="http://schemas.openxmlformats.org/drawingml/2006/main" noGrp="1"/>
          </p:cNvSpPr>
          <p:nvPr/>
        </p:nvSpPr>
        <p:spPr>
          <a:xfrm xmlns:a="http://schemas.openxmlformats.org/drawingml/2006/main">
            <a:off x="2377440" y="3831336"/>
            <a:ext cx="42062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C5BDAF"/>
                </a:solidFill>
                <a:latin typeface="Arial"/>
                <a:ea typeface="Arial"/>
                <a:cs typeface="Arial"/>
              </a:rPr>
              <a:t>redacted diagnosis envelope</a:t>
            </a:r>
            <a:endParaRPr sz="1150"/>
          </a:p>
        </p:txBody>
      </p:sp>
      <p:sp>
        <p:nvSpPr>
          <p:cNvPr id="24" name="Text 22">
            <a:extLst xmlns:a="http://schemas.openxmlformats.org/drawingml/2006/main">
              <a:ext uri="{FF2B5EF4-FFF2-40B4-BE49-F238E27FC236}">
                <a16:creationId xmlns:a16="http://schemas.microsoft.com/office/drawing/2014/main" id="{1D96AA66-8F88-4960-9266-43333FAE6918}"/>
              </a:ext>
            </a:extLst>
          </p:cNvPr>
          <p:cNvSpPr>
            <a:spLocks xmlns:a="http://schemas.openxmlformats.org/drawingml/2006/main" noGrp="1"/>
          </p:cNvSpPr>
          <p:nvPr/>
        </p:nvSpPr>
        <p:spPr>
          <a:xfrm xmlns:a="http://schemas.openxmlformats.org/drawingml/2006/main">
            <a:off x="6766560" y="3831336"/>
            <a:ext cx="42062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50" i="1">
                <a:solidFill>
                  <a:srgbClr val="7A7268"/>
                </a:solidFill>
                <a:latin typeface="Arial"/>
                <a:ea typeface="Arial"/>
                <a:cs typeface="Arial"/>
              </a:rPr>
              <a:t>what the loop was told, and what it was not</a:t>
            </a:r>
            <a:endParaRPr sz="1050"/>
          </a:p>
        </p:txBody>
      </p:sp>
      <p:sp>
        <p:nvSpPr>
          <p:cNvPr id="25" name="Shape 23">
            <a:extLst xmlns:a="http://schemas.openxmlformats.org/drawingml/2006/main">
              <a:ext uri="{FF2B5EF4-FFF2-40B4-BE49-F238E27FC236}">
                <a16:creationId xmlns:a16="http://schemas.microsoft.com/office/drawing/2014/main" id="{41032DB7-BD99-4103-946B-A5292C636DD0}"/>
              </a:ext>
            </a:extLst>
          </p:cNvPr>
          <p:cNvSpPr>
            <a:spLocks xmlns:a="http://schemas.openxmlformats.org/drawingml/2006/main" noGrp="1"/>
          </p:cNvSpPr>
          <p:nvPr/>
        </p:nvSpPr>
        <p:spPr>
          <a:xfrm xmlns:a="http://schemas.openxmlformats.org/drawingml/2006/main">
            <a:off x="502920" y="4544568"/>
            <a:ext cx="10698480" cy="603504"/>
          </a:xfrm>
          <a:prstGeom xmlns:a="http://schemas.openxmlformats.org/drawingml/2006/main" prst="roundRect">
            <a:avLst>
              <a:gd name="adj" fmla="val 6061"/>
            </a:avLst>
          </a:prstGeom>
          <a:solidFill xmlns:a="http://schemas.openxmlformats.org/drawingml/2006/main">
            <a:srgbClr val="1A1715"/>
          </a:solidFill>
          <a:ln xmlns:a="http://schemas.openxmlformats.org/drawingml/2006/main" w="9525">
            <a:solidFill>
              <a:srgbClr val="F2B84B"/>
            </a:solidFill>
            <a:prstDash val="solid"/>
          </a:ln>
        </p:spPr>
      </p:sp>
      <p:sp>
        <p:nvSpPr>
          <p:cNvPr id="26" name="Text 24">
            <a:extLst xmlns:a="http://schemas.openxmlformats.org/drawingml/2006/main">
              <a:ext uri="{FF2B5EF4-FFF2-40B4-BE49-F238E27FC236}">
                <a16:creationId xmlns:a16="http://schemas.microsoft.com/office/drawing/2014/main" id="{85BEB783-CE2B-429D-B0F4-11735C06AFF3}"/>
              </a:ext>
            </a:extLst>
          </p:cNvPr>
          <p:cNvSpPr>
            <a:spLocks xmlns:a="http://schemas.openxmlformats.org/drawingml/2006/main" noGrp="1"/>
          </p:cNvSpPr>
          <p:nvPr/>
        </p:nvSpPr>
        <p:spPr>
          <a:xfrm xmlns:a="http://schemas.openxmlformats.org/drawingml/2006/main">
            <a:off x="777240" y="4544568"/>
            <a:ext cx="155448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2B84B"/>
                </a:solidFill>
                <a:latin typeface="Arial"/>
                <a:ea typeface="Arial"/>
                <a:cs typeface="Arial"/>
              </a:rPr>
              <a:t>Loop</a:t>
            </a:r>
            <a:endParaRPr sz="1250"/>
          </a:p>
        </p:txBody>
      </p:sp>
      <p:sp>
        <p:nvSpPr>
          <p:cNvPr id="27" name="Text 25">
            <a:extLst xmlns:a="http://schemas.openxmlformats.org/drawingml/2006/main">
              <a:ext uri="{FF2B5EF4-FFF2-40B4-BE49-F238E27FC236}">
                <a16:creationId xmlns:a16="http://schemas.microsoft.com/office/drawing/2014/main" id="{70DAC2EA-B71F-4086-A665-3DD329E36E67}"/>
              </a:ext>
            </a:extLst>
          </p:cNvPr>
          <p:cNvSpPr>
            <a:spLocks xmlns:a="http://schemas.openxmlformats.org/drawingml/2006/main" noGrp="1"/>
          </p:cNvSpPr>
          <p:nvPr/>
        </p:nvSpPr>
        <p:spPr>
          <a:xfrm xmlns:a="http://schemas.openxmlformats.org/drawingml/2006/main">
            <a:off x="2377440" y="4544568"/>
            <a:ext cx="42062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C5BDAF"/>
                </a:solidFill>
                <a:latin typeface="Arial"/>
                <a:ea typeface="Arial"/>
                <a:cs typeface="Arial"/>
              </a:rPr>
              <a:t>content-addressed run receipt</a:t>
            </a:r>
            <a:endParaRPr sz="1150"/>
          </a:p>
        </p:txBody>
      </p:sp>
      <p:sp>
        <p:nvSpPr>
          <p:cNvPr id="28" name="Text 26">
            <a:extLst xmlns:a="http://schemas.openxmlformats.org/drawingml/2006/main">
              <a:ext uri="{FF2B5EF4-FFF2-40B4-BE49-F238E27FC236}">
                <a16:creationId xmlns:a16="http://schemas.microsoft.com/office/drawing/2014/main" id="{AD557E08-173F-44A2-B391-8251B0CD57CD}"/>
              </a:ext>
            </a:extLst>
          </p:cNvPr>
          <p:cNvSpPr>
            <a:spLocks xmlns:a="http://schemas.openxmlformats.org/drawingml/2006/main" noGrp="1"/>
          </p:cNvSpPr>
          <p:nvPr/>
        </p:nvSpPr>
        <p:spPr>
          <a:xfrm xmlns:a="http://schemas.openxmlformats.org/drawingml/2006/main">
            <a:off x="6766560" y="4544568"/>
            <a:ext cx="42062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50" i="1">
                <a:solidFill>
                  <a:srgbClr val="7A7268"/>
                </a:solidFill>
                <a:latin typeface="Arial"/>
                <a:ea typeface="Arial"/>
                <a:cs typeface="Arial"/>
              </a:rPr>
              <a:t>hash-chained into the audit ledger</a:t>
            </a:r>
            <a:endParaRPr sz="1050"/>
          </a:p>
        </p:txBody>
      </p:sp>
      <p:sp>
        <p:nvSpPr>
          <p:cNvPr id="29" name="Text 27">
            <a:extLst xmlns:a="http://schemas.openxmlformats.org/drawingml/2006/main">
              <a:ext uri="{FF2B5EF4-FFF2-40B4-BE49-F238E27FC236}">
                <a16:creationId xmlns:a16="http://schemas.microsoft.com/office/drawing/2014/main" id="{D7C425AF-43F0-4B9A-B7EF-3931A4C43B5C}"/>
              </a:ext>
            </a:extLst>
          </p:cNvPr>
          <p:cNvSpPr>
            <a:spLocks xmlns:a="http://schemas.openxmlformats.org/drawingml/2006/main" noGrp="1"/>
          </p:cNvSpPr>
          <p:nvPr/>
        </p:nvSpPr>
        <p:spPr>
          <a:xfrm xmlns:a="http://schemas.openxmlformats.org/drawingml/2006/main">
            <a:off x="502920" y="5532120"/>
            <a:ext cx="106984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F2B84B"/>
                </a:solidFill>
                <a:latin typeface="Arial"/>
                <a:ea typeface="Arial"/>
                <a:cs typeface="Arial"/>
              </a:rPr>
              <a:t>Simulated evidence cannot satisfy an equivalence claim. The release gate stays blocked in code, not in policy language.</a:t>
            </a:r>
            <a:endParaRPr sz="1200"/>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08ed5eb1bd5349a1">
            <a:extLst>
              <a:ext uri="{96DAC541-7B7A-43D3-8B79-37D633B846F1}">
                <asvg:svgBlip xmlns:asvg="http://schemas.microsoft.com/office/drawing/2016/SVG/main" r:embed="Re4beb0496e5c4bf3"/>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3227d0d36dcd41b0">
            <a:extLst>
              <a:ext uri="{96DAC541-7B7A-43D3-8B79-37D633B846F1}">
                <asvg:svgBlip xmlns:asvg="http://schemas.microsoft.com/office/drawing/2016/SVG/main" r:embed="R1db019f3953349d8"/>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22160369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75" name="">
            <a:extLst xmlns:a="http://schemas.openxmlformats.org/drawingml/2006/main">
              <a:ext uri="{FF2B5EF4-FFF2-40B4-BE49-F238E27FC236}">
                <a16:creationId xmlns:a16="http://schemas.microsoft.com/office/drawing/2014/main" id="{2B5BA381-AAF5-4D55-8BAE-37C3DDA2848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5346B3ED-D8BB-4534-BBEB-F10BB18EB0C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gradFill xmlns:a="http://schemas.openxmlformats.org/drawingml/2006/main">
            <a:gsLst>
              <a:gs pos="0">
                <a:srgbClr val="D68A17"/>
              </a:gs>
              <a:gs pos="100000">
                <a:srgbClr val="F2B84B"/>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66C202DC-915D-4BCC-AFEB-9F9D33759F8D}"/>
              </a:ext>
            </a:extLst>
          </p:cNvPr>
          <p:cNvSpPr>
            <a:spLocks xmlns:a="http://schemas.openxmlformats.org/drawingml/2006/main" noGrp="1"/>
          </p:cNvSpPr>
          <p:nvPr/>
        </p:nvSpPr>
        <p:spPr>
          <a:xfrm xmlns:a="http://schemas.openxmlformats.org/drawingml/2006/main">
            <a:off x="10763250" y="171450"/>
            <a:ext cx="1200150" cy="1200150"/>
          </a:xfrm>
          <a:prstGeom xmlns:a="http://schemas.openxmlformats.org/drawingml/2006/main" prst="ellipse">
            <a:avLst/>
          </a:prstGeom>
          <a:solidFill xmlns:a="http://schemas.openxmlformats.org/drawingml/2006/main">
            <a:srgbClr val="F2B84B">
              <a:alpha val="8000"/>
            </a:srgbClr>
          </a:solidFill>
          <a:ln xmlns:a="http://schemas.openxmlformats.org/drawingml/2006/main" w="9525">
            <a:solidFill>
              <a:srgbClr val="F2B84B">
                <a:alpha val="12000"/>
              </a:srgbClr>
            </a:solidFill>
            <a:prstDash val="solid"/>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EFE3A305-03DB-45E9-838C-332054E219A9}"/>
              </a:ext>
            </a:extLst>
          </p:cNvPr>
          <p:cNvSpPr>
            <a:spLocks xmlns:a="http://schemas.openxmlformats.org/drawingml/2006/main" noGrp="1"/>
          </p:cNvSpPr>
          <p:nvPr/>
        </p:nvSpPr>
        <p:spPr>
          <a:xfrm xmlns:a="http://schemas.openxmlformats.org/drawingml/2006/main">
            <a:off x="171450" y="5619750"/>
            <a:ext cx="1028700" cy="1028700"/>
          </a:xfrm>
          <a:prstGeom xmlns:a="http://schemas.openxmlformats.org/drawingml/2006/main" prst="ellipse">
            <a:avLst/>
          </a:prstGeom>
          <a:solidFill xmlns:a="http://schemas.openxmlformats.org/drawingml/2006/main">
            <a:srgbClr val="D68A17">
              <a:alpha val="6000"/>
            </a:srgbClr>
          </a:solidFill>
          <a:ln xmlns:a="http://schemas.openxmlformats.org/drawingml/2006/main" w="9525">
            <a:solidFill>
              <a:srgbClr val="D68A17">
                <a:alpha val="10000"/>
              </a:srgbClr>
            </a:solidFill>
            <a:prstDash val="solid"/>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CBB8864B-1964-4A8B-BD90-2E66CBCD9858}"/>
              </a:ext>
            </a:extLst>
          </p:cNvPr>
          <p:cNvSpPr>
            <a:spLocks xmlns:a="http://schemas.openxmlformats.org/drawingml/2006/main" noGrp="1"/>
          </p:cNvSpPr>
          <p:nvPr/>
        </p:nvSpPr>
        <p:spPr>
          <a:xfrm xmlns:a="http://schemas.openxmlformats.org/drawingml/2006/main">
            <a:off x="552450" y="323850"/>
            <a:ext cx="657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F2B84B"/>
                </a:solidFill>
              </a:defRPr>
            </a:pPr>
            <a:r>
              <a:rPr sz="975" b="1" i="0">
                <a:solidFill>
                  <a:srgbClr val="F2B84B"/>
                </a:solidFill>
              </a:rPr>
              <a:t>UI MODE · PORTFOLIO</a:t>
            </a:r>
          </a:p>
        </p:txBody>
      </p:sp>
      <p:sp>
        <p:nvSpPr>
          <p:cNvPr id="6" name="">
            <a:extLst xmlns:a="http://schemas.openxmlformats.org/drawingml/2006/main">
              <a:ext uri="{FF2B5EF4-FFF2-40B4-BE49-F238E27FC236}">
                <a16:creationId xmlns:a16="http://schemas.microsoft.com/office/drawing/2014/main" id="{1D7CE463-7298-4E60-91B3-6E2B9CB3B367}"/>
              </a:ext>
            </a:extLst>
          </p:cNvPr>
          <p:cNvSpPr>
            <a:spLocks xmlns:a="http://schemas.openxmlformats.org/drawingml/2006/main" noGrp="1"/>
          </p:cNvSpPr>
          <p:nvPr/>
        </p:nvSpPr>
        <p:spPr>
          <a:xfrm xmlns:a="http://schemas.openxmlformats.org/drawingml/2006/main">
            <a:off x="552450" y="6667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i="0">
                <a:solidFill>
                  <a:srgbClr val="F8F4EC"/>
                </a:solidFill>
              </a:defRPr>
            </a:pPr>
            <a:r>
              <a:rPr sz="2700" b="1" i="0">
                <a:solidFill>
                  <a:srgbClr val="F8F4EC"/>
                </a:solidFill>
              </a:rPr>
              <a:t>Can many modernization cells move safely at once?</a:t>
            </a:r>
          </a:p>
        </p:txBody>
      </p:sp>
      <p:sp>
        <p:nvSpPr>
          <p:cNvPr id="7" name="">
            <a:extLst xmlns:a="http://schemas.openxmlformats.org/drawingml/2006/main">
              <a:ext uri="{FF2B5EF4-FFF2-40B4-BE49-F238E27FC236}">
                <a16:creationId xmlns:a16="http://schemas.microsoft.com/office/drawing/2014/main" id="{7B1142C4-3D31-4680-935B-07D903E0A25F}"/>
              </a:ext>
            </a:extLst>
          </p:cNvPr>
          <p:cNvSpPr>
            <a:spLocks xmlns:a="http://schemas.openxmlformats.org/drawingml/2006/main" noGrp="1"/>
          </p:cNvSpPr>
          <p:nvPr/>
        </p:nvSpPr>
        <p:spPr>
          <a:xfrm xmlns:a="http://schemas.openxmlformats.org/drawingml/2006/main">
            <a:off x="552450" y="1257300"/>
            <a:ext cx="8191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A59A20B3-BD16-419A-AC6C-4A1CF5C31262}"/>
              </a:ext>
            </a:extLst>
          </p:cNvPr>
          <p:cNvSpPr>
            <a:spLocks xmlns:a="http://schemas.openxmlformats.org/drawingml/2006/main" noGrp="1"/>
          </p:cNvSpPr>
          <p:nvPr/>
        </p:nvSpPr>
        <p:spPr>
          <a:xfrm xmlns:a="http://schemas.openxmlformats.org/drawingml/2006/main">
            <a:off x="1600200" y="1152525"/>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C5BDAF"/>
                </a:solidFill>
              </a:defRPr>
            </a:pPr>
            <a:r>
              <a:rPr sz="1350" b="0" i="0">
                <a:solidFill>
                  <a:srgbClr val="C5BDAF"/>
                </a:solidFill>
              </a:rPr>
              <a:t>Committed product UI contract · graph context remains visible</a:t>
            </a:r>
          </a:p>
        </p:txBody>
      </p:sp>
      <p:sp>
        <p:nvSpPr>
          <p:cNvPr id="9" name="">
            <a:extLst xmlns:a="http://schemas.openxmlformats.org/drawingml/2006/main">
              <a:ext uri="{FF2B5EF4-FFF2-40B4-BE49-F238E27FC236}">
                <a16:creationId xmlns:a16="http://schemas.microsoft.com/office/drawing/2014/main" id="{960EEB33-C989-4E30-A345-AE7AD67355AF}"/>
              </a:ext>
            </a:extLst>
          </p:cNvPr>
          <p:cNvSpPr>
            <a:spLocks xmlns:a="http://schemas.openxmlformats.org/drawingml/2006/main" noGrp="1"/>
          </p:cNvSpPr>
          <p:nvPr/>
        </p:nvSpPr>
        <p:spPr>
          <a:xfrm xmlns:a="http://schemas.openxmlformats.org/drawingml/2006/main">
            <a:off x="457200" y="1676400"/>
            <a:ext cx="11277600" cy="4229100"/>
          </a:xfrm>
          <a:prstGeom xmlns:a="http://schemas.openxmlformats.org/drawingml/2006/main" prst="roundRect">
            <a:avLst>
              <a:gd name="adj" fmla="val 2703"/>
            </a:avLst>
          </a:prstGeom>
          <a:solidFill xmlns:a="http://schemas.openxmlformats.org/drawingml/2006/main">
            <a:srgbClr val="101010"/>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46BB72CD-73BB-46EB-945C-F93058445CC6}"/>
              </a:ext>
            </a:extLst>
          </p:cNvPr>
          <p:cNvSpPr>
            <a:spLocks xmlns:a="http://schemas.openxmlformats.org/drawingml/2006/main" noGrp="1"/>
          </p:cNvSpPr>
          <p:nvPr/>
        </p:nvSpPr>
        <p:spPr>
          <a:xfrm xmlns:a="http://schemas.openxmlformats.org/drawingml/2006/main">
            <a:off x="457200" y="1676400"/>
            <a:ext cx="11277600" cy="400050"/>
          </a:xfrm>
          <a:prstGeom xmlns:a="http://schemas.openxmlformats.org/drawingml/2006/main" prst="roundRect">
            <a:avLst>
              <a:gd name="adj" fmla="val 28571"/>
            </a:avLst>
          </a:prstGeom>
          <a:solidFill xmlns:a="http://schemas.openxmlformats.org/drawingml/2006/main">
            <a:srgbClr val="17130D"/>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29564098-E1E1-498A-A493-B512CD6D088A}"/>
              </a:ext>
            </a:extLst>
          </p:cNvPr>
          <p:cNvSpPr>
            <a:spLocks xmlns:a="http://schemas.openxmlformats.org/drawingml/2006/main" noGrp="1"/>
          </p:cNvSpPr>
          <p:nvPr/>
        </p:nvSpPr>
        <p:spPr>
          <a:xfrm xmlns:a="http://schemas.openxmlformats.org/drawingml/2006/main">
            <a:off x="647700" y="1800225"/>
            <a:ext cx="1047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F2B84B"/>
                </a:solidFill>
              </a:defRPr>
            </a:pPr>
            <a:r>
              <a:rPr sz="825" b="1" i="0">
                <a:solidFill>
                  <a:srgbClr val="F2B84B"/>
                </a:solidFill>
              </a:rPr>
              <a:t>LIGHTYEAR</a:t>
            </a:r>
          </a:p>
        </p:txBody>
      </p:sp>
      <p:sp>
        <p:nvSpPr>
          <p:cNvPr id="12" name="">
            <a:extLst xmlns:a="http://schemas.openxmlformats.org/drawingml/2006/main">
              <a:ext uri="{FF2B5EF4-FFF2-40B4-BE49-F238E27FC236}">
                <a16:creationId xmlns:a16="http://schemas.microsoft.com/office/drawing/2014/main" id="{F6E54951-251C-4368-AAD1-06A42497DE45}"/>
              </a:ext>
            </a:extLst>
          </p:cNvPr>
          <p:cNvSpPr>
            <a:spLocks xmlns:a="http://schemas.openxmlformats.org/drawingml/2006/main" noGrp="1"/>
          </p:cNvSpPr>
          <p:nvPr/>
        </p:nvSpPr>
        <p:spPr>
          <a:xfrm xmlns:a="http://schemas.openxmlformats.org/drawingml/2006/main">
            <a:off x="8458200" y="1800225"/>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C5BDAF"/>
                </a:solidFill>
              </a:defRPr>
            </a:pPr>
            <a:r>
              <a:rPr sz="750" b="0" i="0">
                <a:solidFill>
                  <a:srgbClr val="C5BDAF"/>
                </a:solidFill>
              </a:rPr>
              <a:t>Composite estate · 11,328 nodes · read-only</a:t>
            </a:r>
          </a:p>
        </p:txBody>
      </p:sp>
      <p:sp>
        <p:nvSpPr>
          <p:cNvPr id="13" name="">
            <a:extLst xmlns:a="http://schemas.openxmlformats.org/drawingml/2006/main">
              <a:ext uri="{FF2B5EF4-FFF2-40B4-BE49-F238E27FC236}">
                <a16:creationId xmlns:a16="http://schemas.microsoft.com/office/drawing/2014/main" id="{1C674BA1-80AE-4D3B-83BA-69504407C94C}"/>
              </a:ext>
            </a:extLst>
          </p:cNvPr>
          <p:cNvSpPr>
            <a:spLocks xmlns:a="http://schemas.openxmlformats.org/drawingml/2006/main" noGrp="1"/>
          </p:cNvSpPr>
          <p:nvPr/>
        </p:nvSpPr>
        <p:spPr>
          <a:xfrm xmlns:a="http://schemas.openxmlformats.org/drawingml/2006/main">
            <a:off x="609600" y="2228850"/>
            <a:ext cx="6667500" cy="3467100"/>
          </a:xfrm>
          <a:prstGeom xmlns:a="http://schemas.openxmlformats.org/drawingml/2006/main" prst="roundRect">
            <a:avLst>
              <a:gd name="adj" fmla="val 3297"/>
            </a:avLst>
          </a:prstGeom>
          <a:solidFill xmlns:a="http://schemas.openxmlformats.org/drawingml/2006/main">
            <a:srgbClr val="050505"/>
          </a:solidFill>
          <a:ln xmlns:a="http://schemas.openxmlformats.org/drawingml/2006/main" w="9525">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07492C1E-064D-4222-8A6E-04C63CB82BB2}"/>
              </a:ext>
            </a:extLst>
          </p:cNvPr>
          <p:cNvSpPr>
            <a:spLocks xmlns:a="http://schemas.openxmlformats.org/drawingml/2006/main" noGrp="1"/>
          </p:cNvSpPr>
          <p:nvPr/>
        </p:nvSpPr>
        <p:spPr>
          <a:xfrm xmlns:a="http://schemas.openxmlformats.org/drawingml/2006/main">
            <a:off x="819150" y="2390775"/>
            <a:ext cx="1809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GRAPH CONTEXT</a:t>
            </a:r>
          </a:p>
        </p:txBody>
      </p:sp>
      <p:sp>
        <p:nvSpPr>
          <p:cNvPr id="15" name="">
            <a:extLst xmlns:a="http://schemas.openxmlformats.org/drawingml/2006/main">
              <a:ext uri="{FF2B5EF4-FFF2-40B4-BE49-F238E27FC236}">
                <a16:creationId xmlns:a16="http://schemas.microsoft.com/office/drawing/2014/main" id="{11900B38-E72E-48DB-845E-18D833A5D033}"/>
              </a:ext>
            </a:extLst>
          </p:cNvPr>
          <p:cNvSpPr>
            <a:spLocks xmlns:a="http://schemas.openxmlformats.org/drawingml/2006/main" noGrp="1"/>
          </p:cNvSpPr>
          <p:nvPr/>
        </p:nvSpPr>
        <p:spPr>
          <a:xfrm xmlns:a="http://schemas.openxmlformats.org/drawingml/2006/main">
            <a:off x="838200" y="3648075"/>
            <a:ext cx="1428750" cy="628650"/>
          </a:xfrm>
          <a:prstGeom xmlns:a="http://schemas.openxmlformats.org/drawingml/2006/main" prst="roundRect">
            <a:avLst>
              <a:gd name="adj" fmla="val 18182"/>
            </a:avLst>
          </a:prstGeom>
          <a:solidFill xmlns:a="http://schemas.openxmlformats.org/drawingml/2006/main">
            <a:srgbClr val="2A1D0B"/>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6" name="">
            <a:extLst xmlns:a="http://schemas.openxmlformats.org/drawingml/2006/main">
              <a:ext uri="{FF2B5EF4-FFF2-40B4-BE49-F238E27FC236}">
                <a16:creationId xmlns:a16="http://schemas.microsoft.com/office/drawing/2014/main" id="{AADC679B-B2DA-4F78-A558-FB998789F762}"/>
              </a:ext>
            </a:extLst>
          </p:cNvPr>
          <p:cNvSpPr>
            <a:spLocks xmlns:a="http://schemas.openxmlformats.org/drawingml/2006/main" noGrp="1"/>
          </p:cNvSpPr>
          <p:nvPr/>
        </p:nvSpPr>
        <p:spPr>
          <a:xfrm xmlns:a="http://schemas.openxmlformats.org/drawingml/2006/main">
            <a:off x="933450" y="3743325"/>
            <a:ext cx="1238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ACCTPL1</a:t>
            </a:r>
          </a:p>
        </p:txBody>
      </p:sp>
      <p:sp>
        <p:nvSpPr>
          <p:cNvPr id="17" name="">
            <a:extLst xmlns:a="http://schemas.openxmlformats.org/drawingml/2006/main">
              <a:ext uri="{FF2B5EF4-FFF2-40B4-BE49-F238E27FC236}">
                <a16:creationId xmlns:a16="http://schemas.microsoft.com/office/drawing/2014/main" id="{21C78762-6685-468C-B7E2-EC0F6C640C41}"/>
              </a:ext>
            </a:extLst>
          </p:cNvPr>
          <p:cNvSpPr>
            <a:spLocks xmlns:a="http://schemas.openxmlformats.org/drawingml/2006/main" noGrp="1"/>
          </p:cNvSpPr>
          <p:nvPr/>
        </p:nvSpPr>
        <p:spPr>
          <a:xfrm xmlns:a="http://schemas.openxmlformats.org/drawingml/2006/main">
            <a:off x="933450" y="400050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PL/I program</a:t>
            </a:r>
          </a:p>
        </p:txBody>
      </p:sp>
      <p:sp>
        <p:nvSpPr>
          <p:cNvPr id="18" name="">
            <a:extLst xmlns:a="http://schemas.openxmlformats.org/drawingml/2006/main">
              <a:ext uri="{FF2B5EF4-FFF2-40B4-BE49-F238E27FC236}">
                <a16:creationId xmlns:a16="http://schemas.microsoft.com/office/drawing/2014/main" id="{CF922DD5-5D5B-4C8A-AF12-FEB2BD7A777C}"/>
              </a:ext>
            </a:extLst>
          </p:cNvPr>
          <p:cNvSpPr>
            <a:spLocks xmlns:a="http://schemas.openxmlformats.org/drawingml/2006/main" noGrp="1"/>
          </p:cNvSpPr>
          <p:nvPr/>
        </p:nvSpPr>
        <p:spPr>
          <a:xfrm xmlns:a="http://schemas.openxmlformats.org/drawingml/2006/main">
            <a:off x="3219450" y="302895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9" name="">
            <a:extLst xmlns:a="http://schemas.openxmlformats.org/drawingml/2006/main">
              <a:ext uri="{FF2B5EF4-FFF2-40B4-BE49-F238E27FC236}">
                <a16:creationId xmlns:a16="http://schemas.microsoft.com/office/drawing/2014/main" id="{74AB3AB7-2273-4A0D-B886-2F1EB255158D}"/>
              </a:ext>
            </a:extLst>
          </p:cNvPr>
          <p:cNvSpPr>
            <a:spLocks xmlns:a="http://schemas.openxmlformats.org/drawingml/2006/main" noGrp="1"/>
          </p:cNvSpPr>
          <p:nvPr/>
        </p:nvSpPr>
        <p:spPr>
          <a:xfrm xmlns:a="http://schemas.openxmlformats.org/drawingml/2006/main">
            <a:off x="3314700" y="31242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CBACT04C</a:t>
            </a:r>
          </a:p>
        </p:txBody>
      </p:sp>
      <p:sp>
        <p:nvSpPr>
          <p:cNvPr id="20" name="">
            <a:extLst xmlns:a="http://schemas.openxmlformats.org/drawingml/2006/main">
              <a:ext uri="{FF2B5EF4-FFF2-40B4-BE49-F238E27FC236}">
                <a16:creationId xmlns:a16="http://schemas.microsoft.com/office/drawing/2014/main" id="{CFFED345-31DB-4A52-BD75-F9F301893597}"/>
              </a:ext>
            </a:extLst>
          </p:cNvPr>
          <p:cNvSpPr>
            <a:spLocks xmlns:a="http://schemas.openxmlformats.org/drawingml/2006/main" noGrp="1"/>
          </p:cNvSpPr>
          <p:nvPr/>
        </p:nvSpPr>
        <p:spPr>
          <a:xfrm xmlns:a="http://schemas.openxmlformats.org/drawingml/2006/main">
            <a:off x="3314700" y="338137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COBOL program</a:t>
            </a:r>
          </a:p>
        </p:txBody>
      </p:sp>
      <p:sp>
        <p:nvSpPr>
          <p:cNvPr id="21" name="">
            <a:extLst xmlns:a="http://schemas.openxmlformats.org/drawingml/2006/main">
              <a:ext uri="{FF2B5EF4-FFF2-40B4-BE49-F238E27FC236}">
                <a16:creationId xmlns:a16="http://schemas.microsoft.com/office/drawing/2014/main" id="{83FE8D16-2E87-4669-A080-294537F5F520}"/>
              </a:ext>
            </a:extLst>
          </p:cNvPr>
          <p:cNvSpPr>
            <a:spLocks xmlns:a="http://schemas.openxmlformats.org/drawingml/2006/main" noGrp="1"/>
          </p:cNvSpPr>
          <p:nvPr/>
        </p:nvSpPr>
        <p:spPr>
          <a:xfrm xmlns:a="http://schemas.openxmlformats.org/drawingml/2006/main">
            <a:off x="3219450" y="426720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5E20E43E-D1B1-4FCC-AB1B-4260D80C278E}"/>
              </a:ext>
            </a:extLst>
          </p:cNvPr>
          <p:cNvSpPr>
            <a:spLocks xmlns:a="http://schemas.openxmlformats.org/drawingml/2006/main" noGrp="1"/>
          </p:cNvSpPr>
          <p:nvPr/>
        </p:nvSpPr>
        <p:spPr>
          <a:xfrm xmlns:a="http://schemas.openxmlformats.org/drawingml/2006/main">
            <a:off x="3314700" y="436245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SELECT</a:t>
            </a:r>
          </a:p>
        </p:txBody>
      </p:sp>
      <p:sp>
        <p:nvSpPr>
          <p:cNvPr id="23" name="">
            <a:extLst xmlns:a="http://schemas.openxmlformats.org/drawingml/2006/main">
              <a:ext uri="{FF2B5EF4-FFF2-40B4-BE49-F238E27FC236}">
                <a16:creationId xmlns:a16="http://schemas.microsoft.com/office/drawing/2014/main" id="{067EA6DF-5B7B-45EE-9F3A-F49761CDDEC7}"/>
              </a:ext>
            </a:extLst>
          </p:cNvPr>
          <p:cNvSpPr>
            <a:spLocks xmlns:a="http://schemas.openxmlformats.org/drawingml/2006/main" noGrp="1"/>
          </p:cNvSpPr>
          <p:nvPr/>
        </p:nvSpPr>
        <p:spPr>
          <a:xfrm xmlns:a="http://schemas.openxmlformats.org/drawingml/2006/main">
            <a:off x="3314700" y="46196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Db2 SQL statement</a:t>
            </a:r>
          </a:p>
        </p:txBody>
      </p:sp>
      <p:sp>
        <p:nvSpPr>
          <p:cNvPr id="24" name="">
            <a:extLst xmlns:a="http://schemas.openxmlformats.org/drawingml/2006/main">
              <a:ext uri="{FF2B5EF4-FFF2-40B4-BE49-F238E27FC236}">
                <a16:creationId xmlns:a16="http://schemas.microsoft.com/office/drawing/2014/main" id="{B6DF941A-3635-4529-BE1A-3C7513BBA70D}"/>
              </a:ext>
            </a:extLst>
          </p:cNvPr>
          <p:cNvSpPr>
            <a:spLocks xmlns:a="http://schemas.openxmlformats.org/drawingml/2006/main" noGrp="1"/>
          </p:cNvSpPr>
          <p:nvPr/>
        </p:nvSpPr>
        <p:spPr>
          <a:xfrm xmlns:a="http://schemas.openxmlformats.org/drawingml/2006/main">
            <a:off x="5600700" y="302895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5" name="">
            <a:extLst xmlns:a="http://schemas.openxmlformats.org/drawingml/2006/main">
              <a:ext uri="{FF2B5EF4-FFF2-40B4-BE49-F238E27FC236}">
                <a16:creationId xmlns:a16="http://schemas.microsoft.com/office/drawing/2014/main" id="{5D970EE7-59BC-4E6F-A335-B29BA0A1769D}"/>
              </a:ext>
            </a:extLst>
          </p:cNvPr>
          <p:cNvSpPr>
            <a:spLocks xmlns:a="http://schemas.openxmlformats.org/drawingml/2006/main" noGrp="1"/>
          </p:cNvSpPr>
          <p:nvPr/>
        </p:nvSpPr>
        <p:spPr>
          <a:xfrm xmlns:a="http://schemas.openxmlformats.org/drawingml/2006/main">
            <a:off x="5695950" y="31242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Evidence</a:t>
            </a:r>
          </a:p>
        </p:txBody>
      </p:sp>
      <p:sp>
        <p:nvSpPr>
          <p:cNvPr id="26" name="">
            <a:extLst xmlns:a="http://schemas.openxmlformats.org/drawingml/2006/main">
              <a:ext uri="{FF2B5EF4-FFF2-40B4-BE49-F238E27FC236}">
                <a16:creationId xmlns:a16="http://schemas.microsoft.com/office/drawing/2014/main" id="{FA98789D-6FFF-49A3-BC29-FD523A4E8510}"/>
              </a:ext>
            </a:extLst>
          </p:cNvPr>
          <p:cNvSpPr>
            <a:spLocks xmlns:a="http://schemas.openxmlformats.org/drawingml/2006/main" noGrp="1"/>
          </p:cNvSpPr>
          <p:nvPr/>
        </p:nvSpPr>
        <p:spPr>
          <a:xfrm xmlns:a="http://schemas.openxmlformats.org/drawingml/2006/main">
            <a:off x="5695950" y="338137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source capsules + hash</a:t>
            </a:r>
          </a:p>
        </p:txBody>
      </p:sp>
      <p:sp>
        <p:nvSpPr>
          <p:cNvPr id="27" name="">
            <a:extLst xmlns:a="http://schemas.openxmlformats.org/drawingml/2006/main">
              <a:ext uri="{FF2B5EF4-FFF2-40B4-BE49-F238E27FC236}">
                <a16:creationId xmlns:a16="http://schemas.microsoft.com/office/drawing/2014/main" id="{93550EE3-E20B-4F2D-BA71-F254D1009949}"/>
              </a:ext>
            </a:extLst>
          </p:cNvPr>
          <p:cNvSpPr>
            <a:spLocks xmlns:a="http://schemas.openxmlformats.org/drawingml/2006/main" noGrp="1"/>
          </p:cNvSpPr>
          <p:nvPr/>
        </p:nvSpPr>
        <p:spPr>
          <a:xfrm xmlns:a="http://schemas.openxmlformats.org/drawingml/2006/main">
            <a:off x="5600700" y="426720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8" name="">
            <a:extLst xmlns:a="http://schemas.openxmlformats.org/drawingml/2006/main">
              <a:ext uri="{FF2B5EF4-FFF2-40B4-BE49-F238E27FC236}">
                <a16:creationId xmlns:a16="http://schemas.microsoft.com/office/drawing/2014/main" id="{2623985D-7697-4FC1-8829-FE57389436E4}"/>
              </a:ext>
            </a:extLst>
          </p:cNvPr>
          <p:cNvSpPr>
            <a:spLocks xmlns:a="http://schemas.openxmlformats.org/drawingml/2006/main" noGrp="1"/>
          </p:cNvSpPr>
          <p:nvPr/>
        </p:nvSpPr>
        <p:spPr>
          <a:xfrm xmlns:a="http://schemas.openxmlformats.org/drawingml/2006/main">
            <a:off x="5695950" y="436245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AUTHFRDS</a:t>
            </a:r>
          </a:p>
        </p:txBody>
      </p:sp>
      <p:sp>
        <p:nvSpPr>
          <p:cNvPr id="29" name="">
            <a:extLst xmlns:a="http://schemas.openxmlformats.org/drawingml/2006/main">
              <a:ext uri="{FF2B5EF4-FFF2-40B4-BE49-F238E27FC236}">
                <a16:creationId xmlns:a16="http://schemas.microsoft.com/office/drawing/2014/main" id="{64677B1A-EB74-4072-82F9-00B194B72ABB}"/>
              </a:ext>
            </a:extLst>
          </p:cNvPr>
          <p:cNvSpPr>
            <a:spLocks xmlns:a="http://schemas.openxmlformats.org/drawingml/2006/main" noGrp="1"/>
          </p:cNvSpPr>
          <p:nvPr/>
        </p:nvSpPr>
        <p:spPr>
          <a:xfrm xmlns:a="http://schemas.openxmlformats.org/drawingml/2006/main">
            <a:off x="5695950" y="46196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Db2 table</a:t>
            </a:r>
          </a:p>
        </p:txBody>
      </p:sp>
      <p:cxnSp>
        <p:nvCxnSpPr>
          <p:cNvPr id="206" name=""/>
          <p:cNvCxnSpPr>
            <a:stCxn xmlns:a="http://schemas.openxmlformats.org/drawingml/2006/main" id="15" idx="3"/>
            <a:endCxn xmlns:a="http://schemas.openxmlformats.org/drawingml/2006/main" id="18" idx="1"/>
          </p:cNvCxnSpPr>
          <p:nvPr/>
        </p:nvCxnSpPr>
        <p:spPr>
          <a:xfrm xmlns:a="http://schemas.openxmlformats.org/drawingml/2006/main" flipV="1">
            <a:off x="2266950" y="3343275"/>
            <a:ext cx="952500" cy="619125"/>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7" name=""/>
          <p:cNvCxnSpPr>
            <a:stCxn xmlns:a="http://schemas.openxmlformats.org/drawingml/2006/main" id="15" idx="3"/>
            <a:endCxn xmlns:a="http://schemas.openxmlformats.org/drawingml/2006/main" id="21" idx="1"/>
          </p:cNvCxnSpPr>
          <p:nvPr/>
        </p:nvCxnSpPr>
        <p:spPr>
          <a:xfrm xmlns:a="http://schemas.openxmlformats.org/drawingml/2006/main">
            <a:off x="2266950" y="3962400"/>
            <a:ext cx="952500" cy="619125"/>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8" name=""/>
          <p:cNvCxnSpPr>
            <a:stCxn xmlns:a="http://schemas.openxmlformats.org/drawingml/2006/main" id="18" idx="3"/>
            <a:endCxn xmlns:a="http://schemas.openxmlformats.org/drawingml/2006/main" id="24" idx="1"/>
          </p:cNvCxnSpPr>
          <p:nvPr/>
        </p:nvCxnSpPr>
        <p:spPr>
          <a:xfrm xmlns:a="http://schemas.openxmlformats.org/drawingml/2006/main">
            <a:off x="4743450" y="3343275"/>
            <a:ext cx="857250" cy="0"/>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9" name=""/>
          <p:cNvCxnSpPr>
            <a:stCxn xmlns:a="http://schemas.openxmlformats.org/drawingml/2006/main" id="21" idx="3"/>
            <a:endCxn xmlns:a="http://schemas.openxmlformats.org/drawingml/2006/main" id="27" idx="1"/>
          </p:cNvCxnSpPr>
          <p:nvPr/>
        </p:nvCxnSpPr>
        <p:spPr>
          <a:xfrm xmlns:a="http://schemas.openxmlformats.org/drawingml/2006/main">
            <a:off x="4743450" y="4581525"/>
            <a:ext cx="857250" cy="0"/>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sp>
        <p:nvSpPr>
          <p:cNvPr id="34" name="">
            <a:extLst xmlns:a="http://schemas.openxmlformats.org/drawingml/2006/main">
              <a:ext uri="{FF2B5EF4-FFF2-40B4-BE49-F238E27FC236}">
                <a16:creationId xmlns:a16="http://schemas.microsoft.com/office/drawing/2014/main" id="{54514E7F-B807-4B14-93F5-BFB57E67CD5C}"/>
              </a:ext>
            </a:extLst>
          </p:cNvPr>
          <p:cNvSpPr>
            <a:spLocks xmlns:a="http://schemas.openxmlformats.org/drawingml/2006/main" noGrp="1"/>
          </p:cNvSpPr>
          <p:nvPr/>
        </p:nvSpPr>
        <p:spPr>
          <a:xfrm xmlns:a="http://schemas.openxmlformats.org/drawingml/2006/main">
            <a:off x="2400300" y="3286125"/>
            <a:ext cx="723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CALLS</a:t>
            </a:r>
          </a:p>
        </p:txBody>
      </p:sp>
      <p:sp>
        <p:nvSpPr>
          <p:cNvPr id="35" name="">
            <a:extLst xmlns:a="http://schemas.openxmlformats.org/drawingml/2006/main">
              <a:ext uri="{FF2B5EF4-FFF2-40B4-BE49-F238E27FC236}">
                <a16:creationId xmlns:a16="http://schemas.microsoft.com/office/drawing/2014/main" id="{FDED7F7C-E216-4691-B3A6-61039300BC9E}"/>
              </a:ext>
            </a:extLst>
          </p:cNvPr>
          <p:cNvSpPr>
            <a:spLocks xmlns:a="http://schemas.openxmlformats.org/drawingml/2006/main" noGrp="1"/>
          </p:cNvSpPr>
          <p:nvPr/>
        </p:nvSpPr>
        <p:spPr>
          <a:xfrm xmlns:a="http://schemas.openxmlformats.org/drawingml/2006/main">
            <a:off x="2305050" y="445770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ISSUES_SQL</a:t>
            </a:r>
          </a:p>
        </p:txBody>
      </p:sp>
      <p:sp>
        <p:nvSpPr>
          <p:cNvPr id="36" name="">
            <a:extLst xmlns:a="http://schemas.openxmlformats.org/drawingml/2006/main">
              <a:ext uri="{FF2B5EF4-FFF2-40B4-BE49-F238E27FC236}">
                <a16:creationId xmlns:a16="http://schemas.microsoft.com/office/drawing/2014/main" id="{4E301B2B-1DB2-4AB9-81BF-F6DF7F167715}"/>
              </a:ext>
            </a:extLst>
          </p:cNvPr>
          <p:cNvSpPr>
            <a:spLocks xmlns:a="http://schemas.openxmlformats.org/drawingml/2006/main" noGrp="1"/>
          </p:cNvSpPr>
          <p:nvPr/>
        </p:nvSpPr>
        <p:spPr>
          <a:xfrm xmlns:a="http://schemas.openxmlformats.org/drawingml/2006/main">
            <a:off x="4838700" y="445770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READS</a:t>
            </a:r>
          </a:p>
        </p:txBody>
      </p:sp>
      <p:sp>
        <p:nvSpPr>
          <p:cNvPr id="37" name="">
            <a:extLst xmlns:a="http://schemas.openxmlformats.org/drawingml/2006/main">
              <a:ext uri="{FF2B5EF4-FFF2-40B4-BE49-F238E27FC236}">
                <a16:creationId xmlns:a16="http://schemas.microsoft.com/office/drawing/2014/main" id="{10CFC63E-5E85-41E4-AA8F-EAB4764D6A29}"/>
              </a:ext>
            </a:extLst>
          </p:cNvPr>
          <p:cNvSpPr>
            <a:spLocks xmlns:a="http://schemas.openxmlformats.org/drawingml/2006/main" noGrp="1"/>
          </p:cNvSpPr>
          <p:nvPr/>
        </p:nvSpPr>
        <p:spPr>
          <a:xfrm xmlns:a="http://schemas.openxmlformats.org/drawingml/2006/main">
            <a:off x="7429500" y="2228850"/>
            <a:ext cx="4152900" cy="3467100"/>
          </a:xfrm>
          <a:prstGeom xmlns:a="http://schemas.openxmlformats.org/drawingml/2006/main" prst="roundRect">
            <a:avLst>
              <a:gd name="adj" fmla="val 3297"/>
            </a:avLst>
          </a:prstGeom>
          <a:solidFill xmlns:a="http://schemas.openxmlformats.org/drawingml/2006/main">
            <a:srgbClr val="17130D"/>
          </a:solidFill>
          <a:ln xmlns:a="http://schemas.openxmlformats.org/drawingml/2006/main" w="9525">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8" name="">
            <a:extLst xmlns:a="http://schemas.openxmlformats.org/drawingml/2006/main">
              <a:ext uri="{FF2B5EF4-FFF2-40B4-BE49-F238E27FC236}">
                <a16:creationId xmlns:a16="http://schemas.microsoft.com/office/drawing/2014/main" id="{5F9E428C-C5DA-4B8C-B9FD-93023F772FC4}"/>
              </a:ext>
            </a:extLst>
          </p:cNvPr>
          <p:cNvSpPr>
            <a:spLocks xmlns:a="http://schemas.openxmlformats.org/drawingml/2006/main" noGrp="1"/>
          </p:cNvSpPr>
          <p:nvPr/>
        </p:nvSpPr>
        <p:spPr>
          <a:xfrm xmlns:a="http://schemas.openxmlformats.org/drawingml/2006/main">
            <a:off x="7581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9" name="">
            <a:extLst xmlns:a="http://schemas.openxmlformats.org/drawingml/2006/main">
              <a:ext uri="{FF2B5EF4-FFF2-40B4-BE49-F238E27FC236}">
                <a16:creationId xmlns:a16="http://schemas.microsoft.com/office/drawing/2014/main" id="{C558E7FA-1C01-4D48-871A-4D2004FC21E7}"/>
              </a:ext>
            </a:extLst>
          </p:cNvPr>
          <p:cNvSpPr>
            <a:spLocks xmlns:a="http://schemas.openxmlformats.org/drawingml/2006/main" noGrp="1"/>
          </p:cNvSpPr>
          <p:nvPr/>
        </p:nvSpPr>
        <p:spPr>
          <a:xfrm xmlns:a="http://schemas.openxmlformats.org/drawingml/2006/main">
            <a:off x="7620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Inspector</a:t>
            </a:r>
          </a:p>
        </p:txBody>
      </p:sp>
      <p:sp>
        <p:nvSpPr>
          <p:cNvPr id="40" name="">
            <a:extLst xmlns:a="http://schemas.openxmlformats.org/drawingml/2006/main">
              <a:ext uri="{FF2B5EF4-FFF2-40B4-BE49-F238E27FC236}">
                <a16:creationId xmlns:a16="http://schemas.microsoft.com/office/drawing/2014/main" id="{2335B38B-E2D4-4DEB-9E8D-ADE72064FC18}"/>
              </a:ext>
            </a:extLst>
          </p:cNvPr>
          <p:cNvSpPr>
            <a:spLocks xmlns:a="http://schemas.openxmlformats.org/drawingml/2006/main" noGrp="1"/>
          </p:cNvSpPr>
          <p:nvPr/>
        </p:nvSpPr>
        <p:spPr>
          <a:xfrm xmlns:a="http://schemas.openxmlformats.org/drawingml/2006/main">
            <a:off x="8343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1" name="">
            <a:extLst xmlns:a="http://schemas.openxmlformats.org/drawingml/2006/main">
              <a:ext uri="{FF2B5EF4-FFF2-40B4-BE49-F238E27FC236}">
                <a16:creationId xmlns:a16="http://schemas.microsoft.com/office/drawing/2014/main" id="{71247323-4FF5-48AD-A5EA-039C83E9B596}"/>
              </a:ext>
            </a:extLst>
          </p:cNvPr>
          <p:cNvSpPr>
            <a:spLocks xmlns:a="http://schemas.openxmlformats.org/drawingml/2006/main" noGrp="1"/>
          </p:cNvSpPr>
          <p:nvPr/>
        </p:nvSpPr>
        <p:spPr>
          <a:xfrm xmlns:a="http://schemas.openxmlformats.org/drawingml/2006/main">
            <a:off x="8382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Ask graph</a:t>
            </a:r>
          </a:p>
        </p:txBody>
      </p:sp>
      <p:sp>
        <p:nvSpPr>
          <p:cNvPr id="42" name="">
            <a:extLst xmlns:a="http://schemas.openxmlformats.org/drawingml/2006/main">
              <a:ext uri="{FF2B5EF4-FFF2-40B4-BE49-F238E27FC236}">
                <a16:creationId xmlns:a16="http://schemas.microsoft.com/office/drawing/2014/main" id="{B651AD65-25A6-4EEC-8058-D8409ADDAE8E}"/>
              </a:ext>
            </a:extLst>
          </p:cNvPr>
          <p:cNvSpPr>
            <a:spLocks xmlns:a="http://schemas.openxmlformats.org/drawingml/2006/main" noGrp="1"/>
          </p:cNvSpPr>
          <p:nvPr/>
        </p:nvSpPr>
        <p:spPr>
          <a:xfrm xmlns:a="http://schemas.openxmlformats.org/drawingml/2006/main">
            <a:off x="9105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3" name="">
            <a:extLst xmlns:a="http://schemas.openxmlformats.org/drawingml/2006/main">
              <a:ext uri="{FF2B5EF4-FFF2-40B4-BE49-F238E27FC236}">
                <a16:creationId xmlns:a16="http://schemas.microsoft.com/office/drawing/2014/main" id="{3F75740D-A82B-4B4B-B10A-BBD8738E1029}"/>
              </a:ext>
            </a:extLst>
          </p:cNvPr>
          <p:cNvSpPr>
            <a:spLocks xmlns:a="http://schemas.openxmlformats.org/drawingml/2006/main" noGrp="1"/>
          </p:cNvSpPr>
          <p:nvPr/>
        </p:nvSpPr>
        <p:spPr>
          <a:xfrm xmlns:a="http://schemas.openxmlformats.org/drawingml/2006/main">
            <a:off x="9144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Factory</a:t>
            </a:r>
          </a:p>
        </p:txBody>
      </p:sp>
      <p:sp>
        <p:nvSpPr>
          <p:cNvPr id="44" name="">
            <a:extLst xmlns:a="http://schemas.openxmlformats.org/drawingml/2006/main">
              <a:ext uri="{FF2B5EF4-FFF2-40B4-BE49-F238E27FC236}">
                <a16:creationId xmlns:a16="http://schemas.microsoft.com/office/drawing/2014/main" id="{9C34A9A4-2B09-4CB5-BE13-4C85F074FAC7}"/>
              </a:ext>
            </a:extLst>
          </p:cNvPr>
          <p:cNvSpPr>
            <a:spLocks xmlns:a="http://schemas.openxmlformats.org/drawingml/2006/main" noGrp="1"/>
          </p:cNvSpPr>
          <p:nvPr/>
        </p:nvSpPr>
        <p:spPr>
          <a:xfrm xmlns:a="http://schemas.openxmlformats.org/drawingml/2006/main">
            <a:off x="9867900" y="2362200"/>
            <a:ext cx="704850" cy="228600"/>
          </a:xfrm>
          <a:prstGeom xmlns:a="http://schemas.openxmlformats.org/drawingml/2006/main" prst="roundRect">
            <a:avLst>
              <a:gd name="adj" fmla="val 50000"/>
            </a:avLst>
          </a:prstGeom>
          <a:solidFill xmlns:a="http://schemas.openxmlformats.org/drawingml/2006/main">
            <a:srgbClr val="F2B84B"/>
          </a:solidFill>
          <a:ln xmlns:a="http://schemas.openxmlformats.org/drawingml/2006/main" w="762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45" name="">
            <a:extLst xmlns:a="http://schemas.openxmlformats.org/drawingml/2006/main">
              <a:ext uri="{FF2B5EF4-FFF2-40B4-BE49-F238E27FC236}">
                <a16:creationId xmlns:a16="http://schemas.microsoft.com/office/drawing/2014/main" id="{075B0CF4-C516-42CB-9A89-11714C0A0108}"/>
              </a:ext>
            </a:extLst>
          </p:cNvPr>
          <p:cNvSpPr>
            <a:spLocks xmlns:a="http://schemas.openxmlformats.org/drawingml/2006/main" noGrp="1"/>
          </p:cNvSpPr>
          <p:nvPr/>
        </p:nvSpPr>
        <p:spPr>
          <a:xfrm xmlns:a="http://schemas.openxmlformats.org/drawingml/2006/main">
            <a:off x="9906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1" i="0">
                <a:solidFill>
                  <a:srgbClr val="050505"/>
                </a:solidFill>
              </a:defRPr>
            </a:pPr>
            <a:r>
              <a:rPr sz="600" b="1" i="0">
                <a:solidFill>
                  <a:srgbClr val="050505"/>
                </a:solidFill>
              </a:rPr>
              <a:t>Portfolio</a:t>
            </a:r>
          </a:p>
        </p:txBody>
      </p:sp>
      <p:sp>
        <p:nvSpPr>
          <p:cNvPr id="46" name="">
            <a:extLst xmlns:a="http://schemas.openxmlformats.org/drawingml/2006/main">
              <a:ext uri="{FF2B5EF4-FFF2-40B4-BE49-F238E27FC236}">
                <a16:creationId xmlns:a16="http://schemas.microsoft.com/office/drawing/2014/main" id="{92EC87B7-AEB5-4756-91CF-5A12C726B11B}"/>
              </a:ext>
            </a:extLst>
          </p:cNvPr>
          <p:cNvSpPr>
            <a:spLocks xmlns:a="http://schemas.openxmlformats.org/drawingml/2006/main" noGrp="1"/>
          </p:cNvSpPr>
          <p:nvPr/>
        </p:nvSpPr>
        <p:spPr>
          <a:xfrm xmlns:a="http://schemas.openxmlformats.org/drawingml/2006/main">
            <a:off x="10629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7" name="">
            <a:extLst xmlns:a="http://schemas.openxmlformats.org/drawingml/2006/main">
              <a:ext uri="{FF2B5EF4-FFF2-40B4-BE49-F238E27FC236}">
                <a16:creationId xmlns:a16="http://schemas.microsoft.com/office/drawing/2014/main" id="{C3D3D0BC-D29A-4584-8C48-C024F175BF44}"/>
              </a:ext>
            </a:extLst>
          </p:cNvPr>
          <p:cNvSpPr>
            <a:spLocks xmlns:a="http://schemas.openxmlformats.org/drawingml/2006/main" noGrp="1"/>
          </p:cNvSpPr>
          <p:nvPr/>
        </p:nvSpPr>
        <p:spPr>
          <a:xfrm xmlns:a="http://schemas.openxmlformats.org/drawingml/2006/main">
            <a:off x="10668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Recovery</a:t>
            </a:r>
          </a:p>
        </p:txBody>
      </p:sp>
      <p:sp>
        <p:nvSpPr>
          <p:cNvPr id="48" name="">
            <a:extLst xmlns:a="http://schemas.openxmlformats.org/drawingml/2006/main">
              <a:ext uri="{FF2B5EF4-FFF2-40B4-BE49-F238E27FC236}">
                <a16:creationId xmlns:a16="http://schemas.microsoft.com/office/drawing/2014/main" id="{ABBFCC96-3749-4BFA-98D7-390BEB544104}"/>
              </a:ext>
            </a:extLst>
          </p:cNvPr>
          <p:cNvSpPr>
            <a:spLocks xmlns:a="http://schemas.openxmlformats.org/drawingml/2006/main" noGrp="1"/>
          </p:cNvSpPr>
          <p:nvPr/>
        </p:nvSpPr>
        <p:spPr>
          <a:xfrm xmlns:a="http://schemas.openxmlformats.org/drawingml/2006/main">
            <a:off x="7581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9" name="">
            <a:extLst xmlns:a="http://schemas.openxmlformats.org/drawingml/2006/main">
              <a:ext uri="{FF2B5EF4-FFF2-40B4-BE49-F238E27FC236}">
                <a16:creationId xmlns:a16="http://schemas.microsoft.com/office/drawing/2014/main" id="{88C7616C-9FE6-44F8-909E-8F526DCA7182}"/>
              </a:ext>
            </a:extLst>
          </p:cNvPr>
          <p:cNvSpPr>
            <a:spLocks xmlns:a="http://schemas.openxmlformats.org/drawingml/2006/main" noGrp="1"/>
          </p:cNvSpPr>
          <p:nvPr/>
        </p:nvSpPr>
        <p:spPr>
          <a:xfrm xmlns:a="http://schemas.openxmlformats.org/drawingml/2006/main">
            <a:off x="7620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Quality</a:t>
            </a:r>
          </a:p>
        </p:txBody>
      </p:sp>
      <p:sp>
        <p:nvSpPr>
          <p:cNvPr id="50" name="">
            <a:extLst xmlns:a="http://schemas.openxmlformats.org/drawingml/2006/main">
              <a:ext uri="{FF2B5EF4-FFF2-40B4-BE49-F238E27FC236}">
                <a16:creationId xmlns:a16="http://schemas.microsoft.com/office/drawing/2014/main" id="{540DAC0D-336C-4FAF-9A41-AF607A66BBA6}"/>
              </a:ext>
            </a:extLst>
          </p:cNvPr>
          <p:cNvSpPr>
            <a:spLocks xmlns:a="http://schemas.openxmlformats.org/drawingml/2006/main" noGrp="1"/>
          </p:cNvSpPr>
          <p:nvPr/>
        </p:nvSpPr>
        <p:spPr>
          <a:xfrm xmlns:a="http://schemas.openxmlformats.org/drawingml/2006/main">
            <a:off x="8343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1" name="">
            <a:extLst xmlns:a="http://schemas.openxmlformats.org/drawingml/2006/main">
              <a:ext uri="{FF2B5EF4-FFF2-40B4-BE49-F238E27FC236}">
                <a16:creationId xmlns:a16="http://schemas.microsoft.com/office/drawing/2014/main" id="{955EF54C-3F2C-48E9-899F-A5A95FE4453C}"/>
              </a:ext>
            </a:extLst>
          </p:cNvPr>
          <p:cNvSpPr>
            <a:spLocks xmlns:a="http://schemas.openxmlformats.org/drawingml/2006/main" noGrp="1"/>
          </p:cNvSpPr>
          <p:nvPr/>
        </p:nvSpPr>
        <p:spPr>
          <a:xfrm xmlns:a="http://schemas.openxmlformats.org/drawingml/2006/main">
            <a:off x="8382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Memory</a:t>
            </a:r>
          </a:p>
        </p:txBody>
      </p:sp>
      <p:sp>
        <p:nvSpPr>
          <p:cNvPr id="52" name="">
            <a:extLst xmlns:a="http://schemas.openxmlformats.org/drawingml/2006/main">
              <a:ext uri="{FF2B5EF4-FFF2-40B4-BE49-F238E27FC236}">
                <a16:creationId xmlns:a16="http://schemas.microsoft.com/office/drawing/2014/main" id="{A1F33795-0190-4F72-8676-FE6E2CD4A57A}"/>
              </a:ext>
            </a:extLst>
          </p:cNvPr>
          <p:cNvSpPr>
            <a:spLocks xmlns:a="http://schemas.openxmlformats.org/drawingml/2006/main" noGrp="1"/>
          </p:cNvSpPr>
          <p:nvPr/>
        </p:nvSpPr>
        <p:spPr>
          <a:xfrm xmlns:a="http://schemas.openxmlformats.org/drawingml/2006/main">
            <a:off x="9105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3" name="">
            <a:extLst xmlns:a="http://schemas.openxmlformats.org/drawingml/2006/main">
              <a:ext uri="{FF2B5EF4-FFF2-40B4-BE49-F238E27FC236}">
                <a16:creationId xmlns:a16="http://schemas.microsoft.com/office/drawing/2014/main" id="{AA8935CF-C59F-4D8A-B4A5-6F2C66944E9F}"/>
              </a:ext>
            </a:extLst>
          </p:cNvPr>
          <p:cNvSpPr>
            <a:spLocks xmlns:a="http://schemas.openxmlformats.org/drawingml/2006/main" noGrp="1"/>
          </p:cNvSpPr>
          <p:nvPr/>
        </p:nvSpPr>
        <p:spPr>
          <a:xfrm xmlns:a="http://schemas.openxmlformats.org/drawingml/2006/main">
            <a:off x="9144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Data</a:t>
            </a:r>
          </a:p>
        </p:txBody>
      </p:sp>
      <p:sp>
        <p:nvSpPr>
          <p:cNvPr id="54" name="">
            <a:extLst xmlns:a="http://schemas.openxmlformats.org/drawingml/2006/main">
              <a:ext uri="{FF2B5EF4-FFF2-40B4-BE49-F238E27FC236}">
                <a16:creationId xmlns:a16="http://schemas.microsoft.com/office/drawing/2014/main" id="{4E8B8B85-8889-4434-83E2-FEAE219C0A9D}"/>
              </a:ext>
            </a:extLst>
          </p:cNvPr>
          <p:cNvSpPr>
            <a:spLocks xmlns:a="http://schemas.openxmlformats.org/drawingml/2006/main" noGrp="1"/>
          </p:cNvSpPr>
          <p:nvPr/>
        </p:nvSpPr>
        <p:spPr>
          <a:xfrm xmlns:a="http://schemas.openxmlformats.org/drawingml/2006/main">
            <a:off x="9867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5" name="">
            <a:extLst xmlns:a="http://schemas.openxmlformats.org/drawingml/2006/main">
              <a:ext uri="{FF2B5EF4-FFF2-40B4-BE49-F238E27FC236}">
                <a16:creationId xmlns:a16="http://schemas.microsoft.com/office/drawing/2014/main" id="{C6485637-5DFC-4F9E-8F98-04D56339E445}"/>
              </a:ext>
            </a:extLst>
          </p:cNvPr>
          <p:cNvSpPr>
            <a:spLocks xmlns:a="http://schemas.openxmlformats.org/drawingml/2006/main" noGrp="1"/>
          </p:cNvSpPr>
          <p:nvPr/>
        </p:nvSpPr>
        <p:spPr>
          <a:xfrm xmlns:a="http://schemas.openxmlformats.org/drawingml/2006/main">
            <a:off x="9906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Runtime</a:t>
            </a:r>
          </a:p>
        </p:txBody>
      </p:sp>
      <p:sp>
        <p:nvSpPr>
          <p:cNvPr id="56" name="">
            <a:extLst xmlns:a="http://schemas.openxmlformats.org/drawingml/2006/main">
              <a:ext uri="{FF2B5EF4-FFF2-40B4-BE49-F238E27FC236}">
                <a16:creationId xmlns:a16="http://schemas.microsoft.com/office/drawing/2014/main" id="{FEB249F7-163B-4664-9921-65A1D54843BA}"/>
              </a:ext>
            </a:extLst>
          </p:cNvPr>
          <p:cNvSpPr>
            <a:spLocks xmlns:a="http://schemas.openxmlformats.org/drawingml/2006/main" noGrp="1"/>
          </p:cNvSpPr>
          <p:nvPr/>
        </p:nvSpPr>
        <p:spPr>
          <a:xfrm xmlns:a="http://schemas.openxmlformats.org/drawingml/2006/main">
            <a:off x="10629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7" name="">
            <a:extLst xmlns:a="http://schemas.openxmlformats.org/drawingml/2006/main">
              <a:ext uri="{FF2B5EF4-FFF2-40B4-BE49-F238E27FC236}">
                <a16:creationId xmlns:a16="http://schemas.microsoft.com/office/drawing/2014/main" id="{8BFDB474-2A79-4898-B3A2-547F993138BE}"/>
              </a:ext>
            </a:extLst>
          </p:cNvPr>
          <p:cNvSpPr>
            <a:spLocks xmlns:a="http://schemas.openxmlformats.org/drawingml/2006/main" noGrp="1"/>
          </p:cNvSpPr>
          <p:nvPr/>
        </p:nvSpPr>
        <p:spPr>
          <a:xfrm xmlns:a="http://schemas.openxmlformats.org/drawingml/2006/main">
            <a:off x="10668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Audit</a:t>
            </a:r>
          </a:p>
        </p:txBody>
      </p:sp>
      <p:sp>
        <p:nvSpPr>
          <p:cNvPr id="58" name="">
            <a:extLst xmlns:a="http://schemas.openxmlformats.org/drawingml/2006/main">
              <a:ext uri="{FF2B5EF4-FFF2-40B4-BE49-F238E27FC236}">
                <a16:creationId xmlns:a16="http://schemas.microsoft.com/office/drawing/2014/main" id="{85F16B7A-6FFE-459D-B179-AA3E15411E85}"/>
              </a:ext>
            </a:extLst>
          </p:cNvPr>
          <p:cNvSpPr>
            <a:spLocks xmlns:a="http://schemas.openxmlformats.org/drawingml/2006/main" noGrp="1"/>
          </p:cNvSpPr>
          <p:nvPr/>
        </p:nvSpPr>
        <p:spPr>
          <a:xfrm xmlns:a="http://schemas.openxmlformats.org/drawingml/2006/main">
            <a:off x="7639050" y="3105150"/>
            <a:ext cx="3619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MULTI-WORKLOAD CONTROL TOWER</a:t>
            </a:r>
          </a:p>
        </p:txBody>
      </p:sp>
      <p:sp>
        <p:nvSpPr>
          <p:cNvPr id="59" name="">
            <a:extLst xmlns:a="http://schemas.openxmlformats.org/drawingml/2006/main">
              <a:ext uri="{FF2B5EF4-FFF2-40B4-BE49-F238E27FC236}">
                <a16:creationId xmlns:a16="http://schemas.microsoft.com/office/drawing/2014/main" id="{1563CC4B-801A-4720-B5D6-B17205EEFCF5}"/>
              </a:ext>
            </a:extLst>
          </p:cNvPr>
          <p:cNvSpPr>
            <a:spLocks xmlns:a="http://schemas.openxmlformats.org/drawingml/2006/main" noGrp="1"/>
          </p:cNvSpPr>
          <p:nvPr/>
        </p:nvSpPr>
        <p:spPr>
          <a:xfrm xmlns:a="http://schemas.openxmlformats.org/drawingml/2006/main">
            <a:off x="7639050" y="3352800"/>
            <a:ext cx="361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F8F4EC"/>
                </a:solidFill>
              </a:defRPr>
            </a:pPr>
            <a:r>
              <a:rPr sz="1650" b="1" i="0">
                <a:solidFill>
                  <a:srgbClr val="F8F4EC"/>
                </a:solidFill>
              </a:rPr>
              <a:t>Coordinate cells without delegating authority</a:t>
            </a:r>
          </a:p>
        </p:txBody>
      </p:sp>
      <p:sp>
        <p:nvSpPr>
          <p:cNvPr id="60" name="">
            <a:extLst xmlns:a="http://schemas.openxmlformats.org/drawingml/2006/main">
              <a:ext uri="{FF2B5EF4-FFF2-40B4-BE49-F238E27FC236}">
                <a16:creationId xmlns:a16="http://schemas.microsoft.com/office/drawing/2014/main" id="{46075AB6-0B60-449F-9C2C-E3F95AFFDDEC}"/>
              </a:ext>
            </a:extLst>
          </p:cNvPr>
          <p:cNvSpPr>
            <a:spLocks xmlns:a="http://schemas.openxmlformats.org/drawingml/2006/main" noGrp="1"/>
          </p:cNvSpPr>
          <p:nvPr/>
        </p:nvSpPr>
        <p:spPr>
          <a:xfrm xmlns:a="http://schemas.openxmlformats.org/drawingml/2006/main">
            <a:off x="7658100" y="4048125"/>
            <a:ext cx="228600" cy="228600"/>
          </a:xfrm>
          <a:prstGeom xmlns:a="http://schemas.openxmlformats.org/drawingml/2006/main" prst="ellipse">
            <a:avLst/>
          </a:prstGeom>
          <a:solidFill xmlns:a="http://schemas.openxmlformats.org/drawingml/2006/main">
            <a:srgbClr val="F2B84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1" name="">
            <a:extLst xmlns:a="http://schemas.openxmlformats.org/drawingml/2006/main">
              <a:ext uri="{FF2B5EF4-FFF2-40B4-BE49-F238E27FC236}">
                <a16:creationId xmlns:a16="http://schemas.microsoft.com/office/drawing/2014/main" id="{C48A420E-1011-47E1-9366-15AE3ECDFEBD}"/>
              </a:ext>
            </a:extLst>
          </p:cNvPr>
          <p:cNvSpPr>
            <a:spLocks xmlns:a="http://schemas.openxmlformats.org/drawingml/2006/main" noGrp="1"/>
          </p:cNvSpPr>
          <p:nvPr/>
        </p:nvSpPr>
        <p:spPr>
          <a:xfrm xmlns:a="http://schemas.openxmlformats.org/drawingml/2006/main">
            <a:off x="7658100" y="410527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050505"/>
                </a:solidFill>
              </a:defRPr>
            </a:pPr>
            <a:r>
              <a:rPr sz="675" b="1" i="0">
                <a:solidFill>
                  <a:srgbClr val="050505"/>
                </a:solidFill>
              </a:rPr>
              <a:t>1</a:t>
            </a:r>
          </a:p>
        </p:txBody>
      </p:sp>
      <p:sp>
        <p:nvSpPr>
          <p:cNvPr id="62" name="">
            <a:extLst xmlns:a="http://schemas.openxmlformats.org/drawingml/2006/main">
              <a:ext uri="{FF2B5EF4-FFF2-40B4-BE49-F238E27FC236}">
                <a16:creationId xmlns:a16="http://schemas.microsoft.com/office/drawing/2014/main" id="{B46E2966-E93C-43C6-A3BB-186698E3BF58}"/>
              </a:ext>
            </a:extLst>
          </p:cNvPr>
          <p:cNvSpPr>
            <a:spLocks xmlns:a="http://schemas.openxmlformats.org/drawingml/2006/main" noGrp="1"/>
          </p:cNvSpPr>
          <p:nvPr/>
        </p:nvSpPr>
        <p:spPr>
          <a:xfrm xmlns:a="http://schemas.openxmlformats.org/drawingml/2006/main">
            <a:off x="8001000" y="403860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8F4EC"/>
                </a:solidFill>
              </a:defRPr>
            </a:pPr>
            <a:r>
              <a:rPr sz="1050" b="1" i="0">
                <a:solidFill>
                  <a:srgbClr val="F8F4EC"/>
                </a:solidFill>
              </a:rPr>
              <a:t>Conflict-aware execution waves</a:t>
            </a:r>
          </a:p>
        </p:txBody>
      </p:sp>
      <p:sp>
        <p:nvSpPr>
          <p:cNvPr id="63" name="">
            <a:extLst xmlns:a="http://schemas.openxmlformats.org/drawingml/2006/main">
              <a:ext uri="{FF2B5EF4-FFF2-40B4-BE49-F238E27FC236}">
                <a16:creationId xmlns:a16="http://schemas.microsoft.com/office/drawing/2014/main" id="{4EFF952B-2DEE-431F-8CC0-2535B9BC64FE}"/>
              </a:ext>
            </a:extLst>
          </p:cNvPr>
          <p:cNvSpPr>
            <a:spLocks xmlns:a="http://schemas.openxmlformats.org/drawingml/2006/main" noGrp="1"/>
          </p:cNvSpPr>
          <p:nvPr/>
        </p:nvSpPr>
        <p:spPr>
          <a:xfrm xmlns:a="http://schemas.openxmlformats.org/drawingml/2006/main">
            <a:off x="7658100" y="4524375"/>
            <a:ext cx="228600" cy="228600"/>
          </a:xfrm>
          <a:prstGeom xmlns:a="http://schemas.openxmlformats.org/drawingml/2006/main" prst="ellipse">
            <a:avLst/>
          </a:prstGeom>
          <a:solidFill xmlns:a="http://schemas.openxmlformats.org/drawingml/2006/main">
            <a:srgbClr val="2A1D0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4" name="">
            <a:extLst xmlns:a="http://schemas.openxmlformats.org/drawingml/2006/main">
              <a:ext uri="{FF2B5EF4-FFF2-40B4-BE49-F238E27FC236}">
                <a16:creationId xmlns:a16="http://schemas.microsoft.com/office/drawing/2014/main" id="{7F1EB7BB-0A16-4830-8CC0-16B0C30F7757}"/>
              </a:ext>
            </a:extLst>
          </p:cNvPr>
          <p:cNvSpPr>
            <a:spLocks xmlns:a="http://schemas.openxmlformats.org/drawingml/2006/main" noGrp="1"/>
          </p:cNvSpPr>
          <p:nvPr/>
        </p:nvSpPr>
        <p:spPr>
          <a:xfrm xmlns:a="http://schemas.openxmlformats.org/drawingml/2006/main">
            <a:off x="7658100" y="458152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F2B84B"/>
                </a:solidFill>
              </a:defRPr>
            </a:pPr>
            <a:r>
              <a:rPr sz="675" b="1" i="0">
                <a:solidFill>
                  <a:srgbClr val="F2B84B"/>
                </a:solidFill>
              </a:rPr>
              <a:t>2</a:t>
            </a:r>
          </a:p>
        </p:txBody>
      </p:sp>
      <p:sp>
        <p:nvSpPr>
          <p:cNvPr id="65" name="">
            <a:extLst xmlns:a="http://schemas.openxmlformats.org/drawingml/2006/main">
              <a:ext uri="{FF2B5EF4-FFF2-40B4-BE49-F238E27FC236}">
                <a16:creationId xmlns:a16="http://schemas.microsoft.com/office/drawing/2014/main" id="{C4551C58-34C6-4EDA-B24F-63B6FB70F347}"/>
              </a:ext>
            </a:extLst>
          </p:cNvPr>
          <p:cNvSpPr>
            <a:spLocks xmlns:a="http://schemas.openxmlformats.org/drawingml/2006/main" noGrp="1"/>
          </p:cNvSpPr>
          <p:nvPr/>
        </p:nvSpPr>
        <p:spPr>
          <a:xfrm xmlns:a="http://schemas.openxmlformats.org/drawingml/2006/main">
            <a:off x="8001000" y="451485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Risk + approval posture</a:t>
            </a:r>
          </a:p>
        </p:txBody>
      </p:sp>
      <p:sp>
        <p:nvSpPr>
          <p:cNvPr id="66" name="">
            <a:extLst xmlns:a="http://schemas.openxmlformats.org/drawingml/2006/main">
              <a:ext uri="{FF2B5EF4-FFF2-40B4-BE49-F238E27FC236}">
                <a16:creationId xmlns:a16="http://schemas.microsoft.com/office/drawing/2014/main" id="{424E06F1-41EE-4D60-AD01-C4DB0CBFF2B6}"/>
              </a:ext>
            </a:extLst>
          </p:cNvPr>
          <p:cNvSpPr>
            <a:spLocks xmlns:a="http://schemas.openxmlformats.org/drawingml/2006/main" noGrp="1"/>
          </p:cNvSpPr>
          <p:nvPr/>
        </p:nvSpPr>
        <p:spPr>
          <a:xfrm xmlns:a="http://schemas.openxmlformats.org/drawingml/2006/main">
            <a:off x="7658100" y="5000625"/>
            <a:ext cx="228600" cy="228600"/>
          </a:xfrm>
          <a:prstGeom xmlns:a="http://schemas.openxmlformats.org/drawingml/2006/main" prst="ellipse">
            <a:avLst/>
          </a:prstGeom>
          <a:solidFill xmlns:a="http://schemas.openxmlformats.org/drawingml/2006/main">
            <a:srgbClr val="2A1D0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7" name="">
            <a:extLst xmlns:a="http://schemas.openxmlformats.org/drawingml/2006/main">
              <a:ext uri="{FF2B5EF4-FFF2-40B4-BE49-F238E27FC236}">
                <a16:creationId xmlns:a16="http://schemas.microsoft.com/office/drawing/2014/main" id="{DD6D796A-2B2B-45A0-90E1-AD432B77E82E}"/>
              </a:ext>
            </a:extLst>
          </p:cNvPr>
          <p:cNvSpPr>
            <a:spLocks xmlns:a="http://schemas.openxmlformats.org/drawingml/2006/main" noGrp="1"/>
          </p:cNvSpPr>
          <p:nvPr/>
        </p:nvSpPr>
        <p:spPr>
          <a:xfrm xmlns:a="http://schemas.openxmlformats.org/drawingml/2006/main">
            <a:off x="7658100" y="505777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F2B84B"/>
                </a:solidFill>
              </a:defRPr>
            </a:pPr>
            <a:r>
              <a:rPr sz="675" b="1" i="0">
                <a:solidFill>
                  <a:srgbClr val="F2B84B"/>
                </a:solidFill>
              </a:rPr>
              <a:t>3</a:t>
            </a:r>
          </a:p>
        </p:txBody>
      </p:sp>
      <p:sp>
        <p:nvSpPr>
          <p:cNvPr id="68" name="">
            <a:extLst xmlns:a="http://schemas.openxmlformats.org/drawingml/2006/main">
              <a:ext uri="{FF2B5EF4-FFF2-40B4-BE49-F238E27FC236}">
                <a16:creationId xmlns:a16="http://schemas.microsoft.com/office/drawing/2014/main" id="{DB0AE0FD-B639-4866-B863-3393B5AB405A}"/>
              </a:ext>
            </a:extLst>
          </p:cNvPr>
          <p:cNvSpPr>
            <a:spLocks xmlns:a="http://schemas.openxmlformats.org/drawingml/2006/main" noGrp="1"/>
          </p:cNvSpPr>
          <p:nvPr/>
        </p:nvSpPr>
        <p:spPr>
          <a:xfrm xmlns:a="http://schemas.openxmlformats.org/drawingml/2006/main">
            <a:off x="8001000" y="499110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Plan identity across workloads</a:t>
            </a:r>
          </a:p>
        </p:txBody>
      </p:sp>
      <p:sp>
        <p:nvSpPr>
          <p:cNvPr id="69" name="">
            <a:extLst xmlns:a="http://schemas.openxmlformats.org/drawingml/2006/main">
              <a:ext uri="{FF2B5EF4-FFF2-40B4-BE49-F238E27FC236}">
                <a16:creationId xmlns:a16="http://schemas.microsoft.com/office/drawing/2014/main" id="{040B1103-25B6-44B3-A4F1-53C95BD1BF6B}"/>
              </a:ext>
            </a:extLst>
          </p:cNvPr>
          <p:cNvSpPr>
            <a:spLocks xmlns:a="http://schemas.openxmlformats.org/drawingml/2006/main" noGrp="1"/>
          </p:cNvSpPr>
          <p:nvPr/>
        </p:nvSpPr>
        <p:spPr>
          <a:xfrm xmlns:a="http://schemas.openxmlformats.org/drawingml/2006/main">
            <a:off x="7639050" y="5410200"/>
            <a:ext cx="1257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Customer value</a:t>
            </a:r>
          </a:p>
        </p:txBody>
      </p:sp>
      <p:sp>
        <p:nvSpPr>
          <p:cNvPr id="70" name="">
            <a:extLst xmlns:a="http://schemas.openxmlformats.org/drawingml/2006/main">
              <a:ext uri="{FF2B5EF4-FFF2-40B4-BE49-F238E27FC236}">
                <a16:creationId xmlns:a16="http://schemas.microsoft.com/office/drawing/2014/main" id="{96091639-84E6-436E-9F46-4425C95300C5}"/>
              </a:ext>
            </a:extLst>
          </p:cNvPr>
          <p:cNvSpPr>
            <a:spLocks xmlns:a="http://schemas.openxmlformats.org/drawingml/2006/main" noGrp="1"/>
          </p:cNvSpPr>
          <p:nvPr/>
        </p:nvSpPr>
        <p:spPr>
          <a:xfrm xmlns:a="http://schemas.openxmlformats.org/drawingml/2006/main">
            <a:off x="8953500" y="5381625"/>
            <a:ext cx="2324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F8F4EC"/>
                </a:solidFill>
              </a:defRPr>
            </a:pPr>
            <a:r>
              <a:rPr sz="900" b="1" i="0">
                <a:solidFill>
                  <a:srgbClr val="F8F4EC"/>
                </a:solidFill>
              </a:rPr>
              <a:t>One shared truth surface</a:t>
            </a:r>
          </a:p>
        </p:txBody>
      </p:sp>
      <p:sp>
        <p:nvSpPr>
          <p:cNvPr id="71" name="">
            <a:extLst xmlns:a="http://schemas.openxmlformats.org/drawingml/2006/main">
              <a:ext uri="{FF2B5EF4-FFF2-40B4-BE49-F238E27FC236}">
                <a16:creationId xmlns:a16="http://schemas.microsoft.com/office/drawing/2014/main" id="{C124F1EE-6097-4A99-AB92-9F16DBC8D607}"/>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3" name="">
            <a:extLst xmlns:a="http://schemas.openxmlformats.org/drawingml/2006/main">
              <a:ext uri="{FF2B5EF4-FFF2-40B4-BE49-F238E27FC236}">
                <a16:creationId xmlns:a16="http://schemas.microsoft.com/office/drawing/2014/main" id="{DEB18EA9-3894-4A7D-A520-E4C527C68947}"/>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4" name="">
            <a:extLst xmlns:a="http://schemas.openxmlformats.org/drawingml/2006/main">
              <a:ext uri="{FF2B5EF4-FFF2-40B4-BE49-F238E27FC236}">
                <a16:creationId xmlns:a16="http://schemas.microsoft.com/office/drawing/2014/main" id="{60FD6208-CC8C-4687-A287-B4A731572502}"/>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18</a:t>
            </a:r>
          </a:p>
        </p:txBody>
      </p:sp>
      <p:pic>
        <p:nvPicPr>
          <p:cNvPr id="250" name=""/>
          <p:cNvPicPr>
            <a:picLocks xmlns:a="http://schemas.openxmlformats.org/drawingml/2006/main" noChangeAspect="1"/>
          </p:cNvPicPr>
          <p:nvPr/>
        </p:nvPicPr>
        <p:blipFill>
          <a:blip xmlns:r="http://schemas.openxmlformats.org/officeDocument/2006/relationships" xmlns:a="http://schemas.openxmlformats.org/drawingml/2006/main" r:embed="R7c03a63c20ba48df">
            <a:extLst>
              <a:ext uri="{96DAC541-7B7A-43D3-8B79-37D633B846F1}">
                <asvg:svgBlip xmlns:asvg="http://schemas.microsoft.com/office/drawing/2016/SVG/main" r:embed="Re87eccd106ab4c3c"/>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251" name=""/>
          <p:cNvPicPr>
            <a:picLocks xmlns:a="http://schemas.openxmlformats.org/drawingml/2006/main" noChangeAspect="1"/>
          </p:cNvPicPr>
          <p:nvPr/>
        </p:nvPicPr>
        <p:blipFill>
          <a:blip xmlns:r="http://schemas.openxmlformats.org/officeDocument/2006/relationships" xmlns:a="http://schemas.openxmlformats.org/drawingml/2006/main" r:embed="Rf8775c6178684352">
            <a:extLst>
              <a:ext uri="{96DAC541-7B7A-43D3-8B79-37D633B846F1}">
                <asvg:svgBlip xmlns:asvg="http://schemas.microsoft.com/office/drawing/2016/SVG/main" r:embed="R49e9acc65ab14478"/>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195746488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75" name="">
            <a:extLst xmlns:a="http://schemas.openxmlformats.org/drawingml/2006/main">
              <a:ext uri="{FF2B5EF4-FFF2-40B4-BE49-F238E27FC236}">
                <a16:creationId xmlns:a16="http://schemas.microsoft.com/office/drawing/2014/main" id="{23A3B554-3C03-4A5F-9581-D7EA44570DD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276FC2CC-5820-4DDD-89F4-C81C95AB0E7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gradFill xmlns:a="http://schemas.openxmlformats.org/drawingml/2006/main">
            <a:gsLst>
              <a:gs pos="0">
                <a:srgbClr val="D68A17"/>
              </a:gs>
              <a:gs pos="100000">
                <a:srgbClr val="F2B84B"/>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70F65D2D-D1B9-4EFD-A72E-5179FF2701BB}"/>
              </a:ext>
            </a:extLst>
          </p:cNvPr>
          <p:cNvSpPr>
            <a:spLocks xmlns:a="http://schemas.openxmlformats.org/drawingml/2006/main" noGrp="1"/>
          </p:cNvSpPr>
          <p:nvPr/>
        </p:nvSpPr>
        <p:spPr>
          <a:xfrm xmlns:a="http://schemas.openxmlformats.org/drawingml/2006/main">
            <a:off x="10763250" y="171450"/>
            <a:ext cx="1200150" cy="1200150"/>
          </a:xfrm>
          <a:prstGeom xmlns:a="http://schemas.openxmlformats.org/drawingml/2006/main" prst="ellipse">
            <a:avLst/>
          </a:prstGeom>
          <a:solidFill xmlns:a="http://schemas.openxmlformats.org/drawingml/2006/main">
            <a:srgbClr val="F2B84B">
              <a:alpha val="8000"/>
            </a:srgbClr>
          </a:solidFill>
          <a:ln xmlns:a="http://schemas.openxmlformats.org/drawingml/2006/main" w="9525">
            <a:solidFill>
              <a:srgbClr val="F2B84B">
                <a:alpha val="12000"/>
              </a:srgbClr>
            </a:solidFill>
            <a:prstDash val="solid"/>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DC86A2D7-1756-4057-AB80-4ECB02431A71}"/>
              </a:ext>
            </a:extLst>
          </p:cNvPr>
          <p:cNvSpPr>
            <a:spLocks xmlns:a="http://schemas.openxmlformats.org/drawingml/2006/main" noGrp="1"/>
          </p:cNvSpPr>
          <p:nvPr/>
        </p:nvSpPr>
        <p:spPr>
          <a:xfrm xmlns:a="http://schemas.openxmlformats.org/drawingml/2006/main">
            <a:off x="171450" y="5619750"/>
            <a:ext cx="1028700" cy="1028700"/>
          </a:xfrm>
          <a:prstGeom xmlns:a="http://schemas.openxmlformats.org/drawingml/2006/main" prst="ellipse">
            <a:avLst/>
          </a:prstGeom>
          <a:solidFill xmlns:a="http://schemas.openxmlformats.org/drawingml/2006/main">
            <a:srgbClr val="D68A17">
              <a:alpha val="6000"/>
            </a:srgbClr>
          </a:solidFill>
          <a:ln xmlns:a="http://schemas.openxmlformats.org/drawingml/2006/main" w="9525">
            <a:solidFill>
              <a:srgbClr val="D68A17">
                <a:alpha val="10000"/>
              </a:srgbClr>
            </a:solidFill>
            <a:prstDash val="solid"/>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14B1ADA9-BE40-47AC-886A-8FEAA3949FBA}"/>
              </a:ext>
            </a:extLst>
          </p:cNvPr>
          <p:cNvSpPr>
            <a:spLocks xmlns:a="http://schemas.openxmlformats.org/drawingml/2006/main" noGrp="1"/>
          </p:cNvSpPr>
          <p:nvPr/>
        </p:nvSpPr>
        <p:spPr>
          <a:xfrm xmlns:a="http://schemas.openxmlformats.org/drawingml/2006/main">
            <a:off x="552450" y="323850"/>
            <a:ext cx="657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F2B84B"/>
                </a:solidFill>
              </a:defRPr>
            </a:pPr>
            <a:r>
              <a:rPr sz="975" b="1" i="0">
                <a:solidFill>
                  <a:srgbClr val="F2B84B"/>
                </a:solidFill>
              </a:rPr>
              <a:t>UI MODE · RECOVERY</a:t>
            </a:r>
          </a:p>
        </p:txBody>
      </p:sp>
      <p:sp>
        <p:nvSpPr>
          <p:cNvPr id="6" name="">
            <a:extLst xmlns:a="http://schemas.openxmlformats.org/drawingml/2006/main">
              <a:ext uri="{FF2B5EF4-FFF2-40B4-BE49-F238E27FC236}">
                <a16:creationId xmlns:a16="http://schemas.microsoft.com/office/drawing/2014/main" id="{6CB1818D-93DD-4409-9BE0-A8E1E6754E58}"/>
              </a:ext>
            </a:extLst>
          </p:cNvPr>
          <p:cNvSpPr>
            <a:spLocks xmlns:a="http://schemas.openxmlformats.org/drawingml/2006/main" noGrp="1"/>
          </p:cNvSpPr>
          <p:nvPr/>
        </p:nvSpPr>
        <p:spPr>
          <a:xfrm xmlns:a="http://schemas.openxmlformats.org/drawingml/2006/main">
            <a:off x="552450" y="6667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i="0">
                <a:solidFill>
                  <a:srgbClr val="F8F4EC"/>
                </a:solidFill>
              </a:defRPr>
            </a:pPr>
            <a:r>
              <a:rPr sz="2325" b="1" i="0">
                <a:solidFill>
                  <a:srgbClr val="F8F4EC"/>
                </a:solidFill>
              </a:rPr>
              <a:t>What happens when a worker, process, or host disappears?</a:t>
            </a:r>
          </a:p>
        </p:txBody>
      </p:sp>
      <p:sp>
        <p:nvSpPr>
          <p:cNvPr id="7" name="">
            <a:extLst xmlns:a="http://schemas.openxmlformats.org/drawingml/2006/main">
              <a:ext uri="{FF2B5EF4-FFF2-40B4-BE49-F238E27FC236}">
                <a16:creationId xmlns:a16="http://schemas.microsoft.com/office/drawing/2014/main" id="{41BA619C-6D3F-488B-A071-0D7467BA53FE}"/>
              </a:ext>
            </a:extLst>
          </p:cNvPr>
          <p:cNvSpPr>
            <a:spLocks xmlns:a="http://schemas.openxmlformats.org/drawingml/2006/main" noGrp="1"/>
          </p:cNvSpPr>
          <p:nvPr/>
        </p:nvSpPr>
        <p:spPr>
          <a:xfrm xmlns:a="http://schemas.openxmlformats.org/drawingml/2006/main">
            <a:off x="552450" y="1257300"/>
            <a:ext cx="8191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AA88C88C-BEF5-40F5-95EB-89425938C212}"/>
              </a:ext>
            </a:extLst>
          </p:cNvPr>
          <p:cNvSpPr>
            <a:spLocks xmlns:a="http://schemas.openxmlformats.org/drawingml/2006/main" noGrp="1"/>
          </p:cNvSpPr>
          <p:nvPr/>
        </p:nvSpPr>
        <p:spPr>
          <a:xfrm xmlns:a="http://schemas.openxmlformats.org/drawingml/2006/main">
            <a:off x="1600200" y="1152525"/>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C5BDAF"/>
                </a:solidFill>
              </a:defRPr>
            </a:pPr>
            <a:r>
              <a:rPr sz="1350" b="0" i="0">
                <a:solidFill>
                  <a:srgbClr val="C5BDAF"/>
                </a:solidFill>
              </a:rPr>
              <a:t>Committed product UI contract · graph context remains visible</a:t>
            </a:r>
          </a:p>
        </p:txBody>
      </p:sp>
      <p:sp>
        <p:nvSpPr>
          <p:cNvPr id="9" name="">
            <a:extLst xmlns:a="http://schemas.openxmlformats.org/drawingml/2006/main">
              <a:ext uri="{FF2B5EF4-FFF2-40B4-BE49-F238E27FC236}">
                <a16:creationId xmlns:a16="http://schemas.microsoft.com/office/drawing/2014/main" id="{C2D2EF75-7BC4-4570-8789-01F91170F8EA}"/>
              </a:ext>
            </a:extLst>
          </p:cNvPr>
          <p:cNvSpPr>
            <a:spLocks xmlns:a="http://schemas.openxmlformats.org/drawingml/2006/main" noGrp="1"/>
          </p:cNvSpPr>
          <p:nvPr/>
        </p:nvSpPr>
        <p:spPr>
          <a:xfrm xmlns:a="http://schemas.openxmlformats.org/drawingml/2006/main">
            <a:off x="457200" y="1676400"/>
            <a:ext cx="11277600" cy="4229100"/>
          </a:xfrm>
          <a:prstGeom xmlns:a="http://schemas.openxmlformats.org/drawingml/2006/main" prst="roundRect">
            <a:avLst>
              <a:gd name="adj" fmla="val 2703"/>
            </a:avLst>
          </a:prstGeom>
          <a:solidFill xmlns:a="http://schemas.openxmlformats.org/drawingml/2006/main">
            <a:srgbClr val="101010"/>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7F335024-09A7-4C32-8341-B1E340354008}"/>
              </a:ext>
            </a:extLst>
          </p:cNvPr>
          <p:cNvSpPr>
            <a:spLocks xmlns:a="http://schemas.openxmlformats.org/drawingml/2006/main" noGrp="1"/>
          </p:cNvSpPr>
          <p:nvPr/>
        </p:nvSpPr>
        <p:spPr>
          <a:xfrm xmlns:a="http://schemas.openxmlformats.org/drawingml/2006/main">
            <a:off x="457200" y="1676400"/>
            <a:ext cx="11277600" cy="400050"/>
          </a:xfrm>
          <a:prstGeom xmlns:a="http://schemas.openxmlformats.org/drawingml/2006/main" prst="roundRect">
            <a:avLst>
              <a:gd name="adj" fmla="val 28571"/>
            </a:avLst>
          </a:prstGeom>
          <a:solidFill xmlns:a="http://schemas.openxmlformats.org/drawingml/2006/main">
            <a:srgbClr val="17130D"/>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3D92BC27-4BAC-4D33-8BBC-0781C7CE62AD}"/>
              </a:ext>
            </a:extLst>
          </p:cNvPr>
          <p:cNvSpPr>
            <a:spLocks xmlns:a="http://schemas.openxmlformats.org/drawingml/2006/main" noGrp="1"/>
          </p:cNvSpPr>
          <p:nvPr/>
        </p:nvSpPr>
        <p:spPr>
          <a:xfrm xmlns:a="http://schemas.openxmlformats.org/drawingml/2006/main">
            <a:off x="647700" y="1800225"/>
            <a:ext cx="1047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F2B84B"/>
                </a:solidFill>
              </a:defRPr>
            </a:pPr>
            <a:r>
              <a:rPr sz="825" b="1" i="0">
                <a:solidFill>
                  <a:srgbClr val="F2B84B"/>
                </a:solidFill>
              </a:rPr>
              <a:t>LIGHTYEAR</a:t>
            </a:r>
          </a:p>
        </p:txBody>
      </p:sp>
      <p:sp>
        <p:nvSpPr>
          <p:cNvPr id="12" name="">
            <a:extLst xmlns:a="http://schemas.openxmlformats.org/drawingml/2006/main">
              <a:ext uri="{FF2B5EF4-FFF2-40B4-BE49-F238E27FC236}">
                <a16:creationId xmlns:a16="http://schemas.microsoft.com/office/drawing/2014/main" id="{15528CD5-B6B8-49C0-873E-DBB85DDDFBB9}"/>
              </a:ext>
            </a:extLst>
          </p:cNvPr>
          <p:cNvSpPr>
            <a:spLocks xmlns:a="http://schemas.openxmlformats.org/drawingml/2006/main" noGrp="1"/>
          </p:cNvSpPr>
          <p:nvPr/>
        </p:nvSpPr>
        <p:spPr>
          <a:xfrm xmlns:a="http://schemas.openxmlformats.org/drawingml/2006/main">
            <a:off x="8458200" y="1800225"/>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C5BDAF"/>
                </a:solidFill>
              </a:defRPr>
            </a:pPr>
            <a:r>
              <a:rPr sz="750" b="0" i="0">
                <a:solidFill>
                  <a:srgbClr val="C5BDAF"/>
                </a:solidFill>
              </a:rPr>
              <a:t>Composite estate · 11,328 nodes · read-only</a:t>
            </a:r>
          </a:p>
        </p:txBody>
      </p:sp>
      <p:sp>
        <p:nvSpPr>
          <p:cNvPr id="13" name="">
            <a:extLst xmlns:a="http://schemas.openxmlformats.org/drawingml/2006/main">
              <a:ext uri="{FF2B5EF4-FFF2-40B4-BE49-F238E27FC236}">
                <a16:creationId xmlns:a16="http://schemas.microsoft.com/office/drawing/2014/main" id="{AEA07DF4-FA83-4D41-8DC5-4E4F47FE938C}"/>
              </a:ext>
            </a:extLst>
          </p:cNvPr>
          <p:cNvSpPr>
            <a:spLocks xmlns:a="http://schemas.openxmlformats.org/drawingml/2006/main" noGrp="1"/>
          </p:cNvSpPr>
          <p:nvPr/>
        </p:nvSpPr>
        <p:spPr>
          <a:xfrm xmlns:a="http://schemas.openxmlformats.org/drawingml/2006/main">
            <a:off x="609600" y="2228850"/>
            <a:ext cx="6667500" cy="3467100"/>
          </a:xfrm>
          <a:prstGeom xmlns:a="http://schemas.openxmlformats.org/drawingml/2006/main" prst="roundRect">
            <a:avLst>
              <a:gd name="adj" fmla="val 3297"/>
            </a:avLst>
          </a:prstGeom>
          <a:solidFill xmlns:a="http://schemas.openxmlformats.org/drawingml/2006/main">
            <a:srgbClr val="050505"/>
          </a:solidFill>
          <a:ln xmlns:a="http://schemas.openxmlformats.org/drawingml/2006/main" w="9525">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18063B61-779A-4EF1-B04A-4798E9FFE0D2}"/>
              </a:ext>
            </a:extLst>
          </p:cNvPr>
          <p:cNvSpPr>
            <a:spLocks xmlns:a="http://schemas.openxmlformats.org/drawingml/2006/main" noGrp="1"/>
          </p:cNvSpPr>
          <p:nvPr/>
        </p:nvSpPr>
        <p:spPr>
          <a:xfrm xmlns:a="http://schemas.openxmlformats.org/drawingml/2006/main">
            <a:off x="819150" y="2390775"/>
            <a:ext cx="1809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GRAPH CONTEXT</a:t>
            </a:r>
          </a:p>
        </p:txBody>
      </p:sp>
      <p:sp>
        <p:nvSpPr>
          <p:cNvPr id="15" name="">
            <a:extLst xmlns:a="http://schemas.openxmlformats.org/drawingml/2006/main">
              <a:ext uri="{FF2B5EF4-FFF2-40B4-BE49-F238E27FC236}">
                <a16:creationId xmlns:a16="http://schemas.microsoft.com/office/drawing/2014/main" id="{D4178D62-1882-4B0A-9720-8D51F9D05137}"/>
              </a:ext>
            </a:extLst>
          </p:cNvPr>
          <p:cNvSpPr>
            <a:spLocks xmlns:a="http://schemas.openxmlformats.org/drawingml/2006/main" noGrp="1"/>
          </p:cNvSpPr>
          <p:nvPr/>
        </p:nvSpPr>
        <p:spPr>
          <a:xfrm xmlns:a="http://schemas.openxmlformats.org/drawingml/2006/main">
            <a:off x="838200" y="3648075"/>
            <a:ext cx="1428750" cy="628650"/>
          </a:xfrm>
          <a:prstGeom xmlns:a="http://schemas.openxmlformats.org/drawingml/2006/main" prst="roundRect">
            <a:avLst>
              <a:gd name="adj" fmla="val 18182"/>
            </a:avLst>
          </a:prstGeom>
          <a:solidFill xmlns:a="http://schemas.openxmlformats.org/drawingml/2006/main">
            <a:srgbClr val="2A1D0B"/>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6" name="">
            <a:extLst xmlns:a="http://schemas.openxmlformats.org/drawingml/2006/main">
              <a:ext uri="{FF2B5EF4-FFF2-40B4-BE49-F238E27FC236}">
                <a16:creationId xmlns:a16="http://schemas.microsoft.com/office/drawing/2014/main" id="{90A30726-9787-4C1B-9E79-86944E4BA01C}"/>
              </a:ext>
            </a:extLst>
          </p:cNvPr>
          <p:cNvSpPr>
            <a:spLocks xmlns:a="http://schemas.openxmlformats.org/drawingml/2006/main" noGrp="1"/>
          </p:cNvSpPr>
          <p:nvPr/>
        </p:nvSpPr>
        <p:spPr>
          <a:xfrm xmlns:a="http://schemas.openxmlformats.org/drawingml/2006/main">
            <a:off x="933450" y="3743325"/>
            <a:ext cx="1238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ACCTPL1</a:t>
            </a:r>
          </a:p>
        </p:txBody>
      </p:sp>
      <p:sp>
        <p:nvSpPr>
          <p:cNvPr id="17" name="">
            <a:extLst xmlns:a="http://schemas.openxmlformats.org/drawingml/2006/main">
              <a:ext uri="{FF2B5EF4-FFF2-40B4-BE49-F238E27FC236}">
                <a16:creationId xmlns:a16="http://schemas.microsoft.com/office/drawing/2014/main" id="{C3E6DD65-961F-49DB-8D78-9D44D036C22E}"/>
              </a:ext>
            </a:extLst>
          </p:cNvPr>
          <p:cNvSpPr>
            <a:spLocks xmlns:a="http://schemas.openxmlformats.org/drawingml/2006/main" noGrp="1"/>
          </p:cNvSpPr>
          <p:nvPr/>
        </p:nvSpPr>
        <p:spPr>
          <a:xfrm xmlns:a="http://schemas.openxmlformats.org/drawingml/2006/main">
            <a:off x="933450" y="400050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PL/I program</a:t>
            </a:r>
          </a:p>
        </p:txBody>
      </p:sp>
      <p:sp>
        <p:nvSpPr>
          <p:cNvPr id="18" name="">
            <a:extLst xmlns:a="http://schemas.openxmlformats.org/drawingml/2006/main">
              <a:ext uri="{FF2B5EF4-FFF2-40B4-BE49-F238E27FC236}">
                <a16:creationId xmlns:a16="http://schemas.microsoft.com/office/drawing/2014/main" id="{8EF25446-39A6-4FC6-A727-0ADBEBB3508F}"/>
              </a:ext>
            </a:extLst>
          </p:cNvPr>
          <p:cNvSpPr>
            <a:spLocks xmlns:a="http://schemas.openxmlformats.org/drawingml/2006/main" noGrp="1"/>
          </p:cNvSpPr>
          <p:nvPr/>
        </p:nvSpPr>
        <p:spPr>
          <a:xfrm xmlns:a="http://schemas.openxmlformats.org/drawingml/2006/main">
            <a:off x="3219450" y="302895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9" name="">
            <a:extLst xmlns:a="http://schemas.openxmlformats.org/drawingml/2006/main">
              <a:ext uri="{FF2B5EF4-FFF2-40B4-BE49-F238E27FC236}">
                <a16:creationId xmlns:a16="http://schemas.microsoft.com/office/drawing/2014/main" id="{97D22D69-4FAC-42C1-9E82-27A19C5F66DA}"/>
              </a:ext>
            </a:extLst>
          </p:cNvPr>
          <p:cNvSpPr>
            <a:spLocks xmlns:a="http://schemas.openxmlformats.org/drawingml/2006/main" noGrp="1"/>
          </p:cNvSpPr>
          <p:nvPr/>
        </p:nvSpPr>
        <p:spPr>
          <a:xfrm xmlns:a="http://schemas.openxmlformats.org/drawingml/2006/main">
            <a:off x="3314700" y="31242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CBACT04C</a:t>
            </a:r>
          </a:p>
        </p:txBody>
      </p:sp>
      <p:sp>
        <p:nvSpPr>
          <p:cNvPr id="20" name="">
            <a:extLst xmlns:a="http://schemas.openxmlformats.org/drawingml/2006/main">
              <a:ext uri="{FF2B5EF4-FFF2-40B4-BE49-F238E27FC236}">
                <a16:creationId xmlns:a16="http://schemas.microsoft.com/office/drawing/2014/main" id="{B68AC77A-1C05-43E4-BEE6-2D61F6150C91}"/>
              </a:ext>
            </a:extLst>
          </p:cNvPr>
          <p:cNvSpPr>
            <a:spLocks xmlns:a="http://schemas.openxmlformats.org/drawingml/2006/main" noGrp="1"/>
          </p:cNvSpPr>
          <p:nvPr/>
        </p:nvSpPr>
        <p:spPr>
          <a:xfrm xmlns:a="http://schemas.openxmlformats.org/drawingml/2006/main">
            <a:off x="3314700" y="338137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COBOL program</a:t>
            </a:r>
          </a:p>
        </p:txBody>
      </p:sp>
      <p:sp>
        <p:nvSpPr>
          <p:cNvPr id="21" name="">
            <a:extLst xmlns:a="http://schemas.openxmlformats.org/drawingml/2006/main">
              <a:ext uri="{FF2B5EF4-FFF2-40B4-BE49-F238E27FC236}">
                <a16:creationId xmlns:a16="http://schemas.microsoft.com/office/drawing/2014/main" id="{85B78DCA-41D0-4454-B1FA-72910D8886A6}"/>
              </a:ext>
            </a:extLst>
          </p:cNvPr>
          <p:cNvSpPr>
            <a:spLocks xmlns:a="http://schemas.openxmlformats.org/drawingml/2006/main" noGrp="1"/>
          </p:cNvSpPr>
          <p:nvPr/>
        </p:nvSpPr>
        <p:spPr>
          <a:xfrm xmlns:a="http://schemas.openxmlformats.org/drawingml/2006/main">
            <a:off x="3219450" y="426720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09EF6908-88D1-4E9D-A614-89A091B929C6}"/>
              </a:ext>
            </a:extLst>
          </p:cNvPr>
          <p:cNvSpPr>
            <a:spLocks xmlns:a="http://schemas.openxmlformats.org/drawingml/2006/main" noGrp="1"/>
          </p:cNvSpPr>
          <p:nvPr/>
        </p:nvSpPr>
        <p:spPr>
          <a:xfrm xmlns:a="http://schemas.openxmlformats.org/drawingml/2006/main">
            <a:off x="3314700" y="436245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SELECT</a:t>
            </a:r>
          </a:p>
        </p:txBody>
      </p:sp>
      <p:sp>
        <p:nvSpPr>
          <p:cNvPr id="23" name="">
            <a:extLst xmlns:a="http://schemas.openxmlformats.org/drawingml/2006/main">
              <a:ext uri="{FF2B5EF4-FFF2-40B4-BE49-F238E27FC236}">
                <a16:creationId xmlns:a16="http://schemas.microsoft.com/office/drawing/2014/main" id="{5FD55F12-E0B9-438E-AE05-EECA4AF68C48}"/>
              </a:ext>
            </a:extLst>
          </p:cNvPr>
          <p:cNvSpPr>
            <a:spLocks xmlns:a="http://schemas.openxmlformats.org/drawingml/2006/main" noGrp="1"/>
          </p:cNvSpPr>
          <p:nvPr/>
        </p:nvSpPr>
        <p:spPr>
          <a:xfrm xmlns:a="http://schemas.openxmlformats.org/drawingml/2006/main">
            <a:off x="3314700" y="46196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Db2 SQL statement</a:t>
            </a:r>
          </a:p>
        </p:txBody>
      </p:sp>
      <p:sp>
        <p:nvSpPr>
          <p:cNvPr id="24" name="">
            <a:extLst xmlns:a="http://schemas.openxmlformats.org/drawingml/2006/main">
              <a:ext uri="{FF2B5EF4-FFF2-40B4-BE49-F238E27FC236}">
                <a16:creationId xmlns:a16="http://schemas.microsoft.com/office/drawing/2014/main" id="{B3294A1E-9364-4193-A65D-D897F88001FE}"/>
              </a:ext>
            </a:extLst>
          </p:cNvPr>
          <p:cNvSpPr>
            <a:spLocks xmlns:a="http://schemas.openxmlformats.org/drawingml/2006/main" noGrp="1"/>
          </p:cNvSpPr>
          <p:nvPr/>
        </p:nvSpPr>
        <p:spPr>
          <a:xfrm xmlns:a="http://schemas.openxmlformats.org/drawingml/2006/main">
            <a:off x="5600700" y="302895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5" name="">
            <a:extLst xmlns:a="http://schemas.openxmlformats.org/drawingml/2006/main">
              <a:ext uri="{FF2B5EF4-FFF2-40B4-BE49-F238E27FC236}">
                <a16:creationId xmlns:a16="http://schemas.microsoft.com/office/drawing/2014/main" id="{FBE62F9F-3FF5-4C43-8785-C47D62CCC809}"/>
              </a:ext>
            </a:extLst>
          </p:cNvPr>
          <p:cNvSpPr>
            <a:spLocks xmlns:a="http://schemas.openxmlformats.org/drawingml/2006/main" noGrp="1"/>
          </p:cNvSpPr>
          <p:nvPr/>
        </p:nvSpPr>
        <p:spPr>
          <a:xfrm xmlns:a="http://schemas.openxmlformats.org/drawingml/2006/main">
            <a:off x="5695950" y="31242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Evidence</a:t>
            </a:r>
          </a:p>
        </p:txBody>
      </p:sp>
      <p:sp>
        <p:nvSpPr>
          <p:cNvPr id="26" name="">
            <a:extLst xmlns:a="http://schemas.openxmlformats.org/drawingml/2006/main">
              <a:ext uri="{FF2B5EF4-FFF2-40B4-BE49-F238E27FC236}">
                <a16:creationId xmlns:a16="http://schemas.microsoft.com/office/drawing/2014/main" id="{6589BE24-F9D5-4F78-8879-4D7E97E5DF93}"/>
              </a:ext>
            </a:extLst>
          </p:cNvPr>
          <p:cNvSpPr>
            <a:spLocks xmlns:a="http://schemas.openxmlformats.org/drawingml/2006/main" noGrp="1"/>
          </p:cNvSpPr>
          <p:nvPr/>
        </p:nvSpPr>
        <p:spPr>
          <a:xfrm xmlns:a="http://schemas.openxmlformats.org/drawingml/2006/main">
            <a:off x="5695950" y="338137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source capsules + hash</a:t>
            </a:r>
          </a:p>
        </p:txBody>
      </p:sp>
      <p:sp>
        <p:nvSpPr>
          <p:cNvPr id="27" name="">
            <a:extLst xmlns:a="http://schemas.openxmlformats.org/drawingml/2006/main">
              <a:ext uri="{FF2B5EF4-FFF2-40B4-BE49-F238E27FC236}">
                <a16:creationId xmlns:a16="http://schemas.microsoft.com/office/drawing/2014/main" id="{82393354-E1C1-4C5B-82D3-EC205A41A7CE}"/>
              </a:ext>
            </a:extLst>
          </p:cNvPr>
          <p:cNvSpPr>
            <a:spLocks xmlns:a="http://schemas.openxmlformats.org/drawingml/2006/main" noGrp="1"/>
          </p:cNvSpPr>
          <p:nvPr/>
        </p:nvSpPr>
        <p:spPr>
          <a:xfrm xmlns:a="http://schemas.openxmlformats.org/drawingml/2006/main">
            <a:off x="5600700" y="426720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8" name="">
            <a:extLst xmlns:a="http://schemas.openxmlformats.org/drawingml/2006/main">
              <a:ext uri="{FF2B5EF4-FFF2-40B4-BE49-F238E27FC236}">
                <a16:creationId xmlns:a16="http://schemas.microsoft.com/office/drawing/2014/main" id="{A8F7DA69-63F7-4C65-9790-A19A8D0E15AD}"/>
              </a:ext>
            </a:extLst>
          </p:cNvPr>
          <p:cNvSpPr>
            <a:spLocks xmlns:a="http://schemas.openxmlformats.org/drawingml/2006/main" noGrp="1"/>
          </p:cNvSpPr>
          <p:nvPr/>
        </p:nvSpPr>
        <p:spPr>
          <a:xfrm xmlns:a="http://schemas.openxmlformats.org/drawingml/2006/main">
            <a:off x="5695950" y="436245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AUTHFRDS</a:t>
            </a:r>
          </a:p>
        </p:txBody>
      </p:sp>
      <p:sp>
        <p:nvSpPr>
          <p:cNvPr id="29" name="">
            <a:extLst xmlns:a="http://schemas.openxmlformats.org/drawingml/2006/main">
              <a:ext uri="{FF2B5EF4-FFF2-40B4-BE49-F238E27FC236}">
                <a16:creationId xmlns:a16="http://schemas.microsoft.com/office/drawing/2014/main" id="{546C6AC8-83FC-4174-85BF-A3995880A8B1}"/>
              </a:ext>
            </a:extLst>
          </p:cNvPr>
          <p:cNvSpPr>
            <a:spLocks xmlns:a="http://schemas.openxmlformats.org/drawingml/2006/main" noGrp="1"/>
          </p:cNvSpPr>
          <p:nvPr/>
        </p:nvSpPr>
        <p:spPr>
          <a:xfrm xmlns:a="http://schemas.openxmlformats.org/drawingml/2006/main">
            <a:off x="5695950" y="46196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Db2 table</a:t>
            </a:r>
          </a:p>
        </p:txBody>
      </p:sp>
      <p:cxnSp>
        <p:nvCxnSpPr>
          <p:cNvPr id="206" name=""/>
          <p:cNvCxnSpPr>
            <a:stCxn xmlns:a="http://schemas.openxmlformats.org/drawingml/2006/main" id="15" idx="3"/>
            <a:endCxn xmlns:a="http://schemas.openxmlformats.org/drawingml/2006/main" id="18" idx="1"/>
          </p:cNvCxnSpPr>
          <p:nvPr/>
        </p:nvCxnSpPr>
        <p:spPr>
          <a:xfrm xmlns:a="http://schemas.openxmlformats.org/drawingml/2006/main" flipV="1">
            <a:off x="2266950" y="3343275"/>
            <a:ext cx="952500" cy="619125"/>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7" name=""/>
          <p:cNvCxnSpPr>
            <a:stCxn xmlns:a="http://schemas.openxmlformats.org/drawingml/2006/main" id="15" idx="3"/>
            <a:endCxn xmlns:a="http://schemas.openxmlformats.org/drawingml/2006/main" id="21" idx="1"/>
          </p:cNvCxnSpPr>
          <p:nvPr/>
        </p:nvCxnSpPr>
        <p:spPr>
          <a:xfrm xmlns:a="http://schemas.openxmlformats.org/drawingml/2006/main">
            <a:off x="2266950" y="3962400"/>
            <a:ext cx="952500" cy="619125"/>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8" name=""/>
          <p:cNvCxnSpPr>
            <a:stCxn xmlns:a="http://schemas.openxmlformats.org/drawingml/2006/main" id="18" idx="3"/>
            <a:endCxn xmlns:a="http://schemas.openxmlformats.org/drawingml/2006/main" id="24" idx="1"/>
          </p:cNvCxnSpPr>
          <p:nvPr/>
        </p:nvCxnSpPr>
        <p:spPr>
          <a:xfrm xmlns:a="http://schemas.openxmlformats.org/drawingml/2006/main">
            <a:off x="4743450" y="3343275"/>
            <a:ext cx="857250" cy="0"/>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9" name=""/>
          <p:cNvCxnSpPr>
            <a:stCxn xmlns:a="http://schemas.openxmlformats.org/drawingml/2006/main" id="21" idx="3"/>
            <a:endCxn xmlns:a="http://schemas.openxmlformats.org/drawingml/2006/main" id="27" idx="1"/>
          </p:cNvCxnSpPr>
          <p:nvPr/>
        </p:nvCxnSpPr>
        <p:spPr>
          <a:xfrm xmlns:a="http://schemas.openxmlformats.org/drawingml/2006/main">
            <a:off x="4743450" y="4581525"/>
            <a:ext cx="857250" cy="0"/>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sp>
        <p:nvSpPr>
          <p:cNvPr id="34" name="">
            <a:extLst xmlns:a="http://schemas.openxmlformats.org/drawingml/2006/main">
              <a:ext uri="{FF2B5EF4-FFF2-40B4-BE49-F238E27FC236}">
                <a16:creationId xmlns:a16="http://schemas.microsoft.com/office/drawing/2014/main" id="{9A378BE6-8B19-473E-8743-E6F0B98C6014}"/>
              </a:ext>
            </a:extLst>
          </p:cNvPr>
          <p:cNvSpPr>
            <a:spLocks xmlns:a="http://schemas.openxmlformats.org/drawingml/2006/main" noGrp="1"/>
          </p:cNvSpPr>
          <p:nvPr/>
        </p:nvSpPr>
        <p:spPr>
          <a:xfrm xmlns:a="http://schemas.openxmlformats.org/drawingml/2006/main">
            <a:off x="2400300" y="3286125"/>
            <a:ext cx="723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CALLS</a:t>
            </a:r>
          </a:p>
        </p:txBody>
      </p:sp>
      <p:sp>
        <p:nvSpPr>
          <p:cNvPr id="35" name="">
            <a:extLst xmlns:a="http://schemas.openxmlformats.org/drawingml/2006/main">
              <a:ext uri="{FF2B5EF4-FFF2-40B4-BE49-F238E27FC236}">
                <a16:creationId xmlns:a16="http://schemas.microsoft.com/office/drawing/2014/main" id="{FFC80784-5172-4A47-8385-3F94B324A68C}"/>
              </a:ext>
            </a:extLst>
          </p:cNvPr>
          <p:cNvSpPr>
            <a:spLocks xmlns:a="http://schemas.openxmlformats.org/drawingml/2006/main" noGrp="1"/>
          </p:cNvSpPr>
          <p:nvPr/>
        </p:nvSpPr>
        <p:spPr>
          <a:xfrm xmlns:a="http://schemas.openxmlformats.org/drawingml/2006/main">
            <a:off x="2305050" y="445770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ISSUES_SQL</a:t>
            </a:r>
          </a:p>
        </p:txBody>
      </p:sp>
      <p:sp>
        <p:nvSpPr>
          <p:cNvPr id="36" name="">
            <a:extLst xmlns:a="http://schemas.openxmlformats.org/drawingml/2006/main">
              <a:ext uri="{FF2B5EF4-FFF2-40B4-BE49-F238E27FC236}">
                <a16:creationId xmlns:a16="http://schemas.microsoft.com/office/drawing/2014/main" id="{3B41B671-1858-4456-9254-DD906603F343}"/>
              </a:ext>
            </a:extLst>
          </p:cNvPr>
          <p:cNvSpPr>
            <a:spLocks xmlns:a="http://schemas.openxmlformats.org/drawingml/2006/main" noGrp="1"/>
          </p:cNvSpPr>
          <p:nvPr/>
        </p:nvSpPr>
        <p:spPr>
          <a:xfrm xmlns:a="http://schemas.openxmlformats.org/drawingml/2006/main">
            <a:off x="4838700" y="445770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READS</a:t>
            </a:r>
          </a:p>
        </p:txBody>
      </p:sp>
      <p:sp>
        <p:nvSpPr>
          <p:cNvPr id="37" name="">
            <a:extLst xmlns:a="http://schemas.openxmlformats.org/drawingml/2006/main">
              <a:ext uri="{FF2B5EF4-FFF2-40B4-BE49-F238E27FC236}">
                <a16:creationId xmlns:a16="http://schemas.microsoft.com/office/drawing/2014/main" id="{0034D5A0-3604-4981-A676-BCEA54A04B76}"/>
              </a:ext>
            </a:extLst>
          </p:cNvPr>
          <p:cNvSpPr>
            <a:spLocks xmlns:a="http://schemas.openxmlformats.org/drawingml/2006/main" noGrp="1"/>
          </p:cNvSpPr>
          <p:nvPr/>
        </p:nvSpPr>
        <p:spPr>
          <a:xfrm xmlns:a="http://schemas.openxmlformats.org/drawingml/2006/main">
            <a:off x="7429500" y="2228850"/>
            <a:ext cx="4152900" cy="3467100"/>
          </a:xfrm>
          <a:prstGeom xmlns:a="http://schemas.openxmlformats.org/drawingml/2006/main" prst="roundRect">
            <a:avLst>
              <a:gd name="adj" fmla="val 3297"/>
            </a:avLst>
          </a:prstGeom>
          <a:solidFill xmlns:a="http://schemas.openxmlformats.org/drawingml/2006/main">
            <a:srgbClr val="17130D"/>
          </a:solidFill>
          <a:ln xmlns:a="http://schemas.openxmlformats.org/drawingml/2006/main" w="9525">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8" name="">
            <a:extLst xmlns:a="http://schemas.openxmlformats.org/drawingml/2006/main">
              <a:ext uri="{FF2B5EF4-FFF2-40B4-BE49-F238E27FC236}">
                <a16:creationId xmlns:a16="http://schemas.microsoft.com/office/drawing/2014/main" id="{84456241-9664-44F5-B3D9-78D7F791786A}"/>
              </a:ext>
            </a:extLst>
          </p:cNvPr>
          <p:cNvSpPr>
            <a:spLocks xmlns:a="http://schemas.openxmlformats.org/drawingml/2006/main" noGrp="1"/>
          </p:cNvSpPr>
          <p:nvPr/>
        </p:nvSpPr>
        <p:spPr>
          <a:xfrm xmlns:a="http://schemas.openxmlformats.org/drawingml/2006/main">
            <a:off x="7581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9" name="">
            <a:extLst xmlns:a="http://schemas.openxmlformats.org/drawingml/2006/main">
              <a:ext uri="{FF2B5EF4-FFF2-40B4-BE49-F238E27FC236}">
                <a16:creationId xmlns:a16="http://schemas.microsoft.com/office/drawing/2014/main" id="{C833EBA4-7B80-427C-9CB5-390AEFCD3233}"/>
              </a:ext>
            </a:extLst>
          </p:cNvPr>
          <p:cNvSpPr>
            <a:spLocks xmlns:a="http://schemas.openxmlformats.org/drawingml/2006/main" noGrp="1"/>
          </p:cNvSpPr>
          <p:nvPr/>
        </p:nvSpPr>
        <p:spPr>
          <a:xfrm xmlns:a="http://schemas.openxmlformats.org/drawingml/2006/main">
            <a:off x="7620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Inspector</a:t>
            </a:r>
          </a:p>
        </p:txBody>
      </p:sp>
      <p:sp>
        <p:nvSpPr>
          <p:cNvPr id="40" name="">
            <a:extLst xmlns:a="http://schemas.openxmlformats.org/drawingml/2006/main">
              <a:ext uri="{FF2B5EF4-FFF2-40B4-BE49-F238E27FC236}">
                <a16:creationId xmlns:a16="http://schemas.microsoft.com/office/drawing/2014/main" id="{5568AC2E-7914-4DE1-BFC8-82C7F9F31627}"/>
              </a:ext>
            </a:extLst>
          </p:cNvPr>
          <p:cNvSpPr>
            <a:spLocks xmlns:a="http://schemas.openxmlformats.org/drawingml/2006/main" noGrp="1"/>
          </p:cNvSpPr>
          <p:nvPr/>
        </p:nvSpPr>
        <p:spPr>
          <a:xfrm xmlns:a="http://schemas.openxmlformats.org/drawingml/2006/main">
            <a:off x="8343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1" name="">
            <a:extLst xmlns:a="http://schemas.openxmlformats.org/drawingml/2006/main">
              <a:ext uri="{FF2B5EF4-FFF2-40B4-BE49-F238E27FC236}">
                <a16:creationId xmlns:a16="http://schemas.microsoft.com/office/drawing/2014/main" id="{85FB9AF2-213A-490F-A26B-0D03BBE98A76}"/>
              </a:ext>
            </a:extLst>
          </p:cNvPr>
          <p:cNvSpPr>
            <a:spLocks xmlns:a="http://schemas.openxmlformats.org/drawingml/2006/main" noGrp="1"/>
          </p:cNvSpPr>
          <p:nvPr/>
        </p:nvSpPr>
        <p:spPr>
          <a:xfrm xmlns:a="http://schemas.openxmlformats.org/drawingml/2006/main">
            <a:off x="8382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Ask graph</a:t>
            </a:r>
          </a:p>
        </p:txBody>
      </p:sp>
      <p:sp>
        <p:nvSpPr>
          <p:cNvPr id="42" name="">
            <a:extLst xmlns:a="http://schemas.openxmlformats.org/drawingml/2006/main">
              <a:ext uri="{FF2B5EF4-FFF2-40B4-BE49-F238E27FC236}">
                <a16:creationId xmlns:a16="http://schemas.microsoft.com/office/drawing/2014/main" id="{D29DD90E-2DE3-4DFB-B134-10DDC922B1D8}"/>
              </a:ext>
            </a:extLst>
          </p:cNvPr>
          <p:cNvSpPr>
            <a:spLocks xmlns:a="http://schemas.openxmlformats.org/drawingml/2006/main" noGrp="1"/>
          </p:cNvSpPr>
          <p:nvPr/>
        </p:nvSpPr>
        <p:spPr>
          <a:xfrm xmlns:a="http://schemas.openxmlformats.org/drawingml/2006/main">
            <a:off x="9105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3" name="">
            <a:extLst xmlns:a="http://schemas.openxmlformats.org/drawingml/2006/main">
              <a:ext uri="{FF2B5EF4-FFF2-40B4-BE49-F238E27FC236}">
                <a16:creationId xmlns:a16="http://schemas.microsoft.com/office/drawing/2014/main" id="{A0F5A92A-0FEA-48B7-BDCE-FDA15A4799A9}"/>
              </a:ext>
            </a:extLst>
          </p:cNvPr>
          <p:cNvSpPr>
            <a:spLocks xmlns:a="http://schemas.openxmlformats.org/drawingml/2006/main" noGrp="1"/>
          </p:cNvSpPr>
          <p:nvPr/>
        </p:nvSpPr>
        <p:spPr>
          <a:xfrm xmlns:a="http://schemas.openxmlformats.org/drawingml/2006/main">
            <a:off x="9144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Factory</a:t>
            </a:r>
          </a:p>
        </p:txBody>
      </p:sp>
      <p:sp>
        <p:nvSpPr>
          <p:cNvPr id="44" name="">
            <a:extLst xmlns:a="http://schemas.openxmlformats.org/drawingml/2006/main">
              <a:ext uri="{FF2B5EF4-FFF2-40B4-BE49-F238E27FC236}">
                <a16:creationId xmlns:a16="http://schemas.microsoft.com/office/drawing/2014/main" id="{38A89F87-243E-4A58-9E29-1ABA0FFEE39E}"/>
              </a:ext>
            </a:extLst>
          </p:cNvPr>
          <p:cNvSpPr>
            <a:spLocks xmlns:a="http://schemas.openxmlformats.org/drawingml/2006/main" noGrp="1"/>
          </p:cNvSpPr>
          <p:nvPr/>
        </p:nvSpPr>
        <p:spPr>
          <a:xfrm xmlns:a="http://schemas.openxmlformats.org/drawingml/2006/main">
            <a:off x="9867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5" name="">
            <a:extLst xmlns:a="http://schemas.openxmlformats.org/drawingml/2006/main">
              <a:ext uri="{FF2B5EF4-FFF2-40B4-BE49-F238E27FC236}">
                <a16:creationId xmlns:a16="http://schemas.microsoft.com/office/drawing/2014/main" id="{2D295244-A962-437A-ADDC-79CE2145A9E3}"/>
              </a:ext>
            </a:extLst>
          </p:cNvPr>
          <p:cNvSpPr>
            <a:spLocks xmlns:a="http://schemas.openxmlformats.org/drawingml/2006/main" noGrp="1"/>
          </p:cNvSpPr>
          <p:nvPr/>
        </p:nvSpPr>
        <p:spPr>
          <a:xfrm xmlns:a="http://schemas.openxmlformats.org/drawingml/2006/main">
            <a:off x="9906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Portfolio</a:t>
            </a:r>
          </a:p>
        </p:txBody>
      </p:sp>
      <p:sp>
        <p:nvSpPr>
          <p:cNvPr id="46" name="">
            <a:extLst xmlns:a="http://schemas.openxmlformats.org/drawingml/2006/main">
              <a:ext uri="{FF2B5EF4-FFF2-40B4-BE49-F238E27FC236}">
                <a16:creationId xmlns:a16="http://schemas.microsoft.com/office/drawing/2014/main" id="{121A5A97-036C-4577-98D1-DBC1A457A2C9}"/>
              </a:ext>
            </a:extLst>
          </p:cNvPr>
          <p:cNvSpPr>
            <a:spLocks xmlns:a="http://schemas.openxmlformats.org/drawingml/2006/main" noGrp="1"/>
          </p:cNvSpPr>
          <p:nvPr/>
        </p:nvSpPr>
        <p:spPr>
          <a:xfrm xmlns:a="http://schemas.openxmlformats.org/drawingml/2006/main">
            <a:off x="10629900" y="2362200"/>
            <a:ext cx="704850" cy="228600"/>
          </a:xfrm>
          <a:prstGeom xmlns:a="http://schemas.openxmlformats.org/drawingml/2006/main" prst="roundRect">
            <a:avLst>
              <a:gd name="adj" fmla="val 50000"/>
            </a:avLst>
          </a:prstGeom>
          <a:solidFill xmlns:a="http://schemas.openxmlformats.org/drawingml/2006/main">
            <a:srgbClr val="F2B84B"/>
          </a:solidFill>
          <a:ln xmlns:a="http://schemas.openxmlformats.org/drawingml/2006/main" w="762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47" name="">
            <a:extLst xmlns:a="http://schemas.openxmlformats.org/drawingml/2006/main">
              <a:ext uri="{FF2B5EF4-FFF2-40B4-BE49-F238E27FC236}">
                <a16:creationId xmlns:a16="http://schemas.microsoft.com/office/drawing/2014/main" id="{EA9CBCB4-B589-4A2E-B848-CE3ED85AEF57}"/>
              </a:ext>
            </a:extLst>
          </p:cNvPr>
          <p:cNvSpPr>
            <a:spLocks xmlns:a="http://schemas.openxmlformats.org/drawingml/2006/main" noGrp="1"/>
          </p:cNvSpPr>
          <p:nvPr/>
        </p:nvSpPr>
        <p:spPr>
          <a:xfrm xmlns:a="http://schemas.openxmlformats.org/drawingml/2006/main">
            <a:off x="10668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1" i="0">
                <a:solidFill>
                  <a:srgbClr val="050505"/>
                </a:solidFill>
              </a:defRPr>
            </a:pPr>
            <a:r>
              <a:rPr sz="600" b="1" i="0">
                <a:solidFill>
                  <a:srgbClr val="050505"/>
                </a:solidFill>
              </a:rPr>
              <a:t>Recovery</a:t>
            </a:r>
          </a:p>
        </p:txBody>
      </p:sp>
      <p:sp>
        <p:nvSpPr>
          <p:cNvPr id="48" name="">
            <a:extLst xmlns:a="http://schemas.openxmlformats.org/drawingml/2006/main">
              <a:ext uri="{FF2B5EF4-FFF2-40B4-BE49-F238E27FC236}">
                <a16:creationId xmlns:a16="http://schemas.microsoft.com/office/drawing/2014/main" id="{E8B3B74F-F1C7-4E72-99E7-D2AEB117D63D}"/>
              </a:ext>
            </a:extLst>
          </p:cNvPr>
          <p:cNvSpPr>
            <a:spLocks xmlns:a="http://schemas.openxmlformats.org/drawingml/2006/main" noGrp="1"/>
          </p:cNvSpPr>
          <p:nvPr/>
        </p:nvSpPr>
        <p:spPr>
          <a:xfrm xmlns:a="http://schemas.openxmlformats.org/drawingml/2006/main">
            <a:off x="7581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9" name="">
            <a:extLst xmlns:a="http://schemas.openxmlformats.org/drawingml/2006/main">
              <a:ext uri="{FF2B5EF4-FFF2-40B4-BE49-F238E27FC236}">
                <a16:creationId xmlns:a16="http://schemas.microsoft.com/office/drawing/2014/main" id="{D1EF4206-632F-4213-B3E4-E813562ACC8A}"/>
              </a:ext>
            </a:extLst>
          </p:cNvPr>
          <p:cNvSpPr>
            <a:spLocks xmlns:a="http://schemas.openxmlformats.org/drawingml/2006/main" noGrp="1"/>
          </p:cNvSpPr>
          <p:nvPr/>
        </p:nvSpPr>
        <p:spPr>
          <a:xfrm xmlns:a="http://schemas.openxmlformats.org/drawingml/2006/main">
            <a:off x="7620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Quality</a:t>
            </a:r>
          </a:p>
        </p:txBody>
      </p:sp>
      <p:sp>
        <p:nvSpPr>
          <p:cNvPr id="50" name="">
            <a:extLst xmlns:a="http://schemas.openxmlformats.org/drawingml/2006/main">
              <a:ext uri="{FF2B5EF4-FFF2-40B4-BE49-F238E27FC236}">
                <a16:creationId xmlns:a16="http://schemas.microsoft.com/office/drawing/2014/main" id="{D4DF0EA3-EEC3-4A38-9D14-D2B0098842B5}"/>
              </a:ext>
            </a:extLst>
          </p:cNvPr>
          <p:cNvSpPr>
            <a:spLocks xmlns:a="http://schemas.openxmlformats.org/drawingml/2006/main" noGrp="1"/>
          </p:cNvSpPr>
          <p:nvPr/>
        </p:nvSpPr>
        <p:spPr>
          <a:xfrm xmlns:a="http://schemas.openxmlformats.org/drawingml/2006/main">
            <a:off x="8343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1" name="">
            <a:extLst xmlns:a="http://schemas.openxmlformats.org/drawingml/2006/main">
              <a:ext uri="{FF2B5EF4-FFF2-40B4-BE49-F238E27FC236}">
                <a16:creationId xmlns:a16="http://schemas.microsoft.com/office/drawing/2014/main" id="{8111447A-1337-4D4E-AC5C-EB05B2575A4C}"/>
              </a:ext>
            </a:extLst>
          </p:cNvPr>
          <p:cNvSpPr>
            <a:spLocks xmlns:a="http://schemas.openxmlformats.org/drawingml/2006/main" noGrp="1"/>
          </p:cNvSpPr>
          <p:nvPr/>
        </p:nvSpPr>
        <p:spPr>
          <a:xfrm xmlns:a="http://schemas.openxmlformats.org/drawingml/2006/main">
            <a:off x="8382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Memory</a:t>
            </a:r>
          </a:p>
        </p:txBody>
      </p:sp>
      <p:sp>
        <p:nvSpPr>
          <p:cNvPr id="52" name="">
            <a:extLst xmlns:a="http://schemas.openxmlformats.org/drawingml/2006/main">
              <a:ext uri="{FF2B5EF4-FFF2-40B4-BE49-F238E27FC236}">
                <a16:creationId xmlns:a16="http://schemas.microsoft.com/office/drawing/2014/main" id="{DC5B510D-AF5D-4E22-8A60-6DC8FD58079A}"/>
              </a:ext>
            </a:extLst>
          </p:cNvPr>
          <p:cNvSpPr>
            <a:spLocks xmlns:a="http://schemas.openxmlformats.org/drawingml/2006/main" noGrp="1"/>
          </p:cNvSpPr>
          <p:nvPr/>
        </p:nvSpPr>
        <p:spPr>
          <a:xfrm xmlns:a="http://schemas.openxmlformats.org/drawingml/2006/main">
            <a:off x="9105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3" name="">
            <a:extLst xmlns:a="http://schemas.openxmlformats.org/drawingml/2006/main">
              <a:ext uri="{FF2B5EF4-FFF2-40B4-BE49-F238E27FC236}">
                <a16:creationId xmlns:a16="http://schemas.microsoft.com/office/drawing/2014/main" id="{7E3A8F76-19E0-4C0B-A2E9-5D28F3B98688}"/>
              </a:ext>
            </a:extLst>
          </p:cNvPr>
          <p:cNvSpPr>
            <a:spLocks xmlns:a="http://schemas.openxmlformats.org/drawingml/2006/main" noGrp="1"/>
          </p:cNvSpPr>
          <p:nvPr/>
        </p:nvSpPr>
        <p:spPr>
          <a:xfrm xmlns:a="http://schemas.openxmlformats.org/drawingml/2006/main">
            <a:off x="9144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Data</a:t>
            </a:r>
          </a:p>
        </p:txBody>
      </p:sp>
      <p:sp>
        <p:nvSpPr>
          <p:cNvPr id="54" name="">
            <a:extLst xmlns:a="http://schemas.openxmlformats.org/drawingml/2006/main">
              <a:ext uri="{FF2B5EF4-FFF2-40B4-BE49-F238E27FC236}">
                <a16:creationId xmlns:a16="http://schemas.microsoft.com/office/drawing/2014/main" id="{722A8656-AC58-4E0D-8554-BEBE5F48AB08}"/>
              </a:ext>
            </a:extLst>
          </p:cNvPr>
          <p:cNvSpPr>
            <a:spLocks xmlns:a="http://schemas.openxmlformats.org/drawingml/2006/main" noGrp="1"/>
          </p:cNvSpPr>
          <p:nvPr/>
        </p:nvSpPr>
        <p:spPr>
          <a:xfrm xmlns:a="http://schemas.openxmlformats.org/drawingml/2006/main">
            <a:off x="9867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5" name="">
            <a:extLst xmlns:a="http://schemas.openxmlformats.org/drawingml/2006/main">
              <a:ext uri="{FF2B5EF4-FFF2-40B4-BE49-F238E27FC236}">
                <a16:creationId xmlns:a16="http://schemas.microsoft.com/office/drawing/2014/main" id="{598D33B1-6682-4371-A98D-62129F405041}"/>
              </a:ext>
            </a:extLst>
          </p:cNvPr>
          <p:cNvSpPr>
            <a:spLocks xmlns:a="http://schemas.openxmlformats.org/drawingml/2006/main" noGrp="1"/>
          </p:cNvSpPr>
          <p:nvPr/>
        </p:nvSpPr>
        <p:spPr>
          <a:xfrm xmlns:a="http://schemas.openxmlformats.org/drawingml/2006/main">
            <a:off x="9906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Runtime</a:t>
            </a:r>
          </a:p>
        </p:txBody>
      </p:sp>
      <p:sp>
        <p:nvSpPr>
          <p:cNvPr id="56" name="">
            <a:extLst xmlns:a="http://schemas.openxmlformats.org/drawingml/2006/main">
              <a:ext uri="{FF2B5EF4-FFF2-40B4-BE49-F238E27FC236}">
                <a16:creationId xmlns:a16="http://schemas.microsoft.com/office/drawing/2014/main" id="{AD4FD743-5AD5-4BD7-B568-D4034C4062FE}"/>
              </a:ext>
            </a:extLst>
          </p:cNvPr>
          <p:cNvSpPr>
            <a:spLocks xmlns:a="http://schemas.openxmlformats.org/drawingml/2006/main" noGrp="1"/>
          </p:cNvSpPr>
          <p:nvPr/>
        </p:nvSpPr>
        <p:spPr>
          <a:xfrm xmlns:a="http://schemas.openxmlformats.org/drawingml/2006/main">
            <a:off x="10629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7" name="">
            <a:extLst xmlns:a="http://schemas.openxmlformats.org/drawingml/2006/main">
              <a:ext uri="{FF2B5EF4-FFF2-40B4-BE49-F238E27FC236}">
                <a16:creationId xmlns:a16="http://schemas.microsoft.com/office/drawing/2014/main" id="{26E58365-B7D8-4B93-8973-CEA4B57F8431}"/>
              </a:ext>
            </a:extLst>
          </p:cNvPr>
          <p:cNvSpPr>
            <a:spLocks xmlns:a="http://schemas.openxmlformats.org/drawingml/2006/main" noGrp="1"/>
          </p:cNvSpPr>
          <p:nvPr/>
        </p:nvSpPr>
        <p:spPr>
          <a:xfrm xmlns:a="http://schemas.openxmlformats.org/drawingml/2006/main">
            <a:off x="10668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Audit</a:t>
            </a:r>
          </a:p>
        </p:txBody>
      </p:sp>
      <p:sp>
        <p:nvSpPr>
          <p:cNvPr id="58" name="">
            <a:extLst xmlns:a="http://schemas.openxmlformats.org/drawingml/2006/main">
              <a:ext uri="{FF2B5EF4-FFF2-40B4-BE49-F238E27FC236}">
                <a16:creationId xmlns:a16="http://schemas.microsoft.com/office/drawing/2014/main" id="{237F464C-B245-4F1B-9FA6-BF977CA6A95B}"/>
              </a:ext>
            </a:extLst>
          </p:cNvPr>
          <p:cNvSpPr>
            <a:spLocks xmlns:a="http://schemas.openxmlformats.org/drawingml/2006/main" noGrp="1"/>
          </p:cNvSpPr>
          <p:nvPr/>
        </p:nvSpPr>
        <p:spPr>
          <a:xfrm xmlns:a="http://schemas.openxmlformats.org/drawingml/2006/main">
            <a:off x="7639050" y="3105150"/>
            <a:ext cx="3619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DURABLE EXECUTION CONTROL PLANE</a:t>
            </a:r>
          </a:p>
        </p:txBody>
      </p:sp>
      <p:sp>
        <p:nvSpPr>
          <p:cNvPr id="59" name="">
            <a:extLst xmlns:a="http://schemas.openxmlformats.org/drawingml/2006/main">
              <a:ext uri="{FF2B5EF4-FFF2-40B4-BE49-F238E27FC236}">
                <a16:creationId xmlns:a16="http://schemas.microsoft.com/office/drawing/2014/main" id="{9ABD8DEE-7A98-48BE-B40B-0441FBEE1010}"/>
              </a:ext>
            </a:extLst>
          </p:cNvPr>
          <p:cNvSpPr>
            <a:spLocks xmlns:a="http://schemas.openxmlformats.org/drawingml/2006/main" noGrp="1"/>
          </p:cNvSpPr>
          <p:nvPr/>
        </p:nvSpPr>
        <p:spPr>
          <a:xfrm xmlns:a="http://schemas.openxmlformats.org/drawingml/2006/main">
            <a:off x="7639050" y="3352800"/>
            <a:ext cx="361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F8F4EC"/>
                </a:solidFill>
              </a:defRPr>
            </a:pPr>
            <a:r>
              <a:rPr sz="1650" b="1" i="0">
                <a:solidFill>
                  <a:srgbClr val="F8F4EC"/>
                </a:solidFill>
              </a:rPr>
              <a:t>Recover work without repeating it</a:t>
            </a:r>
          </a:p>
        </p:txBody>
      </p:sp>
      <p:sp>
        <p:nvSpPr>
          <p:cNvPr id="60" name="">
            <a:extLst xmlns:a="http://schemas.openxmlformats.org/drawingml/2006/main">
              <a:ext uri="{FF2B5EF4-FFF2-40B4-BE49-F238E27FC236}">
                <a16:creationId xmlns:a16="http://schemas.microsoft.com/office/drawing/2014/main" id="{CB48FF92-15BA-4D32-A61D-B67F1E5D94B8}"/>
              </a:ext>
            </a:extLst>
          </p:cNvPr>
          <p:cNvSpPr>
            <a:spLocks xmlns:a="http://schemas.openxmlformats.org/drawingml/2006/main" noGrp="1"/>
          </p:cNvSpPr>
          <p:nvPr/>
        </p:nvSpPr>
        <p:spPr>
          <a:xfrm xmlns:a="http://schemas.openxmlformats.org/drawingml/2006/main">
            <a:off x="7658100" y="4048125"/>
            <a:ext cx="228600" cy="228600"/>
          </a:xfrm>
          <a:prstGeom xmlns:a="http://schemas.openxmlformats.org/drawingml/2006/main" prst="ellipse">
            <a:avLst/>
          </a:prstGeom>
          <a:solidFill xmlns:a="http://schemas.openxmlformats.org/drawingml/2006/main">
            <a:srgbClr val="F2B84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1" name="">
            <a:extLst xmlns:a="http://schemas.openxmlformats.org/drawingml/2006/main">
              <a:ext uri="{FF2B5EF4-FFF2-40B4-BE49-F238E27FC236}">
                <a16:creationId xmlns:a16="http://schemas.microsoft.com/office/drawing/2014/main" id="{8F8A35C0-3AEE-47CC-AAFB-C4766C13E259}"/>
              </a:ext>
            </a:extLst>
          </p:cNvPr>
          <p:cNvSpPr>
            <a:spLocks xmlns:a="http://schemas.openxmlformats.org/drawingml/2006/main" noGrp="1"/>
          </p:cNvSpPr>
          <p:nvPr/>
        </p:nvSpPr>
        <p:spPr>
          <a:xfrm xmlns:a="http://schemas.openxmlformats.org/drawingml/2006/main">
            <a:off x="7658100" y="410527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050505"/>
                </a:solidFill>
              </a:defRPr>
            </a:pPr>
            <a:r>
              <a:rPr sz="675" b="1" i="0">
                <a:solidFill>
                  <a:srgbClr val="050505"/>
                </a:solidFill>
              </a:rPr>
              <a:t>1</a:t>
            </a:r>
          </a:p>
        </p:txBody>
      </p:sp>
      <p:sp>
        <p:nvSpPr>
          <p:cNvPr id="62" name="">
            <a:extLst xmlns:a="http://schemas.openxmlformats.org/drawingml/2006/main">
              <a:ext uri="{FF2B5EF4-FFF2-40B4-BE49-F238E27FC236}">
                <a16:creationId xmlns:a16="http://schemas.microsoft.com/office/drawing/2014/main" id="{5FD3E5EE-66DF-45B5-87B2-0F9F0EB30148}"/>
              </a:ext>
            </a:extLst>
          </p:cNvPr>
          <p:cNvSpPr>
            <a:spLocks xmlns:a="http://schemas.openxmlformats.org/drawingml/2006/main" noGrp="1"/>
          </p:cNvSpPr>
          <p:nvPr/>
        </p:nvSpPr>
        <p:spPr>
          <a:xfrm xmlns:a="http://schemas.openxmlformats.org/drawingml/2006/main">
            <a:off x="8001000" y="403860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8F4EC"/>
                </a:solidFill>
              </a:defRPr>
            </a:pPr>
            <a:r>
              <a:rPr sz="1050" b="1" i="0">
                <a:solidFill>
                  <a:srgbClr val="F8F4EC"/>
                </a:solidFill>
              </a:rPr>
              <a:t>Leases + heartbeats</a:t>
            </a:r>
          </a:p>
        </p:txBody>
      </p:sp>
      <p:sp>
        <p:nvSpPr>
          <p:cNvPr id="63" name="">
            <a:extLst xmlns:a="http://schemas.openxmlformats.org/drawingml/2006/main">
              <a:ext uri="{FF2B5EF4-FFF2-40B4-BE49-F238E27FC236}">
                <a16:creationId xmlns:a16="http://schemas.microsoft.com/office/drawing/2014/main" id="{04F66A65-167C-44CD-B07A-B3367880EDAD}"/>
              </a:ext>
            </a:extLst>
          </p:cNvPr>
          <p:cNvSpPr>
            <a:spLocks xmlns:a="http://schemas.openxmlformats.org/drawingml/2006/main" noGrp="1"/>
          </p:cNvSpPr>
          <p:nvPr/>
        </p:nvSpPr>
        <p:spPr>
          <a:xfrm xmlns:a="http://schemas.openxmlformats.org/drawingml/2006/main">
            <a:off x="7658100" y="4524375"/>
            <a:ext cx="228600" cy="228600"/>
          </a:xfrm>
          <a:prstGeom xmlns:a="http://schemas.openxmlformats.org/drawingml/2006/main" prst="ellipse">
            <a:avLst/>
          </a:prstGeom>
          <a:solidFill xmlns:a="http://schemas.openxmlformats.org/drawingml/2006/main">
            <a:srgbClr val="2A1D0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4" name="">
            <a:extLst xmlns:a="http://schemas.openxmlformats.org/drawingml/2006/main">
              <a:ext uri="{FF2B5EF4-FFF2-40B4-BE49-F238E27FC236}">
                <a16:creationId xmlns:a16="http://schemas.microsoft.com/office/drawing/2014/main" id="{84E78D60-C755-4A70-B5C9-B5E5E34322D3}"/>
              </a:ext>
            </a:extLst>
          </p:cNvPr>
          <p:cNvSpPr>
            <a:spLocks xmlns:a="http://schemas.openxmlformats.org/drawingml/2006/main" noGrp="1"/>
          </p:cNvSpPr>
          <p:nvPr/>
        </p:nvSpPr>
        <p:spPr>
          <a:xfrm xmlns:a="http://schemas.openxmlformats.org/drawingml/2006/main">
            <a:off x="7658100" y="458152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F2B84B"/>
                </a:solidFill>
              </a:defRPr>
            </a:pPr>
            <a:r>
              <a:rPr sz="675" b="1" i="0">
                <a:solidFill>
                  <a:srgbClr val="F2B84B"/>
                </a:solidFill>
              </a:rPr>
              <a:t>2</a:t>
            </a:r>
          </a:p>
        </p:txBody>
      </p:sp>
      <p:sp>
        <p:nvSpPr>
          <p:cNvPr id="65" name="">
            <a:extLst xmlns:a="http://schemas.openxmlformats.org/drawingml/2006/main">
              <a:ext uri="{FF2B5EF4-FFF2-40B4-BE49-F238E27FC236}">
                <a16:creationId xmlns:a16="http://schemas.microsoft.com/office/drawing/2014/main" id="{0412F524-A58A-4636-87DC-2C754BC1AE01}"/>
              </a:ext>
            </a:extLst>
          </p:cNvPr>
          <p:cNvSpPr>
            <a:spLocks xmlns:a="http://schemas.openxmlformats.org/drawingml/2006/main" noGrp="1"/>
          </p:cNvSpPr>
          <p:nvPr/>
        </p:nvSpPr>
        <p:spPr>
          <a:xfrm xmlns:a="http://schemas.openxmlformats.org/drawingml/2006/main">
            <a:off x="8001000" y="451485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Retry, backoff, dead letter</a:t>
            </a:r>
          </a:p>
        </p:txBody>
      </p:sp>
      <p:sp>
        <p:nvSpPr>
          <p:cNvPr id="66" name="">
            <a:extLst xmlns:a="http://schemas.openxmlformats.org/drawingml/2006/main">
              <a:ext uri="{FF2B5EF4-FFF2-40B4-BE49-F238E27FC236}">
                <a16:creationId xmlns:a16="http://schemas.microsoft.com/office/drawing/2014/main" id="{85C89F51-9C74-46D2-ABB2-4D3ECF6A1D30}"/>
              </a:ext>
            </a:extLst>
          </p:cNvPr>
          <p:cNvSpPr>
            <a:spLocks xmlns:a="http://schemas.openxmlformats.org/drawingml/2006/main" noGrp="1"/>
          </p:cNvSpPr>
          <p:nvPr/>
        </p:nvSpPr>
        <p:spPr>
          <a:xfrm xmlns:a="http://schemas.openxmlformats.org/drawingml/2006/main">
            <a:off x="7658100" y="5000625"/>
            <a:ext cx="228600" cy="228600"/>
          </a:xfrm>
          <a:prstGeom xmlns:a="http://schemas.openxmlformats.org/drawingml/2006/main" prst="ellipse">
            <a:avLst/>
          </a:prstGeom>
          <a:solidFill xmlns:a="http://schemas.openxmlformats.org/drawingml/2006/main">
            <a:srgbClr val="2A1D0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7" name="">
            <a:extLst xmlns:a="http://schemas.openxmlformats.org/drawingml/2006/main">
              <a:ext uri="{FF2B5EF4-FFF2-40B4-BE49-F238E27FC236}">
                <a16:creationId xmlns:a16="http://schemas.microsoft.com/office/drawing/2014/main" id="{E4601CB1-A417-498C-BAE5-65C36F47640E}"/>
              </a:ext>
            </a:extLst>
          </p:cNvPr>
          <p:cNvSpPr>
            <a:spLocks xmlns:a="http://schemas.openxmlformats.org/drawingml/2006/main" noGrp="1"/>
          </p:cNvSpPr>
          <p:nvPr/>
        </p:nvSpPr>
        <p:spPr>
          <a:xfrm xmlns:a="http://schemas.openxmlformats.org/drawingml/2006/main">
            <a:off x="7658100" y="505777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F2B84B"/>
                </a:solidFill>
              </a:defRPr>
            </a:pPr>
            <a:r>
              <a:rPr sz="675" b="1" i="0">
                <a:solidFill>
                  <a:srgbClr val="F2B84B"/>
                </a:solidFill>
              </a:rPr>
              <a:t>3</a:t>
            </a:r>
          </a:p>
        </p:txBody>
      </p:sp>
      <p:sp>
        <p:nvSpPr>
          <p:cNvPr id="68" name="">
            <a:extLst xmlns:a="http://schemas.openxmlformats.org/drawingml/2006/main">
              <a:ext uri="{FF2B5EF4-FFF2-40B4-BE49-F238E27FC236}">
                <a16:creationId xmlns:a16="http://schemas.microsoft.com/office/drawing/2014/main" id="{AAA2354D-AD6F-4FEF-893E-3086BCE5B68F}"/>
              </a:ext>
            </a:extLst>
          </p:cNvPr>
          <p:cNvSpPr>
            <a:spLocks xmlns:a="http://schemas.openxmlformats.org/drawingml/2006/main" noGrp="1"/>
          </p:cNvSpPr>
          <p:nvPr/>
        </p:nvSpPr>
        <p:spPr>
          <a:xfrm xmlns:a="http://schemas.openxmlformats.org/drawingml/2006/main">
            <a:off x="8001000" y="499110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Checkpointed wave barriers</a:t>
            </a:r>
          </a:p>
        </p:txBody>
      </p:sp>
      <p:sp>
        <p:nvSpPr>
          <p:cNvPr id="69" name="">
            <a:extLst xmlns:a="http://schemas.openxmlformats.org/drawingml/2006/main">
              <a:ext uri="{FF2B5EF4-FFF2-40B4-BE49-F238E27FC236}">
                <a16:creationId xmlns:a16="http://schemas.microsoft.com/office/drawing/2014/main" id="{4E4C6B0A-C053-4F32-8155-86C6637F4C36}"/>
              </a:ext>
            </a:extLst>
          </p:cNvPr>
          <p:cNvSpPr>
            <a:spLocks xmlns:a="http://schemas.openxmlformats.org/drawingml/2006/main" noGrp="1"/>
          </p:cNvSpPr>
          <p:nvPr/>
        </p:nvSpPr>
        <p:spPr>
          <a:xfrm xmlns:a="http://schemas.openxmlformats.org/drawingml/2006/main">
            <a:off x="7639050" y="5410200"/>
            <a:ext cx="1257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Customer value</a:t>
            </a:r>
          </a:p>
        </p:txBody>
      </p:sp>
      <p:sp>
        <p:nvSpPr>
          <p:cNvPr id="70" name="">
            <a:extLst xmlns:a="http://schemas.openxmlformats.org/drawingml/2006/main">
              <a:ext uri="{FF2B5EF4-FFF2-40B4-BE49-F238E27FC236}">
                <a16:creationId xmlns:a16="http://schemas.microsoft.com/office/drawing/2014/main" id="{EA63319B-BBE8-45FC-A583-89A0EEE1E4A1}"/>
              </a:ext>
            </a:extLst>
          </p:cNvPr>
          <p:cNvSpPr>
            <a:spLocks xmlns:a="http://schemas.openxmlformats.org/drawingml/2006/main" noGrp="1"/>
          </p:cNvSpPr>
          <p:nvPr/>
        </p:nvSpPr>
        <p:spPr>
          <a:xfrm xmlns:a="http://schemas.openxmlformats.org/drawingml/2006/main">
            <a:off x="8953500" y="5381625"/>
            <a:ext cx="2324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F8F4EC"/>
                </a:solidFill>
              </a:defRPr>
            </a:pPr>
            <a:r>
              <a:rPr sz="900" b="1" i="0">
                <a:solidFill>
                  <a:srgbClr val="F8F4EC"/>
                </a:solidFill>
              </a:rPr>
              <a:t>One shared truth surface</a:t>
            </a:r>
          </a:p>
        </p:txBody>
      </p:sp>
      <p:sp>
        <p:nvSpPr>
          <p:cNvPr id="71" name="">
            <a:extLst xmlns:a="http://schemas.openxmlformats.org/drawingml/2006/main">
              <a:ext uri="{FF2B5EF4-FFF2-40B4-BE49-F238E27FC236}">
                <a16:creationId xmlns:a16="http://schemas.microsoft.com/office/drawing/2014/main" id="{D6C2E7D8-1E59-4CF7-82B7-A167C9BC4E2C}"/>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3" name="">
            <a:extLst xmlns:a="http://schemas.openxmlformats.org/drawingml/2006/main">
              <a:ext uri="{FF2B5EF4-FFF2-40B4-BE49-F238E27FC236}">
                <a16:creationId xmlns:a16="http://schemas.microsoft.com/office/drawing/2014/main" id="{7DDD4A3D-A81D-45A4-8F87-C19ADFB4365A}"/>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4" name="">
            <a:extLst xmlns:a="http://schemas.openxmlformats.org/drawingml/2006/main">
              <a:ext uri="{FF2B5EF4-FFF2-40B4-BE49-F238E27FC236}">
                <a16:creationId xmlns:a16="http://schemas.microsoft.com/office/drawing/2014/main" id="{D09C992D-17C0-40BF-AC96-4A49FEBE605A}"/>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19</a:t>
            </a:r>
          </a:p>
        </p:txBody>
      </p:sp>
      <p:pic>
        <p:nvPicPr>
          <p:cNvPr id="250" name=""/>
          <p:cNvPicPr>
            <a:picLocks xmlns:a="http://schemas.openxmlformats.org/drawingml/2006/main" noChangeAspect="1"/>
          </p:cNvPicPr>
          <p:nvPr/>
        </p:nvPicPr>
        <p:blipFill>
          <a:blip xmlns:r="http://schemas.openxmlformats.org/officeDocument/2006/relationships" xmlns:a="http://schemas.openxmlformats.org/drawingml/2006/main" r:embed="Ra15d991a2a994bdb">
            <a:extLst>
              <a:ext uri="{96DAC541-7B7A-43D3-8B79-37D633B846F1}">
                <asvg:svgBlip xmlns:asvg="http://schemas.microsoft.com/office/drawing/2016/SVG/main" r:embed="R2557d9da08b848f7"/>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251" name=""/>
          <p:cNvPicPr>
            <a:picLocks xmlns:a="http://schemas.openxmlformats.org/drawingml/2006/main" noChangeAspect="1"/>
          </p:cNvPicPr>
          <p:nvPr/>
        </p:nvPicPr>
        <p:blipFill>
          <a:blip xmlns:r="http://schemas.openxmlformats.org/officeDocument/2006/relationships" xmlns:a="http://schemas.openxmlformats.org/drawingml/2006/main" r:embed="Ra72f3daae4ad4b33">
            <a:extLst>
              <a:ext uri="{96DAC541-7B7A-43D3-8B79-37D633B846F1}">
                <asvg:svgBlip xmlns:asvg="http://schemas.microsoft.com/office/drawing/2016/SVG/main" r:embed="Rdc9c9d6c1d094b30"/>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143493473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75" name="">
            <a:extLst xmlns:a="http://schemas.openxmlformats.org/drawingml/2006/main">
              <a:ext uri="{FF2B5EF4-FFF2-40B4-BE49-F238E27FC236}">
                <a16:creationId xmlns:a16="http://schemas.microsoft.com/office/drawing/2014/main" id="{687BD5BE-8833-4BED-B0C9-3CB7CDEC551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4297DACF-D428-45DE-821B-4DAF79B63DA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gradFill xmlns:a="http://schemas.openxmlformats.org/drawingml/2006/main">
            <a:gsLst>
              <a:gs pos="0">
                <a:srgbClr val="D68A17"/>
              </a:gs>
              <a:gs pos="100000">
                <a:srgbClr val="F2B84B"/>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980ECB81-4DE1-481B-B924-39C75DCEA36D}"/>
              </a:ext>
            </a:extLst>
          </p:cNvPr>
          <p:cNvSpPr>
            <a:spLocks xmlns:a="http://schemas.openxmlformats.org/drawingml/2006/main" noGrp="1"/>
          </p:cNvSpPr>
          <p:nvPr/>
        </p:nvSpPr>
        <p:spPr>
          <a:xfrm xmlns:a="http://schemas.openxmlformats.org/drawingml/2006/main">
            <a:off x="10763250" y="171450"/>
            <a:ext cx="1200150" cy="1200150"/>
          </a:xfrm>
          <a:prstGeom xmlns:a="http://schemas.openxmlformats.org/drawingml/2006/main" prst="ellipse">
            <a:avLst/>
          </a:prstGeom>
          <a:solidFill xmlns:a="http://schemas.openxmlformats.org/drawingml/2006/main">
            <a:srgbClr val="F2B84B">
              <a:alpha val="8000"/>
            </a:srgbClr>
          </a:solidFill>
          <a:ln xmlns:a="http://schemas.openxmlformats.org/drawingml/2006/main" w="9525">
            <a:solidFill>
              <a:srgbClr val="F2B84B">
                <a:alpha val="12000"/>
              </a:srgbClr>
            </a:solidFill>
            <a:prstDash val="solid"/>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3E15F391-DFF3-4667-8F4C-15D68F66928D}"/>
              </a:ext>
            </a:extLst>
          </p:cNvPr>
          <p:cNvSpPr>
            <a:spLocks xmlns:a="http://schemas.openxmlformats.org/drawingml/2006/main" noGrp="1"/>
          </p:cNvSpPr>
          <p:nvPr/>
        </p:nvSpPr>
        <p:spPr>
          <a:xfrm xmlns:a="http://schemas.openxmlformats.org/drawingml/2006/main">
            <a:off x="171450" y="5619750"/>
            <a:ext cx="1028700" cy="1028700"/>
          </a:xfrm>
          <a:prstGeom xmlns:a="http://schemas.openxmlformats.org/drawingml/2006/main" prst="ellipse">
            <a:avLst/>
          </a:prstGeom>
          <a:solidFill xmlns:a="http://schemas.openxmlformats.org/drawingml/2006/main">
            <a:srgbClr val="D68A17">
              <a:alpha val="6000"/>
            </a:srgbClr>
          </a:solidFill>
          <a:ln xmlns:a="http://schemas.openxmlformats.org/drawingml/2006/main" w="9525">
            <a:solidFill>
              <a:srgbClr val="D68A17">
                <a:alpha val="10000"/>
              </a:srgbClr>
            </a:solidFill>
            <a:prstDash val="solid"/>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4CE2547B-5919-45C6-B6D7-E0C24595D71B}"/>
              </a:ext>
            </a:extLst>
          </p:cNvPr>
          <p:cNvSpPr>
            <a:spLocks xmlns:a="http://schemas.openxmlformats.org/drawingml/2006/main" noGrp="1"/>
          </p:cNvSpPr>
          <p:nvPr/>
        </p:nvSpPr>
        <p:spPr>
          <a:xfrm xmlns:a="http://schemas.openxmlformats.org/drawingml/2006/main">
            <a:off x="552450" y="323850"/>
            <a:ext cx="657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F2B84B"/>
                </a:solidFill>
              </a:defRPr>
            </a:pPr>
            <a:r>
              <a:rPr sz="975" b="1" i="0">
                <a:solidFill>
                  <a:srgbClr val="F2B84B"/>
                </a:solidFill>
              </a:rPr>
              <a:t>UI MODE · QUALITY</a:t>
            </a:r>
          </a:p>
        </p:txBody>
      </p:sp>
      <p:sp>
        <p:nvSpPr>
          <p:cNvPr id="6" name="">
            <a:extLst xmlns:a="http://schemas.openxmlformats.org/drawingml/2006/main">
              <a:ext uri="{FF2B5EF4-FFF2-40B4-BE49-F238E27FC236}">
                <a16:creationId xmlns:a16="http://schemas.microsoft.com/office/drawing/2014/main" id="{BC03E95A-819D-43C6-B082-8069B9819350}"/>
              </a:ext>
            </a:extLst>
          </p:cNvPr>
          <p:cNvSpPr>
            <a:spLocks xmlns:a="http://schemas.openxmlformats.org/drawingml/2006/main" noGrp="1"/>
          </p:cNvSpPr>
          <p:nvPr/>
        </p:nvSpPr>
        <p:spPr>
          <a:xfrm xmlns:a="http://schemas.openxmlformats.org/drawingml/2006/main">
            <a:off x="552450" y="6667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i="0">
                <a:solidFill>
                  <a:srgbClr val="F8F4EC"/>
                </a:solidFill>
              </a:defRPr>
            </a:pPr>
            <a:r>
              <a:rPr sz="2700" b="1" i="0">
                <a:solidFill>
                  <a:srgbClr val="F8F4EC"/>
                </a:solidFill>
              </a:rPr>
              <a:t>Which models and candidates deserve more authority?</a:t>
            </a:r>
          </a:p>
        </p:txBody>
      </p:sp>
      <p:sp>
        <p:nvSpPr>
          <p:cNvPr id="7" name="">
            <a:extLst xmlns:a="http://schemas.openxmlformats.org/drawingml/2006/main">
              <a:ext uri="{FF2B5EF4-FFF2-40B4-BE49-F238E27FC236}">
                <a16:creationId xmlns:a16="http://schemas.microsoft.com/office/drawing/2014/main" id="{09FE9AE2-2CFC-45FF-8CEA-74B399C61D98}"/>
              </a:ext>
            </a:extLst>
          </p:cNvPr>
          <p:cNvSpPr>
            <a:spLocks xmlns:a="http://schemas.openxmlformats.org/drawingml/2006/main" noGrp="1"/>
          </p:cNvSpPr>
          <p:nvPr/>
        </p:nvSpPr>
        <p:spPr>
          <a:xfrm xmlns:a="http://schemas.openxmlformats.org/drawingml/2006/main">
            <a:off x="552450" y="1257300"/>
            <a:ext cx="8191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43ADD70C-CA1D-4FAB-AE37-150AB8FE9ADE}"/>
              </a:ext>
            </a:extLst>
          </p:cNvPr>
          <p:cNvSpPr>
            <a:spLocks xmlns:a="http://schemas.openxmlformats.org/drawingml/2006/main" noGrp="1"/>
          </p:cNvSpPr>
          <p:nvPr/>
        </p:nvSpPr>
        <p:spPr>
          <a:xfrm xmlns:a="http://schemas.openxmlformats.org/drawingml/2006/main">
            <a:off x="1600200" y="1152525"/>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C5BDAF"/>
                </a:solidFill>
              </a:defRPr>
            </a:pPr>
            <a:r>
              <a:rPr sz="1350" b="0" i="0">
                <a:solidFill>
                  <a:srgbClr val="C5BDAF"/>
                </a:solidFill>
              </a:rPr>
              <a:t>Committed product UI contract · graph context remains visible</a:t>
            </a:r>
          </a:p>
        </p:txBody>
      </p:sp>
      <p:sp>
        <p:nvSpPr>
          <p:cNvPr id="9" name="">
            <a:extLst xmlns:a="http://schemas.openxmlformats.org/drawingml/2006/main">
              <a:ext uri="{FF2B5EF4-FFF2-40B4-BE49-F238E27FC236}">
                <a16:creationId xmlns:a16="http://schemas.microsoft.com/office/drawing/2014/main" id="{D9B66D84-BDAA-4E72-AC50-BCB2C1549BCF}"/>
              </a:ext>
            </a:extLst>
          </p:cNvPr>
          <p:cNvSpPr>
            <a:spLocks xmlns:a="http://schemas.openxmlformats.org/drawingml/2006/main" noGrp="1"/>
          </p:cNvSpPr>
          <p:nvPr/>
        </p:nvSpPr>
        <p:spPr>
          <a:xfrm xmlns:a="http://schemas.openxmlformats.org/drawingml/2006/main">
            <a:off x="457200" y="1676400"/>
            <a:ext cx="11277600" cy="4229100"/>
          </a:xfrm>
          <a:prstGeom xmlns:a="http://schemas.openxmlformats.org/drawingml/2006/main" prst="roundRect">
            <a:avLst>
              <a:gd name="adj" fmla="val 2703"/>
            </a:avLst>
          </a:prstGeom>
          <a:solidFill xmlns:a="http://schemas.openxmlformats.org/drawingml/2006/main">
            <a:srgbClr val="101010"/>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F926A7BC-48BD-4153-A28C-D880C7EE9B5C}"/>
              </a:ext>
            </a:extLst>
          </p:cNvPr>
          <p:cNvSpPr>
            <a:spLocks xmlns:a="http://schemas.openxmlformats.org/drawingml/2006/main" noGrp="1"/>
          </p:cNvSpPr>
          <p:nvPr/>
        </p:nvSpPr>
        <p:spPr>
          <a:xfrm xmlns:a="http://schemas.openxmlformats.org/drawingml/2006/main">
            <a:off x="457200" y="1676400"/>
            <a:ext cx="11277600" cy="400050"/>
          </a:xfrm>
          <a:prstGeom xmlns:a="http://schemas.openxmlformats.org/drawingml/2006/main" prst="roundRect">
            <a:avLst>
              <a:gd name="adj" fmla="val 28571"/>
            </a:avLst>
          </a:prstGeom>
          <a:solidFill xmlns:a="http://schemas.openxmlformats.org/drawingml/2006/main">
            <a:srgbClr val="17130D"/>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52A9E286-FB55-477A-B015-F449D911AF6A}"/>
              </a:ext>
            </a:extLst>
          </p:cNvPr>
          <p:cNvSpPr>
            <a:spLocks xmlns:a="http://schemas.openxmlformats.org/drawingml/2006/main" noGrp="1"/>
          </p:cNvSpPr>
          <p:nvPr/>
        </p:nvSpPr>
        <p:spPr>
          <a:xfrm xmlns:a="http://schemas.openxmlformats.org/drawingml/2006/main">
            <a:off x="647700" y="1800225"/>
            <a:ext cx="1047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F2B84B"/>
                </a:solidFill>
              </a:defRPr>
            </a:pPr>
            <a:r>
              <a:rPr sz="825" b="1" i="0">
                <a:solidFill>
                  <a:srgbClr val="F2B84B"/>
                </a:solidFill>
              </a:rPr>
              <a:t>LIGHTYEAR</a:t>
            </a:r>
          </a:p>
        </p:txBody>
      </p:sp>
      <p:sp>
        <p:nvSpPr>
          <p:cNvPr id="12" name="">
            <a:extLst xmlns:a="http://schemas.openxmlformats.org/drawingml/2006/main">
              <a:ext uri="{FF2B5EF4-FFF2-40B4-BE49-F238E27FC236}">
                <a16:creationId xmlns:a16="http://schemas.microsoft.com/office/drawing/2014/main" id="{DD1D0081-2972-4380-BCA6-C36D87B4D1E6}"/>
              </a:ext>
            </a:extLst>
          </p:cNvPr>
          <p:cNvSpPr>
            <a:spLocks xmlns:a="http://schemas.openxmlformats.org/drawingml/2006/main" noGrp="1"/>
          </p:cNvSpPr>
          <p:nvPr/>
        </p:nvSpPr>
        <p:spPr>
          <a:xfrm xmlns:a="http://schemas.openxmlformats.org/drawingml/2006/main">
            <a:off x="8458200" y="1800225"/>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C5BDAF"/>
                </a:solidFill>
              </a:defRPr>
            </a:pPr>
            <a:r>
              <a:rPr sz="750" b="0" i="0">
                <a:solidFill>
                  <a:srgbClr val="C5BDAF"/>
                </a:solidFill>
              </a:rPr>
              <a:t>Composite estate · 11,328 nodes · read-only</a:t>
            </a:r>
          </a:p>
        </p:txBody>
      </p:sp>
      <p:sp>
        <p:nvSpPr>
          <p:cNvPr id="13" name="">
            <a:extLst xmlns:a="http://schemas.openxmlformats.org/drawingml/2006/main">
              <a:ext uri="{FF2B5EF4-FFF2-40B4-BE49-F238E27FC236}">
                <a16:creationId xmlns:a16="http://schemas.microsoft.com/office/drawing/2014/main" id="{032BA11C-9665-40FF-989F-4AC8503EAD9A}"/>
              </a:ext>
            </a:extLst>
          </p:cNvPr>
          <p:cNvSpPr>
            <a:spLocks xmlns:a="http://schemas.openxmlformats.org/drawingml/2006/main" noGrp="1"/>
          </p:cNvSpPr>
          <p:nvPr/>
        </p:nvSpPr>
        <p:spPr>
          <a:xfrm xmlns:a="http://schemas.openxmlformats.org/drawingml/2006/main">
            <a:off x="609600" y="2228850"/>
            <a:ext cx="6667500" cy="3467100"/>
          </a:xfrm>
          <a:prstGeom xmlns:a="http://schemas.openxmlformats.org/drawingml/2006/main" prst="roundRect">
            <a:avLst>
              <a:gd name="adj" fmla="val 3297"/>
            </a:avLst>
          </a:prstGeom>
          <a:solidFill xmlns:a="http://schemas.openxmlformats.org/drawingml/2006/main">
            <a:srgbClr val="050505"/>
          </a:solidFill>
          <a:ln xmlns:a="http://schemas.openxmlformats.org/drawingml/2006/main" w="9525">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5F7C30DB-848C-458E-B6C2-A2D5740E9744}"/>
              </a:ext>
            </a:extLst>
          </p:cNvPr>
          <p:cNvSpPr>
            <a:spLocks xmlns:a="http://schemas.openxmlformats.org/drawingml/2006/main" noGrp="1"/>
          </p:cNvSpPr>
          <p:nvPr/>
        </p:nvSpPr>
        <p:spPr>
          <a:xfrm xmlns:a="http://schemas.openxmlformats.org/drawingml/2006/main">
            <a:off x="819150" y="2390775"/>
            <a:ext cx="1809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GRAPH CONTEXT</a:t>
            </a:r>
          </a:p>
        </p:txBody>
      </p:sp>
      <p:sp>
        <p:nvSpPr>
          <p:cNvPr id="15" name="">
            <a:extLst xmlns:a="http://schemas.openxmlformats.org/drawingml/2006/main">
              <a:ext uri="{FF2B5EF4-FFF2-40B4-BE49-F238E27FC236}">
                <a16:creationId xmlns:a16="http://schemas.microsoft.com/office/drawing/2014/main" id="{F47D6718-2E67-4260-B9FC-D704BC6F940F}"/>
              </a:ext>
            </a:extLst>
          </p:cNvPr>
          <p:cNvSpPr>
            <a:spLocks xmlns:a="http://schemas.openxmlformats.org/drawingml/2006/main" noGrp="1"/>
          </p:cNvSpPr>
          <p:nvPr/>
        </p:nvSpPr>
        <p:spPr>
          <a:xfrm xmlns:a="http://schemas.openxmlformats.org/drawingml/2006/main">
            <a:off x="838200" y="3648075"/>
            <a:ext cx="1428750" cy="628650"/>
          </a:xfrm>
          <a:prstGeom xmlns:a="http://schemas.openxmlformats.org/drawingml/2006/main" prst="roundRect">
            <a:avLst>
              <a:gd name="adj" fmla="val 18182"/>
            </a:avLst>
          </a:prstGeom>
          <a:solidFill xmlns:a="http://schemas.openxmlformats.org/drawingml/2006/main">
            <a:srgbClr val="2A1D0B"/>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6" name="">
            <a:extLst xmlns:a="http://schemas.openxmlformats.org/drawingml/2006/main">
              <a:ext uri="{FF2B5EF4-FFF2-40B4-BE49-F238E27FC236}">
                <a16:creationId xmlns:a16="http://schemas.microsoft.com/office/drawing/2014/main" id="{7FDFB700-B87C-40D8-AE4A-99B3DFDBC0A6}"/>
              </a:ext>
            </a:extLst>
          </p:cNvPr>
          <p:cNvSpPr>
            <a:spLocks xmlns:a="http://schemas.openxmlformats.org/drawingml/2006/main" noGrp="1"/>
          </p:cNvSpPr>
          <p:nvPr/>
        </p:nvSpPr>
        <p:spPr>
          <a:xfrm xmlns:a="http://schemas.openxmlformats.org/drawingml/2006/main">
            <a:off x="933450" y="3743325"/>
            <a:ext cx="1238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ACCTPL1</a:t>
            </a:r>
          </a:p>
        </p:txBody>
      </p:sp>
      <p:sp>
        <p:nvSpPr>
          <p:cNvPr id="17" name="">
            <a:extLst xmlns:a="http://schemas.openxmlformats.org/drawingml/2006/main">
              <a:ext uri="{FF2B5EF4-FFF2-40B4-BE49-F238E27FC236}">
                <a16:creationId xmlns:a16="http://schemas.microsoft.com/office/drawing/2014/main" id="{F6EE6E12-8AA3-4BCB-9AC8-B4CFD4967F24}"/>
              </a:ext>
            </a:extLst>
          </p:cNvPr>
          <p:cNvSpPr>
            <a:spLocks xmlns:a="http://schemas.openxmlformats.org/drawingml/2006/main" noGrp="1"/>
          </p:cNvSpPr>
          <p:nvPr/>
        </p:nvSpPr>
        <p:spPr>
          <a:xfrm xmlns:a="http://schemas.openxmlformats.org/drawingml/2006/main">
            <a:off x="933450" y="400050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PL/I program</a:t>
            </a:r>
          </a:p>
        </p:txBody>
      </p:sp>
      <p:sp>
        <p:nvSpPr>
          <p:cNvPr id="18" name="">
            <a:extLst xmlns:a="http://schemas.openxmlformats.org/drawingml/2006/main">
              <a:ext uri="{FF2B5EF4-FFF2-40B4-BE49-F238E27FC236}">
                <a16:creationId xmlns:a16="http://schemas.microsoft.com/office/drawing/2014/main" id="{76C7027C-4070-421F-B95B-8F1C6FAB39F0}"/>
              </a:ext>
            </a:extLst>
          </p:cNvPr>
          <p:cNvSpPr>
            <a:spLocks xmlns:a="http://schemas.openxmlformats.org/drawingml/2006/main" noGrp="1"/>
          </p:cNvSpPr>
          <p:nvPr/>
        </p:nvSpPr>
        <p:spPr>
          <a:xfrm xmlns:a="http://schemas.openxmlformats.org/drawingml/2006/main">
            <a:off x="3219450" y="302895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9" name="">
            <a:extLst xmlns:a="http://schemas.openxmlformats.org/drawingml/2006/main">
              <a:ext uri="{FF2B5EF4-FFF2-40B4-BE49-F238E27FC236}">
                <a16:creationId xmlns:a16="http://schemas.microsoft.com/office/drawing/2014/main" id="{BABD9FFD-733C-457D-8288-180B76955F28}"/>
              </a:ext>
            </a:extLst>
          </p:cNvPr>
          <p:cNvSpPr>
            <a:spLocks xmlns:a="http://schemas.openxmlformats.org/drawingml/2006/main" noGrp="1"/>
          </p:cNvSpPr>
          <p:nvPr/>
        </p:nvSpPr>
        <p:spPr>
          <a:xfrm xmlns:a="http://schemas.openxmlformats.org/drawingml/2006/main">
            <a:off x="3314700" y="31242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CBACT04C</a:t>
            </a:r>
          </a:p>
        </p:txBody>
      </p:sp>
      <p:sp>
        <p:nvSpPr>
          <p:cNvPr id="20" name="">
            <a:extLst xmlns:a="http://schemas.openxmlformats.org/drawingml/2006/main">
              <a:ext uri="{FF2B5EF4-FFF2-40B4-BE49-F238E27FC236}">
                <a16:creationId xmlns:a16="http://schemas.microsoft.com/office/drawing/2014/main" id="{EF33405E-2048-482E-BCEA-48B4AC0844CC}"/>
              </a:ext>
            </a:extLst>
          </p:cNvPr>
          <p:cNvSpPr>
            <a:spLocks xmlns:a="http://schemas.openxmlformats.org/drawingml/2006/main" noGrp="1"/>
          </p:cNvSpPr>
          <p:nvPr/>
        </p:nvSpPr>
        <p:spPr>
          <a:xfrm xmlns:a="http://schemas.openxmlformats.org/drawingml/2006/main">
            <a:off x="3314700" y="338137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COBOL program</a:t>
            </a:r>
          </a:p>
        </p:txBody>
      </p:sp>
      <p:sp>
        <p:nvSpPr>
          <p:cNvPr id="21" name="">
            <a:extLst xmlns:a="http://schemas.openxmlformats.org/drawingml/2006/main">
              <a:ext uri="{FF2B5EF4-FFF2-40B4-BE49-F238E27FC236}">
                <a16:creationId xmlns:a16="http://schemas.microsoft.com/office/drawing/2014/main" id="{32500707-A1C6-4259-BBAC-9CC89606B389}"/>
              </a:ext>
            </a:extLst>
          </p:cNvPr>
          <p:cNvSpPr>
            <a:spLocks xmlns:a="http://schemas.openxmlformats.org/drawingml/2006/main" noGrp="1"/>
          </p:cNvSpPr>
          <p:nvPr/>
        </p:nvSpPr>
        <p:spPr>
          <a:xfrm xmlns:a="http://schemas.openxmlformats.org/drawingml/2006/main">
            <a:off x="3219450" y="426720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7C041171-B855-406D-8572-0D285CF6F1C6}"/>
              </a:ext>
            </a:extLst>
          </p:cNvPr>
          <p:cNvSpPr>
            <a:spLocks xmlns:a="http://schemas.openxmlformats.org/drawingml/2006/main" noGrp="1"/>
          </p:cNvSpPr>
          <p:nvPr/>
        </p:nvSpPr>
        <p:spPr>
          <a:xfrm xmlns:a="http://schemas.openxmlformats.org/drawingml/2006/main">
            <a:off x="3314700" y="436245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SELECT</a:t>
            </a:r>
          </a:p>
        </p:txBody>
      </p:sp>
      <p:sp>
        <p:nvSpPr>
          <p:cNvPr id="23" name="">
            <a:extLst xmlns:a="http://schemas.openxmlformats.org/drawingml/2006/main">
              <a:ext uri="{FF2B5EF4-FFF2-40B4-BE49-F238E27FC236}">
                <a16:creationId xmlns:a16="http://schemas.microsoft.com/office/drawing/2014/main" id="{A67B5980-9140-4155-8459-82D087F3F244}"/>
              </a:ext>
            </a:extLst>
          </p:cNvPr>
          <p:cNvSpPr>
            <a:spLocks xmlns:a="http://schemas.openxmlformats.org/drawingml/2006/main" noGrp="1"/>
          </p:cNvSpPr>
          <p:nvPr/>
        </p:nvSpPr>
        <p:spPr>
          <a:xfrm xmlns:a="http://schemas.openxmlformats.org/drawingml/2006/main">
            <a:off x="3314700" y="46196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Db2 SQL statement</a:t>
            </a:r>
          </a:p>
        </p:txBody>
      </p:sp>
      <p:sp>
        <p:nvSpPr>
          <p:cNvPr id="24" name="">
            <a:extLst xmlns:a="http://schemas.openxmlformats.org/drawingml/2006/main">
              <a:ext uri="{FF2B5EF4-FFF2-40B4-BE49-F238E27FC236}">
                <a16:creationId xmlns:a16="http://schemas.microsoft.com/office/drawing/2014/main" id="{EB6A0BC4-4C03-476C-B2EC-3ADAB3D48FAF}"/>
              </a:ext>
            </a:extLst>
          </p:cNvPr>
          <p:cNvSpPr>
            <a:spLocks xmlns:a="http://schemas.openxmlformats.org/drawingml/2006/main" noGrp="1"/>
          </p:cNvSpPr>
          <p:nvPr/>
        </p:nvSpPr>
        <p:spPr>
          <a:xfrm xmlns:a="http://schemas.openxmlformats.org/drawingml/2006/main">
            <a:off x="5600700" y="302895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5" name="">
            <a:extLst xmlns:a="http://schemas.openxmlformats.org/drawingml/2006/main">
              <a:ext uri="{FF2B5EF4-FFF2-40B4-BE49-F238E27FC236}">
                <a16:creationId xmlns:a16="http://schemas.microsoft.com/office/drawing/2014/main" id="{51A0BF36-3501-47D5-84C4-3F09E426635B}"/>
              </a:ext>
            </a:extLst>
          </p:cNvPr>
          <p:cNvSpPr>
            <a:spLocks xmlns:a="http://schemas.openxmlformats.org/drawingml/2006/main" noGrp="1"/>
          </p:cNvSpPr>
          <p:nvPr/>
        </p:nvSpPr>
        <p:spPr>
          <a:xfrm xmlns:a="http://schemas.openxmlformats.org/drawingml/2006/main">
            <a:off x="5695950" y="31242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Evidence</a:t>
            </a:r>
          </a:p>
        </p:txBody>
      </p:sp>
      <p:sp>
        <p:nvSpPr>
          <p:cNvPr id="26" name="">
            <a:extLst xmlns:a="http://schemas.openxmlformats.org/drawingml/2006/main">
              <a:ext uri="{FF2B5EF4-FFF2-40B4-BE49-F238E27FC236}">
                <a16:creationId xmlns:a16="http://schemas.microsoft.com/office/drawing/2014/main" id="{5C2CDD81-1B15-401C-8732-91F6250026F6}"/>
              </a:ext>
            </a:extLst>
          </p:cNvPr>
          <p:cNvSpPr>
            <a:spLocks xmlns:a="http://schemas.openxmlformats.org/drawingml/2006/main" noGrp="1"/>
          </p:cNvSpPr>
          <p:nvPr/>
        </p:nvSpPr>
        <p:spPr>
          <a:xfrm xmlns:a="http://schemas.openxmlformats.org/drawingml/2006/main">
            <a:off x="5695950" y="338137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source capsules + hash</a:t>
            </a:r>
          </a:p>
        </p:txBody>
      </p:sp>
      <p:sp>
        <p:nvSpPr>
          <p:cNvPr id="27" name="">
            <a:extLst xmlns:a="http://schemas.openxmlformats.org/drawingml/2006/main">
              <a:ext uri="{FF2B5EF4-FFF2-40B4-BE49-F238E27FC236}">
                <a16:creationId xmlns:a16="http://schemas.microsoft.com/office/drawing/2014/main" id="{E223B86B-E528-4D45-9CC4-E10D3B856A1B}"/>
              </a:ext>
            </a:extLst>
          </p:cNvPr>
          <p:cNvSpPr>
            <a:spLocks xmlns:a="http://schemas.openxmlformats.org/drawingml/2006/main" noGrp="1"/>
          </p:cNvSpPr>
          <p:nvPr/>
        </p:nvSpPr>
        <p:spPr>
          <a:xfrm xmlns:a="http://schemas.openxmlformats.org/drawingml/2006/main">
            <a:off x="5600700" y="426720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8" name="">
            <a:extLst xmlns:a="http://schemas.openxmlformats.org/drawingml/2006/main">
              <a:ext uri="{FF2B5EF4-FFF2-40B4-BE49-F238E27FC236}">
                <a16:creationId xmlns:a16="http://schemas.microsoft.com/office/drawing/2014/main" id="{65F77BC3-7ECA-494B-A8F2-00D7D34D97B6}"/>
              </a:ext>
            </a:extLst>
          </p:cNvPr>
          <p:cNvSpPr>
            <a:spLocks xmlns:a="http://schemas.openxmlformats.org/drawingml/2006/main" noGrp="1"/>
          </p:cNvSpPr>
          <p:nvPr/>
        </p:nvSpPr>
        <p:spPr>
          <a:xfrm xmlns:a="http://schemas.openxmlformats.org/drawingml/2006/main">
            <a:off x="5695950" y="436245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AUTHFRDS</a:t>
            </a:r>
          </a:p>
        </p:txBody>
      </p:sp>
      <p:sp>
        <p:nvSpPr>
          <p:cNvPr id="29" name="">
            <a:extLst xmlns:a="http://schemas.openxmlformats.org/drawingml/2006/main">
              <a:ext uri="{FF2B5EF4-FFF2-40B4-BE49-F238E27FC236}">
                <a16:creationId xmlns:a16="http://schemas.microsoft.com/office/drawing/2014/main" id="{B831ABDA-C63D-42CA-A31A-1CDF7BDEAF04}"/>
              </a:ext>
            </a:extLst>
          </p:cNvPr>
          <p:cNvSpPr>
            <a:spLocks xmlns:a="http://schemas.openxmlformats.org/drawingml/2006/main" noGrp="1"/>
          </p:cNvSpPr>
          <p:nvPr/>
        </p:nvSpPr>
        <p:spPr>
          <a:xfrm xmlns:a="http://schemas.openxmlformats.org/drawingml/2006/main">
            <a:off x="5695950" y="46196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Db2 table</a:t>
            </a:r>
          </a:p>
        </p:txBody>
      </p:sp>
      <p:cxnSp>
        <p:nvCxnSpPr>
          <p:cNvPr id="206" name=""/>
          <p:cNvCxnSpPr>
            <a:stCxn xmlns:a="http://schemas.openxmlformats.org/drawingml/2006/main" id="15" idx="3"/>
            <a:endCxn xmlns:a="http://schemas.openxmlformats.org/drawingml/2006/main" id="18" idx="1"/>
          </p:cNvCxnSpPr>
          <p:nvPr/>
        </p:nvCxnSpPr>
        <p:spPr>
          <a:xfrm xmlns:a="http://schemas.openxmlformats.org/drawingml/2006/main" flipV="1">
            <a:off x="2266950" y="3343275"/>
            <a:ext cx="952500" cy="619125"/>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7" name=""/>
          <p:cNvCxnSpPr>
            <a:stCxn xmlns:a="http://schemas.openxmlformats.org/drawingml/2006/main" id="15" idx="3"/>
            <a:endCxn xmlns:a="http://schemas.openxmlformats.org/drawingml/2006/main" id="21" idx="1"/>
          </p:cNvCxnSpPr>
          <p:nvPr/>
        </p:nvCxnSpPr>
        <p:spPr>
          <a:xfrm xmlns:a="http://schemas.openxmlformats.org/drawingml/2006/main">
            <a:off x="2266950" y="3962400"/>
            <a:ext cx="952500" cy="619125"/>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8" name=""/>
          <p:cNvCxnSpPr>
            <a:stCxn xmlns:a="http://schemas.openxmlformats.org/drawingml/2006/main" id="18" idx="3"/>
            <a:endCxn xmlns:a="http://schemas.openxmlformats.org/drawingml/2006/main" id="24" idx="1"/>
          </p:cNvCxnSpPr>
          <p:nvPr/>
        </p:nvCxnSpPr>
        <p:spPr>
          <a:xfrm xmlns:a="http://schemas.openxmlformats.org/drawingml/2006/main">
            <a:off x="4743450" y="3343275"/>
            <a:ext cx="857250" cy="0"/>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9" name=""/>
          <p:cNvCxnSpPr>
            <a:stCxn xmlns:a="http://schemas.openxmlformats.org/drawingml/2006/main" id="21" idx="3"/>
            <a:endCxn xmlns:a="http://schemas.openxmlformats.org/drawingml/2006/main" id="27" idx="1"/>
          </p:cNvCxnSpPr>
          <p:nvPr/>
        </p:nvCxnSpPr>
        <p:spPr>
          <a:xfrm xmlns:a="http://schemas.openxmlformats.org/drawingml/2006/main">
            <a:off x="4743450" y="4581525"/>
            <a:ext cx="857250" cy="0"/>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sp>
        <p:nvSpPr>
          <p:cNvPr id="34" name="">
            <a:extLst xmlns:a="http://schemas.openxmlformats.org/drawingml/2006/main">
              <a:ext uri="{FF2B5EF4-FFF2-40B4-BE49-F238E27FC236}">
                <a16:creationId xmlns:a16="http://schemas.microsoft.com/office/drawing/2014/main" id="{651B74AD-8D20-4D84-8026-861DAD2B6C18}"/>
              </a:ext>
            </a:extLst>
          </p:cNvPr>
          <p:cNvSpPr>
            <a:spLocks xmlns:a="http://schemas.openxmlformats.org/drawingml/2006/main" noGrp="1"/>
          </p:cNvSpPr>
          <p:nvPr/>
        </p:nvSpPr>
        <p:spPr>
          <a:xfrm xmlns:a="http://schemas.openxmlformats.org/drawingml/2006/main">
            <a:off x="2400300" y="3286125"/>
            <a:ext cx="723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CALLS</a:t>
            </a:r>
          </a:p>
        </p:txBody>
      </p:sp>
      <p:sp>
        <p:nvSpPr>
          <p:cNvPr id="35" name="">
            <a:extLst xmlns:a="http://schemas.openxmlformats.org/drawingml/2006/main">
              <a:ext uri="{FF2B5EF4-FFF2-40B4-BE49-F238E27FC236}">
                <a16:creationId xmlns:a16="http://schemas.microsoft.com/office/drawing/2014/main" id="{7FE3CC0F-29F2-4D0E-8D98-7E7BD9420E26}"/>
              </a:ext>
            </a:extLst>
          </p:cNvPr>
          <p:cNvSpPr>
            <a:spLocks xmlns:a="http://schemas.openxmlformats.org/drawingml/2006/main" noGrp="1"/>
          </p:cNvSpPr>
          <p:nvPr/>
        </p:nvSpPr>
        <p:spPr>
          <a:xfrm xmlns:a="http://schemas.openxmlformats.org/drawingml/2006/main">
            <a:off x="2305050" y="445770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ISSUES_SQL</a:t>
            </a:r>
          </a:p>
        </p:txBody>
      </p:sp>
      <p:sp>
        <p:nvSpPr>
          <p:cNvPr id="36" name="">
            <a:extLst xmlns:a="http://schemas.openxmlformats.org/drawingml/2006/main">
              <a:ext uri="{FF2B5EF4-FFF2-40B4-BE49-F238E27FC236}">
                <a16:creationId xmlns:a16="http://schemas.microsoft.com/office/drawing/2014/main" id="{1FD39B71-A66A-493C-AEA4-E29A27355441}"/>
              </a:ext>
            </a:extLst>
          </p:cNvPr>
          <p:cNvSpPr>
            <a:spLocks xmlns:a="http://schemas.openxmlformats.org/drawingml/2006/main" noGrp="1"/>
          </p:cNvSpPr>
          <p:nvPr/>
        </p:nvSpPr>
        <p:spPr>
          <a:xfrm xmlns:a="http://schemas.openxmlformats.org/drawingml/2006/main">
            <a:off x="4838700" y="445770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READS</a:t>
            </a:r>
          </a:p>
        </p:txBody>
      </p:sp>
      <p:sp>
        <p:nvSpPr>
          <p:cNvPr id="37" name="">
            <a:extLst xmlns:a="http://schemas.openxmlformats.org/drawingml/2006/main">
              <a:ext uri="{FF2B5EF4-FFF2-40B4-BE49-F238E27FC236}">
                <a16:creationId xmlns:a16="http://schemas.microsoft.com/office/drawing/2014/main" id="{ADF67A02-7472-42C8-BACE-864AD097EC74}"/>
              </a:ext>
            </a:extLst>
          </p:cNvPr>
          <p:cNvSpPr>
            <a:spLocks xmlns:a="http://schemas.openxmlformats.org/drawingml/2006/main" noGrp="1"/>
          </p:cNvSpPr>
          <p:nvPr/>
        </p:nvSpPr>
        <p:spPr>
          <a:xfrm xmlns:a="http://schemas.openxmlformats.org/drawingml/2006/main">
            <a:off x="7429500" y="2228850"/>
            <a:ext cx="4152900" cy="3467100"/>
          </a:xfrm>
          <a:prstGeom xmlns:a="http://schemas.openxmlformats.org/drawingml/2006/main" prst="roundRect">
            <a:avLst>
              <a:gd name="adj" fmla="val 3297"/>
            </a:avLst>
          </a:prstGeom>
          <a:solidFill xmlns:a="http://schemas.openxmlformats.org/drawingml/2006/main">
            <a:srgbClr val="17130D"/>
          </a:solidFill>
          <a:ln xmlns:a="http://schemas.openxmlformats.org/drawingml/2006/main" w="9525">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8" name="">
            <a:extLst xmlns:a="http://schemas.openxmlformats.org/drawingml/2006/main">
              <a:ext uri="{FF2B5EF4-FFF2-40B4-BE49-F238E27FC236}">
                <a16:creationId xmlns:a16="http://schemas.microsoft.com/office/drawing/2014/main" id="{18F79992-5394-4F90-B86A-577042F76549}"/>
              </a:ext>
            </a:extLst>
          </p:cNvPr>
          <p:cNvSpPr>
            <a:spLocks xmlns:a="http://schemas.openxmlformats.org/drawingml/2006/main" noGrp="1"/>
          </p:cNvSpPr>
          <p:nvPr/>
        </p:nvSpPr>
        <p:spPr>
          <a:xfrm xmlns:a="http://schemas.openxmlformats.org/drawingml/2006/main">
            <a:off x="7581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9" name="">
            <a:extLst xmlns:a="http://schemas.openxmlformats.org/drawingml/2006/main">
              <a:ext uri="{FF2B5EF4-FFF2-40B4-BE49-F238E27FC236}">
                <a16:creationId xmlns:a16="http://schemas.microsoft.com/office/drawing/2014/main" id="{909C878F-93D3-4D3F-A6A7-A8EC1344185D}"/>
              </a:ext>
            </a:extLst>
          </p:cNvPr>
          <p:cNvSpPr>
            <a:spLocks xmlns:a="http://schemas.openxmlformats.org/drawingml/2006/main" noGrp="1"/>
          </p:cNvSpPr>
          <p:nvPr/>
        </p:nvSpPr>
        <p:spPr>
          <a:xfrm xmlns:a="http://schemas.openxmlformats.org/drawingml/2006/main">
            <a:off x="7620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Inspector</a:t>
            </a:r>
          </a:p>
        </p:txBody>
      </p:sp>
      <p:sp>
        <p:nvSpPr>
          <p:cNvPr id="40" name="">
            <a:extLst xmlns:a="http://schemas.openxmlformats.org/drawingml/2006/main">
              <a:ext uri="{FF2B5EF4-FFF2-40B4-BE49-F238E27FC236}">
                <a16:creationId xmlns:a16="http://schemas.microsoft.com/office/drawing/2014/main" id="{37E249F6-6B0F-4A50-B2E9-C57659F6A1BD}"/>
              </a:ext>
            </a:extLst>
          </p:cNvPr>
          <p:cNvSpPr>
            <a:spLocks xmlns:a="http://schemas.openxmlformats.org/drawingml/2006/main" noGrp="1"/>
          </p:cNvSpPr>
          <p:nvPr/>
        </p:nvSpPr>
        <p:spPr>
          <a:xfrm xmlns:a="http://schemas.openxmlformats.org/drawingml/2006/main">
            <a:off x="8343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1" name="">
            <a:extLst xmlns:a="http://schemas.openxmlformats.org/drawingml/2006/main">
              <a:ext uri="{FF2B5EF4-FFF2-40B4-BE49-F238E27FC236}">
                <a16:creationId xmlns:a16="http://schemas.microsoft.com/office/drawing/2014/main" id="{D4D51127-07C9-460B-AC3F-3975B77DB148}"/>
              </a:ext>
            </a:extLst>
          </p:cNvPr>
          <p:cNvSpPr>
            <a:spLocks xmlns:a="http://schemas.openxmlformats.org/drawingml/2006/main" noGrp="1"/>
          </p:cNvSpPr>
          <p:nvPr/>
        </p:nvSpPr>
        <p:spPr>
          <a:xfrm xmlns:a="http://schemas.openxmlformats.org/drawingml/2006/main">
            <a:off x="8382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Ask graph</a:t>
            </a:r>
          </a:p>
        </p:txBody>
      </p:sp>
      <p:sp>
        <p:nvSpPr>
          <p:cNvPr id="42" name="">
            <a:extLst xmlns:a="http://schemas.openxmlformats.org/drawingml/2006/main">
              <a:ext uri="{FF2B5EF4-FFF2-40B4-BE49-F238E27FC236}">
                <a16:creationId xmlns:a16="http://schemas.microsoft.com/office/drawing/2014/main" id="{9CCC4102-F9F2-4879-9DDE-61CFFE1E87E7}"/>
              </a:ext>
            </a:extLst>
          </p:cNvPr>
          <p:cNvSpPr>
            <a:spLocks xmlns:a="http://schemas.openxmlformats.org/drawingml/2006/main" noGrp="1"/>
          </p:cNvSpPr>
          <p:nvPr/>
        </p:nvSpPr>
        <p:spPr>
          <a:xfrm xmlns:a="http://schemas.openxmlformats.org/drawingml/2006/main">
            <a:off x="9105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3" name="">
            <a:extLst xmlns:a="http://schemas.openxmlformats.org/drawingml/2006/main">
              <a:ext uri="{FF2B5EF4-FFF2-40B4-BE49-F238E27FC236}">
                <a16:creationId xmlns:a16="http://schemas.microsoft.com/office/drawing/2014/main" id="{8E5E4C8D-C912-43F6-AED3-01EB7BE0AA33}"/>
              </a:ext>
            </a:extLst>
          </p:cNvPr>
          <p:cNvSpPr>
            <a:spLocks xmlns:a="http://schemas.openxmlformats.org/drawingml/2006/main" noGrp="1"/>
          </p:cNvSpPr>
          <p:nvPr/>
        </p:nvSpPr>
        <p:spPr>
          <a:xfrm xmlns:a="http://schemas.openxmlformats.org/drawingml/2006/main">
            <a:off x="9144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Factory</a:t>
            </a:r>
          </a:p>
        </p:txBody>
      </p:sp>
      <p:sp>
        <p:nvSpPr>
          <p:cNvPr id="44" name="">
            <a:extLst xmlns:a="http://schemas.openxmlformats.org/drawingml/2006/main">
              <a:ext uri="{FF2B5EF4-FFF2-40B4-BE49-F238E27FC236}">
                <a16:creationId xmlns:a16="http://schemas.microsoft.com/office/drawing/2014/main" id="{9FEBD291-5D31-4E53-A0FE-B34FF9632638}"/>
              </a:ext>
            </a:extLst>
          </p:cNvPr>
          <p:cNvSpPr>
            <a:spLocks xmlns:a="http://schemas.openxmlformats.org/drawingml/2006/main" noGrp="1"/>
          </p:cNvSpPr>
          <p:nvPr/>
        </p:nvSpPr>
        <p:spPr>
          <a:xfrm xmlns:a="http://schemas.openxmlformats.org/drawingml/2006/main">
            <a:off x="9867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5" name="">
            <a:extLst xmlns:a="http://schemas.openxmlformats.org/drawingml/2006/main">
              <a:ext uri="{FF2B5EF4-FFF2-40B4-BE49-F238E27FC236}">
                <a16:creationId xmlns:a16="http://schemas.microsoft.com/office/drawing/2014/main" id="{FE9128BF-CC79-49EF-A868-D37A4764672B}"/>
              </a:ext>
            </a:extLst>
          </p:cNvPr>
          <p:cNvSpPr>
            <a:spLocks xmlns:a="http://schemas.openxmlformats.org/drawingml/2006/main" noGrp="1"/>
          </p:cNvSpPr>
          <p:nvPr/>
        </p:nvSpPr>
        <p:spPr>
          <a:xfrm xmlns:a="http://schemas.openxmlformats.org/drawingml/2006/main">
            <a:off x="9906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Portfolio</a:t>
            </a:r>
          </a:p>
        </p:txBody>
      </p:sp>
      <p:sp>
        <p:nvSpPr>
          <p:cNvPr id="46" name="">
            <a:extLst xmlns:a="http://schemas.openxmlformats.org/drawingml/2006/main">
              <a:ext uri="{FF2B5EF4-FFF2-40B4-BE49-F238E27FC236}">
                <a16:creationId xmlns:a16="http://schemas.microsoft.com/office/drawing/2014/main" id="{D30F8871-4E42-4430-9891-EC3C07304B69}"/>
              </a:ext>
            </a:extLst>
          </p:cNvPr>
          <p:cNvSpPr>
            <a:spLocks xmlns:a="http://schemas.openxmlformats.org/drawingml/2006/main" noGrp="1"/>
          </p:cNvSpPr>
          <p:nvPr/>
        </p:nvSpPr>
        <p:spPr>
          <a:xfrm xmlns:a="http://schemas.openxmlformats.org/drawingml/2006/main">
            <a:off x="10629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7" name="">
            <a:extLst xmlns:a="http://schemas.openxmlformats.org/drawingml/2006/main">
              <a:ext uri="{FF2B5EF4-FFF2-40B4-BE49-F238E27FC236}">
                <a16:creationId xmlns:a16="http://schemas.microsoft.com/office/drawing/2014/main" id="{D245C5F6-C6A7-4156-AFCC-A0D62722ED43}"/>
              </a:ext>
            </a:extLst>
          </p:cNvPr>
          <p:cNvSpPr>
            <a:spLocks xmlns:a="http://schemas.openxmlformats.org/drawingml/2006/main" noGrp="1"/>
          </p:cNvSpPr>
          <p:nvPr/>
        </p:nvSpPr>
        <p:spPr>
          <a:xfrm xmlns:a="http://schemas.openxmlformats.org/drawingml/2006/main">
            <a:off x="10668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Recovery</a:t>
            </a:r>
          </a:p>
        </p:txBody>
      </p:sp>
      <p:sp>
        <p:nvSpPr>
          <p:cNvPr id="48" name="">
            <a:extLst xmlns:a="http://schemas.openxmlformats.org/drawingml/2006/main">
              <a:ext uri="{FF2B5EF4-FFF2-40B4-BE49-F238E27FC236}">
                <a16:creationId xmlns:a16="http://schemas.microsoft.com/office/drawing/2014/main" id="{C276D9BE-C4A0-4A86-B4F2-5BA7BC2AC3CB}"/>
              </a:ext>
            </a:extLst>
          </p:cNvPr>
          <p:cNvSpPr>
            <a:spLocks xmlns:a="http://schemas.openxmlformats.org/drawingml/2006/main" noGrp="1"/>
          </p:cNvSpPr>
          <p:nvPr/>
        </p:nvSpPr>
        <p:spPr>
          <a:xfrm xmlns:a="http://schemas.openxmlformats.org/drawingml/2006/main">
            <a:off x="7581900" y="2667000"/>
            <a:ext cx="704850" cy="228600"/>
          </a:xfrm>
          <a:prstGeom xmlns:a="http://schemas.openxmlformats.org/drawingml/2006/main" prst="roundRect">
            <a:avLst>
              <a:gd name="adj" fmla="val 50000"/>
            </a:avLst>
          </a:prstGeom>
          <a:solidFill xmlns:a="http://schemas.openxmlformats.org/drawingml/2006/main">
            <a:srgbClr val="F2B84B"/>
          </a:solidFill>
          <a:ln xmlns:a="http://schemas.openxmlformats.org/drawingml/2006/main" w="762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49" name="">
            <a:extLst xmlns:a="http://schemas.openxmlformats.org/drawingml/2006/main">
              <a:ext uri="{FF2B5EF4-FFF2-40B4-BE49-F238E27FC236}">
                <a16:creationId xmlns:a16="http://schemas.microsoft.com/office/drawing/2014/main" id="{8DFA1CFD-A89E-4431-A1FA-26498AAEE831}"/>
              </a:ext>
            </a:extLst>
          </p:cNvPr>
          <p:cNvSpPr>
            <a:spLocks xmlns:a="http://schemas.openxmlformats.org/drawingml/2006/main" noGrp="1"/>
          </p:cNvSpPr>
          <p:nvPr/>
        </p:nvSpPr>
        <p:spPr>
          <a:xfrm xmlns:a="http://schemas.openxmlformats.org/drawingml/2006/main">
            <a:off x="7620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1" i="0">
                <a:solidFill>
                  <a:srgbClr val="050505"/>
                </a:solidFill>
              </a:defRPr>
            </a:pPr>
            <a:r>
              <a:rPr sz="600" b="1" i="0">
                <a:solidFill>
                  <a:srgbClr val="050505"/>
                </a:solidFill>
              </a:rPr>
              <a:t>Quality</a:t>
            </a:r>
          </a:p>
        </p:txBody>
      </p:sp>
      <p:sp>
        <p:nvSpPr>
          <p:cNvPr id="50" name="">
            <a:extLst xmlns:a="http://schemas.openxmlformats.org/drawingml/2006/main">
              <a:ext uri="{FF2B5EF4-FFF2-40B4-BE49-F238E27FC236}">
                <a16:creationId xmlns:a16="http://schemas.microsoft.com/office/drawing/2014/main" id="{DC717224-3EF7-4CA2-A1B6-96F4E9D71A57}"/>
              </a:ext>
            </a:extLst>
          </p:cNvPr>
          <p:cNvSpPr>
            <a:spLocks xmlns:a="http://schemas.openxmlformats.org/drawingml/2006/main" noGrp="1"/>
          </p:cNvSpPr>
          <p:nvPr/>
        </p:nvSpPr>
        <p:spPr>
          <a:xfrm xmlns:a="http://schemas.openxmlformats.org/drawingml/2006/main">
            <a:off x="8343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1" name="">
            <a:extLst xmlns:a="http://schemas.openxmlformats.org/drawingml/2006/main">
              <a:ext uri="{FF2B5EF4-FFF2-40B4-BE49-F238E27FC236}">
                <a16:creationId xmlns:a16="http://schemas.microsoft.com/office/drawing/2014/main" id="{071AF103-E0C0-4E1C-85AC-4DCFB7A6D386}"/>
              </a:ext>
            </a:extLst>
          </p:cNvPr>
          <p:cNvSpPr>
            <a:spLocks xmlns:a="http://schemas.openxmlformats.org/drawingml/2006/main" noGrp="1"/>
          </p:cNvSpPr>
          <p:nvPr/>
        </p:nvSpPr>
        <p:spPr>
          <a:xfrm xmlns:a="http://schemas.openxmlformats.org/drawingml/2006/main">
            <a:off x="8382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Memory</a:t>
            </a:r>
          </a:p>
        </p:txBody>
      </p:sp>
      <p:sp>
        <p:nvSpPr>
          <p:cNvPr id="52" name="">
            <a:extLst xmlns:a="http://schemas.openxmlformats.org/drawingml/2006/main">
              <a:ext uri="{FF2B5EF4-FFF2-40B4-BE49-F238E27FC236}">
                <a16:creationId xmlns:a16="http://schemas.microsoft.com/office/drawing/2014/main" id="{6EEEE880-AEF5-4413-93C1-4B125ABFEB45}"/>
              </a:ext>
            </a:extLst>
          </p:cNvPr>
          <p:cNvSpPr>
            <a:spLocks xmlns:a="http://schemas.openxmlformats.org/drawingml/2006/main" noGrp="1"/>
          </p:cNvSpPr>
          <p:nvPr/>
        </p:nvSpPr>
        <p:spPr>
          <a:xfrm xmlns:a="http://schemas.openxmlformats.org/drawingml/2006/main">
            <a:off x="9105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3" name="">
            <a:extLst xmlns:a="http://schemas.openxmlformats.org/drawingml/2006/main">
              <a:ext uri="{FF2B5EF4-FFF2-40B4-BE49-F238E27FC236}">
                <a16:creationId xmlns:a16="http://schemas.microsoft.com/office/drawing/2014/main" id="{34069F93-9764-4A33-B0DA-78790EACC515}"/>
              </a:ext>
            </a:extLst>
          </p:cNvPr>
          <p:cNvSpPr>
            <a:spLocks xmlns:a="http://schemas.openxmlformats.org/drawingml/2006/main" noGrp="1"/>
          </p:cNvSpPr>
          <p:nvPr/>
        </p:nvSpPr>
        <p:spPr>
          <a:xfrm xmlns:a="http://schemas.openxmlformats.org/drawingml/2006/main">
            <a:off x="9144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Data</a:t>
            </a:r>
          </a:p>
        </p:txBody>
      </p:sp>
      <p:sp>
        <p:nvSpPr>
          <p:cNvPr id="54" name="">
            <a:extLst xmlns:a="http://schemas.openxmlformats.org/drawingml/2006/main">
              <a:ext uri="{FF2B5EF4-FFF2-40B4-BE49-F238E27FC236}">
                <a16:creationId xmlns:a16="http://schemas.microsoft.com/office/drawing/2014/main" id="{11CCB70C-C552-408D-B27D-483E57623CDF}"/>
              </a:ext>
            </a:extLst>
          </p:cNvPr>
          <p:cNvSpPr>
            <a:spLocks xmlns:a="http://schemas.openxmlformats.org/drawingml/2006/main" noGrp="1"/>
          </p:cNvSpPr>
          <p:nvPr/>
        </p:nvSpPr>
        <p:spPr>
          <a:xfrm xmlns:a="http://schemas.openxmlformats.org/drawingml/2006/main">
            <a:off x="9867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5" name="">
            <a:extLst xmlns:a="http://schemas.openxmlformats.org/drawingml/2006/main">
              <a:ext uri="{FF2B5EF4-FFF2-40B4-BE49-F238E27FC236}">
                <a16:creationId xmlns:a16="http://schemas.microsoft.com/office/drawing/2014/main" id="{78092962-2330-430F-92C1-7225F939B391}"/>
              </a:ext>
            </a:extLst>
          </p:cNvPr>
          <p:cNvSpPr>
            <a:spLocks xmlns:a="http://schemas.openxmlformats.org/drawingml/2006/main" noGrp="1"/>
          </p:cNvSpPr>
          <p:nvPr/>
        </p:nvSpPr>
        <p:spPr>
          <a:xfrm xmlns:a="http://schemas.openxmlformats.org/drawingml/2006/main">
            <a:off x="9906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Runtime</a:t>
            </a:r>
          </a:p>
        </p:txBody>
      </p:sp>
      <p:sp>
        <p:nvSpPr>
          <p:cNvPr id="56" name="">
            <a:extLst xmlns:a="http://schemas.openxmlformats.org/drawingml/2006/main">
              <a:ext uri="{FF2B5EF4-FFF2-40B4-BE49-F238E27FC236}">
                <a16:creationId xmlns:a16="http://schemas.microsoft.com/office/drawing/2014/main" id="{DF664CC8-1F76-4CC6-8B1B-B3BC28DCD6B2}"/>
              </a:ext>
            </a:extLst>
          </p:cNvPr>
          <p:cNvSpPr>
            <a:spLocks xmlns:a="http://schemas.openxmlformats.org/drawingml/2006/main" noGrp="1"/>
          </p:cNvSpPr>
          <p:nvPr/>
        </p:nvSpPr>
        <p:spPr>
          <a:xfrm xmlns:a="http://schemas.openxmlformats.org/drawingml/2006/main">
            <a:off x="10629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7" name="">
            <a:extLst xmlns:a="http://schemas.openxmlformats.org/drawingml/2006/main">
              <a:ext uri="{FF2B5EF4-FFF2-40B4-BE49-F238E27FC236}">
                <a16:creationId xmlns:a16="http://schemas.microsoft.com/office/drawing/2014/main" id="{53ACA82D-8EDC-4D5E-844C-FAF59887C3FA}"/>
              </a:ext>
            </a:extLst>
          </p:cNvPr>
          <p:cNvSpPr>
            <a:spLocks xmlns:a="http://schemas.openxmlformats.org/drawingml/2006/main" noGrp="1"/>
          </p:cNvSpPr>
          <p:nvPr/>
        </p:nvSpPr>
        <p:spPr>
          <a:xfrm xmlns:a="http://schemas.openxmlformats.org/drawingml/2006/main">
            <a:off x="10668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Audit</a:t>
            </a:r>
          </a:p>
        </p:txBody>
      </p:sp>
      <p:sp>
        <p:nvSpPr>
          <p:cNvPr id="58" name="">
            <a:extLst xmlns:a="http://schemas.openxmlformats.org/drawingml/2006/main">
              <a:ext uri="{FF2B5EF4-FFF2-40B4-BE49-F238E27FC236}">
                <a16:creationId xmlns:a16="http://schemas.microsoft.com/office/drawing/2014/main" id="{D7C25179-E05F-4C7A-A2A0-E31BFDB1F9E8}"/>
              </a:ext>
            </a:extLst>
          </p:cNvPr>
          <p:cNvSpPr>
            <a:spLocks xmlns:a="http://schemas.openxmlformats.org/drawingml/2006/main" noGrp="1"/>
          </p:cNvSpPr>
          <p:nvPr/>
        </p:nvSpPr>
        <p:spPr>
          <a:xfrm xmlns:a="http://schemas.openxmlformats.org/drawingml/2006/main">
            <a:off x="7639050" y="3105150"/>
            <a:ext cx="3619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MODEL EVIDENCE &amp; QUALIFICATION</a:t>
            </a:r>
          </a:p>
        </p:txBody>
      </p:sp>
      <p:sp>
        <p:nvSpPr>
          <p:cNvPr id="59" name="">
            <a:extLst xmlns:a="http://schemas.openxmlformats.org/drawingml/2006/main">
              <a:ext uri="{FF2B5EF4-FFF2-40B4-BE49-F238E27FC236}">
                <a16:creationId xmlns:a16="http://schemas.microsoft.com/office/drawing/2014/main" id="{5A9A4ACF-3B75-49A2-8426-4C014373D14F}"/>
              </a:ext>
            </a:extLst>
          </p:cNvPr>
          <p:cNvSpPr>
            <a:spLocks xmlns:a="http://schemas.openxmlformats.org/drawingml/2006/main" noGrp="1"/>
          </p:cNvSpPr>
          <p:nvPr/>
        </p:nvSpPr>
        <p:spPr>
          <a:xfrm xmlns:a="http://schemas.openxmlformats.org/drawingml/2006/main">
            <a:off x="7639050" y="3352800"/>
            <a:ext cx="361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F8F4EC"/>
                </a:solidFill>
              </a:defRPr>
            </a:pPr>
            <a:r>
              <a:rPr sz="1650" b="1" i="0">
                <a:solidFill>
                  <a:srgbClr val="F8F4EC"/>
                </a:solidFill>
              </a:rPr>
              <a:t>Quality before promotion</a:t>
            </a:r>
          </a:p>
        </p:txBody>
      </p:sp>
      <p:sp>
        <p:nvSpPr>
          <p:cNvPr id="60" name="">
            <a:extLst xmlns:a="http://schemas.openxmlformats.org/drawingml/2006/main">
              <a:ext uri="{FF2B5EF4-FFF2-40B4-BE49-F238E27FC236}">
                <a16:creationId xmlns:a16="http://schemas.microsoft.com/office/drawing/2014/main" id="{9A0FE328-E42D-435A-93A8-EAECA98E910D}"/>
              </a:ext>
            </a:extLst>
          </p:cNvPr>
          <p:cNvSpPr>
            <a:spLocks xmlns:a="http://schemas.openxmlformats.org/drawingml/2006/main" noGrp="1"/>
          </p:cNvSpPr>
          <p:nvPr/>
        </p:nvSpPr>
        <p:spPr>
          <a:xfrm xmlns:a="http://schemas.openxmlformats.org/drawingml/2006/main">
            <a:off x="7658100" y="4048125"/>
            <a:ext cx="228600" cy="228600"/>
          </a:xfrm>
          <a:prstGeom xmlns:a="http://schemas.openxmlformats.org/drawingml/2006/main" prst="ellipse">
            <a:avLst/>
          </a:prstGeom>
          <a:solidFill xmlns:a="http://schemas.openxmlformats.org/drawingml/2006/main">
            <a:srgbClr val="F2B84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1" name="">
            <a:extLst xmlns:a="http://schemas.openxmlformats.org/drawingml/2006/main">
              <a:ext uri="{FF2B5EF4-FFF2-40B4-BE49-F238E27FC236}">
                <a16:creationId xmlns:a16="http://schemas.microsoft.com/office/drawing/2014/main" id="{7E006D09-C16B-4787-9918-B3F3815B5601}"/>
              </a:ext>
            </a:extLst>
          </p:cNvPr>
          <p:cNvSpPr>
            <a:spLocks xmlns:a="http://schemas.openxmlformats.org/drawingml/2006/main" noGrp="1"/>
          </p:cNvSpPr>
          <p:nvPr/>
        </p:nvSpPr>
        <p:spPr>
          <a:xfrm xmlns:a="http://schemas.openxmlformats.org/drawingml/2006/main">
            <a:off x="7658100" y="410527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050505"/>
                </a:solidFill>
              </a:defRPr>
            </a:pPr>
            <a:r>
              <a:rPr sz="675" b="1" i="0">
                <a:solidFill>
                  <a:srgbClr val="050505"/>
                </a:solidFill>
              </a:rPr>
              <a:t>1</a:t>
            </a:r>
          </a:p>
        </p:txBody>
      </p:sp>
      <p:sp>
        <p:nvSpPr>
          <p:cNvPr id="62" name="">
            <a:extLst xmlns:a="http://schemas.openxmlformats.org/drawingml/2006/main">
              <a:ext uri="{FF2B5EF4-FFF2-40B4-BE49-F238E27FC236}">
                <a16:creationId xmlns:a16="http://schemas.microsoft.com/office/drawing/2014/main" id="{96ADB480-B705-4ABC-A6C0-AF55CC5D1C3E}"/>
              </a:ext>
            </a:extLst>
          </p:cNvPr>
          <p:cNvSpPr>
            <a:spLocks xmlns:a="http://schemas.openxmlformats.org/drawingml/2006/main" noGrp="1"/>
          </p:cNvSpPr>
          <p:nvPr/>
        </p:nvSpPr>
        <p:spPr>
          <a:xfrm xmlns:a="http://schemas.openxmlformats.org/drawingml/2006/main">
            <a:off x="8001000" y="403860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8F4EC"/>
                </a:solidFill>
              </a:defRPr>
            </a:pPr>
            <a:r>
              <a:rPr sz="1050" b="1" i="0">
                <a:solidFill>
                  <a:srgbClr val="F8F4EC"/>
                </a:solidFill>
              </a:rPr>
              <a:t>Sealed evaluations</a:t>
            </a:r>
          </a:p>
        </p:txBody>
      </p:sp>
      <p:sp>
        <p:nvSpPr>
          <p:cNvPr id="63" name="">
            <a:extLst xmlns:a="http://schemas.openxmlformats.org/drawingml/2006/main">
              <a:ext uri="{FF2B5EF4-FFF2-40B4-BE49-F238E27FC236}">
                <a16:creationId xmlns:a16="http://schemas.microsoft.com/office/drawing/2014/main" id="{62D3B11C-3BDB-482D-BADF-520568FE6F88}"/>
              </a:ext>
            </a:extLst>
          </p:cNvPr>
          <p:cNvSpPr>
            <a:spLocks xmlns:a="http://schemas.openxmlformats.org/drawingml/2006/main" noGrp="1"/>
          </p:cNvSpPr>
          <p:nvPr/>
        </p:nvSpPr>
        <p:spPr>
          <a:xfrm xmlns:a="http://schemas.openxmlformats.org/drawingml/2006/main">
            <a:off x="7658100" y="4524375"/>
            <a:ext cx="228600" cy="228600"/>
          </a:xfrm>
          <a:prstGeom xmlns:a="http://schemas.openxmlformats.org/drawingml/2006/main" prst="ellipse">
            <a:avLst/>
          </a:prstGeom>
          <a:solidFill xmlns:a="http://schemas.openxmlformats.org/drawingml/2006/main">
            <a:srgbClr val="2A1D0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4" name="">
            <a:extLst xmlns:a="http://schemas.openxmlformats.org/drawingml/2006/main">
              <a:ext uri="{FF2B5EF4-FFF2-40B4-BE49-F238E27FC236}">
                <a16:creationId xmlns:a16="http://schemas.microsoft.com/office/drawing/2014/main" id="{D364DF72-7730-4F44-9B2D-BD9E30A442BC}"/>
              </a:ext>
            </a:extLst>
          </p:cNvPr>
          <p:cNvSpPr>
            <a:spLocks xmlns:a="http://schemas.openxmlformats.org/drawingml/2006/main" noGrp="1"/>
          </p:cNvSpPr>
          <p:nvPr/>
        </p:nvSpPr>
        <p:spPr>
          <a:xfrm xmlns:a="http://schemas.openxmlformats.org/drawingml/2006/main">
            <a:off x="7658100" y="458152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F2B84B"/>
                </a:solidFill>
              </a:defRPr>
            </a:pPr>
            <a:r>
              <a:rPr sz="675" b="1" i="0">
                <a:solidFill>
                  <a:srgbClr val="F2B84B"/>
                </a:solidFill>
              </a:rPr>
              <a:t>2</a:t>
            </a:r>
          </a:p>
        </p:txBody>
      </p:sp>
      <p:sp>
        <p:nvSpPr>
          <p:cNvPr id="65" name="">
            <a:extLst xmlns:a="http://schemas.openxmlformats.org/drawingml/2006/main">
              <a:ext uri="{FF2B5EF4-FFF2-40B4-BE49-F238E27FC236}">
                <a16:creationId xmlns:a16="http://schemas.microsoft.com/office/drawing/2014/main" id="{00F11D82-12B3-405D-BA69-518A5B483F31}"/>
              </a:ext>
            </a:extLst>
          </p:cNvPr>
          <p:cNvSpPr>
            <a:spLocks xmlns:a="http://schemas.openxmlformats.org/drawingml/2006/main" noGrp="1"/>
          </p:cNvSpPr>
          <p:nvPr/>
        </p:nvSpPr>
        <p:spPr>
          <a:xfrm xmlns:a="http://schemas.openxmlformats.org/drawingml/2006/main">
            <a:off x="8001000" y="451485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False acceptance + mutation strength</a:t>
            </a:r>
          </a:p>
        </p:txBody>
      </p:sp>
      <p:sp>
        <p:nvSpPr>
          <p:cNvPr id="66" name="">
            <a:extLst xmlns:a="http://schemas.openxmlformats.org/drawingml/2006/main">
              <a:ext uri="{FF2B5EF4-FFF2-40B4-BE49-F238E27FC236}">
                <a16:creationId xmlns:a16="http://schemas.microsoft.com/office/drawing/2014/main" id="{92F23D81-C61F-455F-9DCF-A438E89B31E1}"/>
              </a:ext>
            </a:extLst>
          </p:cNvPr>
          <p:cNvSpPr>
            <a:spLocks xmlns:a="http://schemas.openxmlformats.org/drawingml/2006/main" noGrp="1"/>
          </p:cNvSpPr>
          <p:nvPr/>
        </p:nvSpPr>
        <p:spPr>
          <a:xfrm xmlns:a="http://schemas.openxmlformats.org/drawingml/2006/main">
            <a:off x="7658100" y="5000625"/>
            <a:ext cx="228600" cy="228600"/>
          </a:xfrm>
          <a:prstGeom xmlns:a="http://schemas.openxmlformats.org/drawingml/2006/main" prst="ellipse">
            <a:avLst/>
          </a:prstGeom>
          <a:solidFill xmlns:a="http://schemas.openxmlformats.org/drawingml/2006/main">
            <a:srgbClr val="2A1D0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7" name="">
            <a:extLst xmlns:a="http://schemas.openxmlformats.org/drawingml/2006/main">
              <a:ext uri="{FF2B5EF4-FFF2-40B4-BE49-F238E27FC236}">
                <a16:creationId xmlns:a16="http://schemas.microsoft.com/office/drawing/2014/main" id="{982E868C-9728-4AAF-AEA1-7C915756BFB7}"/>
              </a:ext>
            </a:extLst>
          </p:cNvPr>
          <p:cNvSpPr>
            <a:spLocks xmlns:a="http://schemas.openxmlformats.org/drawingml/2006/main" noGrp="1"/>
          </p:cNvSpPr>
          <p:nvPr/>
        </p:nvSpPr>
        <p:spPr>
          <a:xfrm xmlns:a="http://schemas.openxmlformats.org/drawingml/2006/main">
            <a:off x="7658100" y="505777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F2B84B"/>
                </a:solidFill>
              </a:defRPr>
            </a:pPr>
            <a:r>
              <a:rPr sz="675" b="1" i="0">
                <a:solidFill>
                  <a:srgbClr val="F2B84B"/>
                </a:solidFill>
              </a:rPr>
              <a:t>3</a:t>
            </a:r>
          </a:p>
        </p:txBody>
      </p:sp>
      <p:sp>
        <p:nvSpPr>
          <p:cNvPr id="68" name="">
            <a:extLst xmlns:a="http://schemas.openxmlformats.org/drawingml/2006/main">
              <a:ext uri="{FF2B5EF4-FFF2-40B4-BE49-F238E27FC236}">
                <a16:creationId xmlns:a16="http://schemas.microsoft.com/office/drawing/2014/main" id="{6E678C01-780A-4CD5-9F68-9E1DD666EC12}"/>
              </a:ext>
            </a:extLst>
          </p:cNvPr>
          <p:cNvSpPr>
            <a:spLocks xmlns:a="http://schemas.openxmlformats.org/drawingml/2006/main" noGrp="1"/>
          </p:cNvSpPr>
          <p:nvPr/>
        </p:nvSpPr>
        <p:spPr>
          <a:xfrm xmlns:a="http://schemas.openxmlformats.org/drawingml/2006/main">
            <a:off x="8001000" y="499110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Promotion blockers are explicit</a:t>
            </a:r>
          </a:p>
        </p:txBody>
      </p:sp>
      <p:sp>
        <p:nvSpPr>
          <p:cNvPr id="69" name="">
            <a:extLst xmlns:a="http://schemas.openxmlformats.org/drawingml/2006/main">
              <a:ext uri="{FF2B5EF4-FFF2-40B4-BE49-F238E27FC236}">
                <a16:creationId xmlns:a16="http://schemas.microsoft.com/office/drawing/2014/main" id="{DE0AFDB7-1F83-46C8-BA1D-AF6DA746E1D8}"/>
              </a:ext>
            </a:extLst>
          </p:cNvPr>
          <p:cNvSpPr>
            <a:spLocks xmlns:a="http://schemas.openxmlformats.org/drawingml/2006/main" noGrp="1"/>
          </p:cNvSpPr>
          <p:nvPr/>
        </p:nvSpPr>
        <p:spPr>
          <a:xfrm xmlns:a="http://schemas.openxmlformats.org/drawingml/2006/main">
            <a:off x="7639050" y="5410200"/>
            <a:ext cx="1257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Customer value</a:t>
            </a:r>
          </a:p>
        </p:txBody>
      </p:sp>
      <p:sp>
        <p:nvSpPr>
          <p:cNvPr id="70" name="">
            <a:extLst xmlns:a="http://schemas.openxmlformats.org/drawingml/2006/main">
              <a:ext uri="{FF2B5EF4-FFF2-40B4-BE49-F238E27FC236}">
                <a16:creationId xmlns:a16="http://schemas.microsoft.com/office/drawing/2014/main" id="{98D20E5C-D997-47D7-AB6F-CF3411937751}"/>
              </a:ext>
            </a:extLst>
          </p:cNvPr>
          <p:cNvSpPr>
            <a:spLocks xmlns:a="http://schemas.openxmlformats.org/drawingml/2006/main" noGrp="1"/>
          </p:cNvSpPr>
          <p:nvPr/>
        </p:nvSpPr>
        <p:spPr>
          <a:xfrm xmlns:a="http://schemas.openxmlformats.org/drawingml/2006/main">
            <a:off x="8953500" y="5381625"/>
            <a:ext cx="2324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F8F4EC"/>
                </a:solidFill>
              </a:defRPr>
            </a:pPr>
            <a:r>
              <a:rPr sz="900" b="1" i="0">
                <a:solidFill>
                  <a:srgbClr val="F8F4EC"/>
                </a:solidFill>
              </a:rPr>
              <a:t>One shared truth surface</a:t>
            </a:r>
          </a:p>
        </p:txBody>
      </p:sp>
      <p:sp>
        <p:nvSpPr>
          <p:cNvPr id="71" name="">
            <a:extLst xmlns:a="http://schemas.openxmlformats.org/drawingml/2006/main">
              <a:ext uri="{FF2B5EF4-FFF2-40B4-BE49-F238E27FC236}">
                <a16:creationId xmlns:a16="http://schemas.microsoft.com/office/drawing/2014/main" id="{B61CFAA8-B071-4E1D-A134-CFD26F15F4D5}"/>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3" name="">
            <a:extLst xmlns:a="http://schemas.openxmlformats.org/drawingml/2006/main">
              <a:ext uri="{FF2B5EF4-FFF2-40B4-BE49-F238E27FC236}">
                <a16:creationId xmlns:a16="http://schemas.microsoft.com/office/drawing/2014/main" id="{6C3A9E2C-2E0B-4306-8672-3F8CE92CDB13}"/>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4" name="">
            <a:extLst xmlns:a="http://schemas.openxmlformats.org/drawingml/2006/main">
              <a:ext uri="{FF2B5EF4-FFF2-40B4-BE49-F238E27FC236}">
                <a16:creationId xmlns:a16="http://schemas.microsoft.com/office/drawing/2014/main" id="{020EB036-5762-48D6-9B72-1C414BF7CBFB}"/>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20</a:t>
            </a:r>
          </a:p>
        </p:txBody>
      </p:sp>
      <p:pic>
        <p:nvPicPr>
          <p:cNvPr id="250" name=""/>
          <p:cNvPicPr>
            <a:picLocks xmlns:a="http://schemas.openxmlformats.org/drawingml/2006/main" noChangeAspect="1"/>
          </p:cNvPicPr>
          <p:nvPr/>
        </p:nvPicPr>
        <p:blipFill>
          <a:blip xmlns:r="http://schemas.openxmlformats.org/officeDocument/2006/relationships" xmlns:a="http://schemas.openxmlformats.org/drawingml/2006/main" r:embed="R97a15af521584f74">
            <a:extLst>
              <a:ext uri="{96DAC541-7B7A-43D3-8B79-37D633B846F1}">
                <asvg:svgBlip xmlns:asvg="http://schemas.microsoft.com/office/drawing/2016/SVG/main" r:embed="R0c3ce9eea8d642f0"/>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251" name=""/>
          <p:cNvPicPr>
            <a:picLocks xmlns:a="http://schemas.openxmlformats.org/drawingml/2006/main" noChangeAspect="1"/>
          </p:cNvPicPr>
          <p:nvPr/>
        </p:nvPicPr>
        <p:blipFill>
          <a:blip xmlns:r="http://schemas.openxmlformats.org/officeDocument/2006/relationships" xmlns:a="http://schemas.openxmlformats.org/drawingml/2006/main" r:embed="Re64143e9984842b5">
            <a:extLst>
              <a:ext uri="{96DAC541-7B7A-43D3-8B79-37D633B846F1}">
                <asvg:svgBlip xmlns:asvg="http://schemas.microsoft.com/office/drawing/2016/SVG/main" r:embed="R4736602331084e36"/>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9292807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75" name="">
            <a:extLst xmlns:a="http://schemas.openxmlformats.org/drawingml/2006/main">
              <a:ext uri="{FF2B5EF4-FFF2-40B4-BE49-F238E27FC236}">
                <a16:creationId xmlns:a16="http://schemas.microsoft.com/office/drawing/2014/main" id="{89664AEA-41BA-46E6-801F-AC9E9333A74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A8B8F3CD-CEDD-4CCF-B326-1D02ADE4E82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gradFill xmlns:a="http://schemas.openxmlformats.org/drawingml/2006/main">
            <a:gsLst>
              <a:gs pos="0">
                <a:srgbClr val="D68A17"/>
              </a:gs>
              <a:gs pos="100000">
                <a:srgbClr val="F2B84B"/>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5D9E18D1-40B1-42FF-8CF9-4BE5B6F52C31}"/>
              </a:ext>
            </a:extLst>
          </p:cNvPr>
          <p:cNvSpPr>
            <a:spLocks xmlns:a="http://schemas.openxmlformats.org/drawingml/2006/main" noGrp="1"/>
          </p:cNvSpPr>
          <p:nvPr/>
        </p:nvSpPr>
        <p:spPr>
          <a:xfrm xmlns:a="http://schemas.openxmlformats.org/drawingml/2006/main">
            <a:off x="10763250" y="171450"/>
            <a:ext cx="1200150" cy="1200150"/>
          </a:xfrm>
          <a:prstGeom xmlns:a="http://schemas.openxmlformats.org/drawingml/2006/main" prst="ellipse">
            <a:avLst/>
          </a:prstGeom>
          <a:solidFill xmlns:a="http://schemas.openxmlformats.org/drawingml/2006/main">
            <a:srgbClr val="F2B84B">
              <a:alpha val="8000"/>
            </a:srgbClr>
          </a:solidFill>
          <a:ln xmlns:a="http://schemas.openxmlformats.org/drawingml/2006/main" w="9525">
            <a:solidFill>
              <a:srgbClr val="F2B84B">
                <a:alpha val="12000"/>
              </a:srgbClr>
            </a:solidFill>
            <a:prstDash val="solid"/>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024045D3-4267-4EAC-A216-3A99034E3B89}"/>
              </a:ext>
            </a:extLst>
          </p:cNvPr>
          <p:cNvSpPr>
            <a:spLocks xmlns:a="http://schemas.openxmlformats.org/drawingml/2006/main" noGrp="1"/>
          </p:cNvSpPr>
          <p:nvPr/>
        </p:nvSpPr>
        <p:spPr>
          <a:xfrm xmlns:a="http://schemas.openxmlformats.org/drawingml/2006/main">
            <a:off x="171450" y="5619750"/>
            <a:ext cx="1028700" cy="1028700"/>
          </a:xfrm>
          <a:prstGeom xmlns:a="http://schemas.openxmlformats.org/drawingml/2006/main" prst="ellipse">
            <a:avLst/>
          </a:prstGeom>
          <a:solidFill xmlns:a="http://schemas.openxmlformats.org/drawingml/2006/main">
            <a:srgbClr val="D68A17">
              <a:alpha val="6000"/>
            </a:srgbClr>
          </a:solidFill>
          <a:ln xmlns:a="http://schemas.openxmlformats.org/drawingml/2006/main" w="9525">
            <a:solidFill>
              <a:srgbClr val="D68A17">
                <a:alpha val="10000"/>
              </a:srgbClr>
            </a:solidFill>
            <a:prstDash val="solid"/>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2AA9C21D-4956-40FB-BEA3-011310119EB0}"/>
              </a:ext>
            </a:extLst>
          </p:cNvPr>
          <p:cNvSpPr>
            <a:spLocks xmlns:a="http://schemas.openxmlformats.org/drawingml/2006/main" noGrp="1"/>
          </p:cNvSpPr>
          <p:nvPr/>
        </p:nvSpPr>
        <p:spPr>
          <a:xfrm xmlns:a="http://schemas.openxmlformats.org/drawingml/2006/main">
            <a:off x="552450" y="323850"/>
            <a:ext cx="657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F2B84B"/>
                </a:solidFill>
              </a:defRPr>
            </a:pPr>
            <a:r>
              <a:rPr sz="975" b="1" i="0">
                <a:solidFill>
                  <a:srgbClr val="F2B84B"/>
                </a:solidFill>
              </a:rPr>
              <a:t>UI MODE · MEMORY</a:t>
            </a:r>
          </a:p>
        </p:txBody>
      </p:sp>
      <p:sp>
        <p:nvSpPr>
          <p:cNvPr id="6" name="">
            <a:extLst xmlns:a="http://schemas.openxmlformats.org/drawingml/2006/main">
              <a:ext uri="{FF2B5EF4-FFF2-40B4-BE49-F238E27FC236}">
                <a16:creationId xmlns:a16="http://schemas.microsoft.com/office/drawing/2014/main" id="{47BD66D5-F53A-49EA-B94A-52E9754DDDE7}"/>
              </a:ext>
            </a:extLst>
          </p:cNvPr>
          <p:cNvSpPr>
            <a:spLocks xmlns:a="http://schemas.openxmlformats.org/drawingml/2006/main" noGrp="1"/>
          </p:cNvSpPr>
          <p:nvPr/>
        </p:nvSpPr>
        <p:spPr>
          <a:xfrm xmlns:a="http://schemas.openxmlformats.org/drawingml/2006/main">
            <a:off x="552450" y="6667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i="0">
                <a:solidFill>
                  <a:srgbClr val="F8F4EC"/>
                </a:solidFill>
              </a:defRPr>
            </a:pPr>
            <a:r>
              <a:rPr sz="2325" b="1" i="0">
                <a:solidFill>
                  <a:srgbClr val="F8F4EC"/>
                </a:solidFill>
              </a:rPr>
              <a:t>Can the system learn without memorizing bad or private evidence?</a:t>
            </a:r>
          </a:p>
        </p:txBody>
      </p:sp>
      <p:sp>
        <p:nvSpPr>
          <p:cNvPr id="7" name="">
            <a:extLst xmlns:a="http://schemas.openxmlformats.org/drawingml/2006/main">
              <a:ext uri="{FF2B5EF4-FFF2-40B4-BE49-F238E27FC236}">
                <a16:creationId xmlns:a16="http://schemas.microsoft.com/office/drawing/2014/main" id="{419F40E9-A613-4D4B-8348-C6EAC1DD03DF}"/>
              </a:ext>
            </a:extLst>
          </p:cNvPr>
          <p:cNvSpPr>
            <a:spLocks xmlns:a="http://schemas.openxmlformats.org/drawingml/2006/main" noGrp="1"/>
          </p:cNvSpPr>
          <p:nvPr/>
        </p:nvSpPr>
        <p:spPr>
          <a:xfrm xmlns:a="http://schemas.openxmlformats.org/drawingml/2006/main">
            <a:off x="552450" y="1257300"/>
            <a:ext cx="8191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FABB3964-C70C-44AF-9704-291AEF768AAC}"/>
              </a:ext>
            </a:extLst>
          </p:cNvPr>
          <p:cNvSpPr>
            <a:spLocks xmlns:a="http://schemas.openxmlformats.org/drawingml/2006/main" noGrp="1"/>
          </p:cNvSpPr>
          <p:nvPr/>
        </p:nvSpPr>
        <p:spPr>
          <a:xfrm xmlns:a="http://schemas.openxmlformats.org/drawingml/2006/main">
            <a:off x="1600200" y="1152525"/>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C5BDAF"/>
                </a:solidFill>
              </a:defRPr>
            </a:pPr>
            <a:r>
              <a:rPr sz="1350" b="0" i="0">
                <a:solidFill>
                  <a:srgbClr val="C5BDAF"/>
                </a:solidFill>
              </a:rPr>
              <a:t>Committed product UI contract · graph context remains visible</a:t>
            </a:r>
          </a:p>
        </p:txBody>
      </p:sp>
      <p:sp>
        <p:nvSpPr>
          <p:cNvPr id="9" name="">
            <a:extLst xmlns:a="http://schemas.openxmlformats.org/drawingml/2006/main">
              <a:ext uri="{FF2B5EF4-FFF2-40B4-BE49-F238E27FC236}">
                <a16:creationId xmlns:a16="http://schemas.microsoft.com/office/drawing/2014/main" id="{2754D4CC-C610-42AA-A58D-44C5EB343BF7}"/>
              </a:ext>
            </a:extLst>
          </p:cNvPr>
          <p:cNvSpPr>
            <a:spLocks xmlns:a="http://schemas.openxmlformats.org/drawingml/2006/main" noGrp="1"/>
          </p:cNvSpPr>
          <p:nvPr/>
        </p:nvSpPr>
        <p:spPr>
          <a:xfrm xmlns:a="http://schemas.openxmlformats.org/drawingml/2006/main">
            <a:off x="457200" y="1676400"/>
            <a:ext cx="11277600" cy="4229100"/>
          </a:xfrm>
          <a:prstGeom xmlns:a="http://schemas.openxmlformats.org/drawingml/2006/main" prst="roundRect">
            <a:avLst>
              <a:gd name="adj" fmla="val 2703"/>
            </a:avLst>
          </a:prstGeom>
          <a:solidFill xmlns:a="http://schemas.openxmlformats.org/drawingml/2006/main">
            <a:srgbClr val="101010"/>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BD6B02F6-0AD3-4EBE-B32C-007B72DA90AA}"/>
              </a:ext>
            </a:extLst>
          </p:cNvPr>
          <p:cNvSpPr>
            <a:spLocks xmlns:a="http://schemas.openxmlformats.org/drawingml/2006/main" noGrp="1"/>
          </p:cNvSpPr>
          <p:nvPr/>
        </p:nvSpPr>
        <p:spPr>
          <a:xfrm xmlns:a="http://schemas.openxmlformats.org/drawingml/2006/main">
            <a:off x="457200" y="1676400"/>
            <a:ext cx="11277600" cy="400050"/>
          </a:xfrm>
          <a:prstGeom xmlns:a="http://schemas.openxmlformats.org/drawingml/2006/main" prst="roundRect">
            <a:avLst>
              <a:gd name="adj" fmla="val 28571"/>
            </a:avLst>
          </a:prstGeom>
          <a:solidFill xmlns:a="http://schemas.openxmlformats.org/drawingml/2006/main">
            <a:srgbClr val="17130D"/>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89530172-58D6-4594-969A-A49EBC63E71E}"/>
              </a:ext>
            </a:extLst>
          </p:cNvPr>
          <p:cNvSpPr>
            <a:spLocks xmlns:a="http://schemas.openxmlformats.org/drawingml/2006/main" noGrp="1"/>
          </p:cNvSpPr>
          <p:nvPr/>
        </p:nvSpPr>
        <p:spPr>
          <a:xfrm xmlns:a="http://schemas.openxmlformats.org/drawingml/2006/main">
            <a:off x="647700" y="1800225"/>
            <a:ext cx="1047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F2B84B"/>
                </a:solidFill>
              </a:defRPr>
            </a:pPr>
            <a:r>
              <a:rPr sz="825" b="1" i="0">
                <a:solidFill>
                  <a:srgbClr val="F2B84B"/>
                </a:solidFill>
              </a:rPr>
              <a:t>LIGHTYEAR</a:t>
            </a:r>
          </a:p>
        </p:txBody>
      </p:sp>
      <p:sp>
        <p:nvSpPr>
          <p:cNvPr id="12" name="">
            <a:extLst xmlns:a="http://schemas.openxmlformats.org/drawingml/2006/main">
              <a:ext uri="{FF2B5EF4-FFF2-40B4-BE49-F238E27FC236}">
                <a16:creationId xmlns:a16="http://schemas.microsoft.com/office/drawing/2014/main" id="{7252D225-376F-4BE5-83A5-2F9F6BEBDE3F}"/>
              </a:ext>
            </a:extLst>
          </p:cNvPr>
          <p:cNvSpPr>
            <a:spLocks xmlns:a="http://schemas.openxmlformats.org/drawingml/2006/main" noGrp="1"/>
          </p:cNvSpPr>
          <p:nvPr/>
        </p:nvSpPr>
        <p:spPr>
          <a:xfrm xmlns:a="http://schemas.openxmlformats.org/drawingml/2006/main">
            <a:off x="8458200" y="1800225"/>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C5BDAF"/>
                </a:solidFill>
              </a:defRPr>
            </a:pPr>
            <a:r>
              <a:rPr sz="750" b="0" i="0">
                <a:solidFill>
                  <a:srgbClr val="C5BDAF"/>
                </a:solidFill>
              </a:rPr>
              <a:t>Composite estate · 11,328 nodes · read-only</a:t>
            </a:r>
          </a:p>
        </p:txBody>
      </p:sp>
      <p:sp>
        <p:nvSpPr>
          <p:cNvPr id="13" name="">
            <a:extLst xmlns:a="http://schemas.openxmlformats.org/drawingml/2006/main">
              <a:ext uri="{FF2B5EF4-FFF2-40B4-BE49-F238E27FC236}">
                <a16:creationId xmlns:a16="http://schemas.microsoft.com/office/drawing/2014/main" id="{28208EFA-3B8C-46B8-921B-2522F44C7F0A}"/>
              </a:ext>
            </a:extLst>
          </p:cNvPr>
          <p:cNvSpPr>
            <a:spLocks xmlns:a="http://schemas.openxmlformats.org/drawingml/2006/main" noGrp="1"/>
          </p:cNvSpPr>
          <p:nvPr/>
        </p:nvSpPr>
        <p:spPr>
          <a:xfrm xmlns:a="http://schemas.openxmlformats.org/drawingml/2006/main">
            <a:off x="609600" y="2228850"/>
            <a:ext cx="6667500" cy="3467100"/>
          </a:xfrm>
          <a:prstGeom xmlns:a="http://schemas.openxmlformats.org/drawingml/2006/main" prst="roundRect">
            <a:avLst>
              <a:gd name="adj" fmla="val 3297"/>
            </a:avLst>
          </a:prstGeom>
          <a:solidFill xmlns:a="http://schemas.openxmlformats.org/drawingml/2006/main">
            <a:srgbClr val="050505"/>
          </a:solidFill>
          <a:ln xmlns:a="http://schemas.openxmlformats.org/drawingml/2006/main" w="9525">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9D644D27-93A5-438F-8C97-A0571739DDE4}"/>
              </a:ext>
            </a:extLst>
          </p:cNvPr>
          <p:cNvSpPr>
            <a:spLocks xmlns:a="http://schemas.openxmlformats.org/drawingml/2006/main" noGrp="1"/>
          </p:cNvSpPr>
          <p:nvPr/>
        </p:nvSpPr>
        <p:spPr>
          <a:xfrm xmlns:a="http://schemas.openxmlformats.org/drawingml/2006/main">
            <a:off x="819150" y="2390775"/>
            <a:ext cx="1809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GRAPH CONTEXT</a:t>
            </a:r>
          </a:p>
        </p:txBody>
      </p:sp>
      <p:sp>
        <p:nvSpPr>
          <p:cNvPr id="15" name="">
            <a:extLst xmlns:a="http://schemas.openxmlformats.org/drawingml/2006/main">
              <a:ext uri="{FF2B5EF4-FFF2-40B4-BE49-F238E27FC236}">
                <a16:creationId xmlns:a16="http://schemas.microsoft.com/office/drawing/2014/main" id="{3ABBAC6B-8827-4C73-919E-FBB03ACF022B}"/>
              </a:ext>
            </a:extLst>
          </p:cNvPr>
          <p:cNvSpPr>
            <a:spLocks xmlns:a="http://schemas.openxmlformats.org/drawingml/2006/main" noGrp="1"/>
          </p:cNvSpPr>
          <p:nvPr/>
        </p:nvSpPr>
        <p:spPr>
          <a:xfrm xmlns:a="http://schemas.openxmlformats.org/drawingml/2006/main">
            <a:off x="838200" y="3648075"/>
            <a:ext cx="1428750" cy="628650"/>
          </a:xfrm>
          <a:prstGeom xmlns:a="http://schemas.openxmlformats.org/drawingml/2006/main" prst="roundRect">
            <a:avLst>
              <a:gd name="adj" fmla="val 18182"/>
            </a:avLst>
          </a:prstGeom>
          <a:solidFill xmlns:a="http://schemas.openxmlformats.org/drawingml/2006/main">
            <a:srgbClr val="2A1D0B"/>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6" name="">
            <a:extLst xmlns:a="http://schemas.openxmlformats.org/drawingml/2006/main">
              <a:ext uri="{FF2B5EF4-FFF2-40B4-BE49-F238E27FC236}">
                <a16:creationId xmlns:a16="http://schemas.microsoft.com/office/drawing/2014/main" id="{476AB425-E398-419D-938F-DEEA3CF392FA}"/>
              </a:ext>
            </a:extLst>
          </p:cNvPr>
          <p:cNvSpPr>
            <a:spLocks xmlns:a="http://schemas.openxmlformats.org/drawingml/2006/main" noGrp="1"/>
          </p:cNvSpPr>
          <p:nvPr/>
        </p:nvSpPr>
        <p:spPr>
          <a:xfrm xmlns:a="http://schemas.openxmlformats.org/drawingml/2006/main">
            <a:off x="933450" y="3743325"/>
            <a:ext cx="1238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ACCTPL1</a:t>
            </a:r>
          </a:p>
        </p:txBody>
      </p:sp>
      <p:sp>
        <p:nvSpPr>
          <p:cNvPr id="17" name="">
            <a:extLst xmlns:a="http://schemas.openxmlformats.org/drawingml/2006/main">
              <a:ext uri="{FF2B5EF4-FFF2-40B4-BE49-F238E27FC236}">
                <a16:creationId xmlns:a16="http://schemas.microsoft.com/office/drawing/2014/main" id="{C87B36A8-503F-42C8-9DCC-0116EF478A55}"/>
              </a:ext>
            </a:extLst>
          </p:cNvPr>
          <p:cNvSpPr>
            <a:spLocks xmlns:a="http://schemas.openxmlformats.org/drawingml/2006/main" noGrp="1"/>
          </p:cNvSpPr>
          <p:nvPr/>
        </p:nvSpPr>
        <p:spPr>
          <a:xfrm xmlns:a="http://schemas.openxmlformats.org/drawingml/2006/main">
            <a:off x="933450" y="400050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PL/I program</a:t>
            </a:r>
          </a:p>
        </p:txBody>
      </p:sp>
      <p:sp>
        <p:nvSpPr>
          <p:cNvPr id="18" name="">
            <a:extLst xmlns:a="http://schemas.openxmlformats.org/drawingml/2006/main">
              <a:ext uri="{FF2B5EF4-FFF2-40B4-BE49-F238E27FC236}">
                <a16:creationId xmlns:a16="http://schemas.microsoft.com/office/drawing/2014/main" id="{4FD01F36-0946-48CE-81E5-56D6017B2F56}"/>
              </a:ext>
            </a:extLst>
          </p:cNvPr>
          <p:cNvSpPr>
            <a:spLocks xmlns:a="http://schemas.openxmlformats.org/drawingml/2006/main" noGrp="1"/>
          </p:cNvSpPr>
          <p:nvPr/>
        </p:nvSpPr>
        <p:spPr>
          <a:xfrm xmlns:a="http://schemas.openxmlformats.org/drawingml/2006/main">
            <a:off x="3219450" y="302895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9" name="">
            <a:extLst xmlns:a="http://schemas.openxmlformats.org/drawingml/2006/main">
              <a:ext uri="{FF2B5EF4-FFF2-40B4-BE49-F238E27FC236}">
                <a16:creationId xmlns:a16="http://schemas.microsoft.com/office/drawing/2014/main" id="{DA58F969-BFEF-4C00-A79B-7E025D504086}"/>
              </a:ext>
            </a:extLst>
          </p:cNvPr>
          <p:cNvSpPr>
            <a:spLocks xmlns:a="http://schemas.openxmlformats.org/drawingml/2006/main" noGrp="1"/>
          </p:cNvSpPr>
          <p:nvPr/>
        </p:nvSpPr>
        <p:spPr>
          <a:xfrm xmlns:a="http://schemas.openxmlformats.org/drawingml/2006/main">
            <a:off x="3314700" y="31242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CBACT04C</a:t>
            </a:r>
          </a:p>
        </p:txBody>
      </p:sp>
      <p:sp>
        <p:nvSpPr>
          <p:cNvPr id="20" name="">
            <a:extLst xmlns:a="http://schemas.openxmlformats.org/drawingml/2006/main">
              <a:ext uri="{FF2B5EF4-FFF2-40B4-BE49-F238E27FC236}">
                <a16:creationId xmlns:a16="http://schemas.microsoft.com/office/drawing/2014/main" id="{8C49DD22-C817-42A6-99CD-C066F8C24411}"/>
              </a:ext>
            </a:extLst>
          </p:cNvPr>
          <p:cNvSpPr>
            <a:spLocks xmlns:a="http://schemas.openxmlformats.org/drawingml/2006/main" noGrp="1"/>
          </p:cNvSpPr>
          <p:nvPr/>
        </p:nvSpPr>
        <p:spPr>
          <a:xfrm xmlns:a="http://schemas.openxmlformats.org/drawingml/2006/main">
            <a:off x="3314700" y="338137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COBOL program</a:t>
            </a:r>
          </a:p>
        </p:txBody>
      </p:sp>
      <p:sp>
        <p:nvSpPr>
          <p:cNvPr id="21" name="">
            <a:extLst xmlns:a="http://schemas.openxmlformats.org/drawingml/2006/main">
              <a:ext uri="{FF2B5EF4-FFF2-40B4-BE49-F238E27FC236}">
                <a16:creationId xmlns:a16="http://schemas.microsoft.com/office/drawing/2014/main" id="{622AA6CD-3896-4D2A-8980-ABA30F90415E}"/>
              </a:ext>
            </a:extLst>
          </p:cNvPr>
          <p:cNvSpPr>
            <a:spLocks xmlns:a="http://schemas.openxmlformats.org/drawingml/2006/main" noGrp="1"/>
          </p:cNvSpPr>
          <p:nvPr/>
        </p:nvSpPr>
        <p:spPr>
          <a:xfrm xmlns:a="http://schemas.openxmlformats.org/drawingml/2006/main">
            <a:off x="3219450" y="426720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DFBD8EC8-1712-4D55-9EF3-465FA89697B0}"/>
              </a:ext>
            </a:extLst>
          </p:cNvPr>
          <p:cNvSpPr>
            <a:spLocks xmlns:a="http://schemas.openxmlformats.org/drawingml/2006/main" noGrp="1"/>
          </p:cNvSpPr>
          <p:nvPr/>
        </p:nvSpPr>
        <p:spPr>
          <a:xfrm xmlns:a="http://schemas.openxmlformats.org/drawingml/2006/main">
            <a:off x="3314700" y="436245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SELECT</a:t>
            </a:r>
          </a:p>
        </p:txBody>
      </p:sp>
      <p:sp>
        <p:nvSpPr>
          <p:cNvPr id="23" name="">
            <a:extLst xmlns:a="http://schemas.openxmlformats.org/drawingml/2006/main">
              <a:ext uri="{FF2B5EF4-FFF2-40B4-BE49-F238E27FC236}">
                <a16:creationId xmlns:a16="http://schemas.microsoft.com/office/drawing/2014/main" id="{E5DB94F5-9727-4202-9F6A-9500E6490EC1}"/>
              </a:ext>
            </a:extLst>
          </p:cNvPr>
          <p:cNvSpPr>
            <a:spLocks xmlns:a="http://schemas.openxmlformats.org/drawingml/2006/main" noGrp="1"/>
          </p:cNvSpPr>
          <p:nvPr/>
        </p:nvSpPr>
        <p:spPr>
          <a:xfrm xmlns:a="http://schemas.openxmlformats.org/drawingml/2006/main">
            <a:off x="3314700" y="46196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Db2 SQL statement</a:t>
            </a:r>
          </a:p>
        </p:txBody>
      </p:sp>
      <p:sp>
        <p:nvSpPr>
          <p:cNvPr id="24" name="">
            <a:extLst xmlns:a="http://schemas.openxmlformats.org/drawingml/2006/main">
              <a:ext uri="{FF2B5EF4-FFF2-40B4-BE49-F238E27FC236}">
                <a16:creationId xmlns:a16="http://schemas.microsoft.com/office/drawing/2014/main" id="{96460E24-9EA1-4A6C-ABD0-192FDF641810}"/>
              </a:ext>
            </a:extLst>
          </p:cNvPr>
          <p:cNvSpPr>
            <a:spLocks xmlns:a="http://schemas.openxmlformats.org/drawingml/2006/main" noGrp="1"/>
          </p:cNvSpPr>
          <p:nvPr/>
        </p:nvSpPr>
        <p:spPr>
          <a:xfrm xmlns:a="http://schemas.openxmlformats.org/drawingml/2006/main">
            <a:off x="5600700" y="302895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5" name="">
            <a:extLst xmlns:a="http://schemas.openxmlformats.org/drawingml/2006/main">
              <a:ext uri="{FF2B5EF4-FFF2-40B4-BE49-F238E27FC236}">
                <a16:creationId xmlns:a16="http://schemas.microsoft.com/office/drawing/2014/main" id="{B049256D-AC6F-4D4A-A11E-88102488C2D3}"/>
              </a:ext>
            </a:extLst>
          </p:cNvPr>
          <p:cNvSpPr>
            <a:spLocks xmlns:a="http://schemas.openxmlformats.org/drawingml/2006/main" noGrp="1"/>
          </p:cNvSpPr>
          <p:nvPr/>
        </p:nvSpPr>
        <p:spPr>
          <a:xfrm xmlns:a="http://schemas.openxmlformats.org/drawingml/2006/main">
            <a:off x="5695950" y="31242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Evidence</a:t>
            </a:r>
          </a:p>
        </p:txBody>
      </p:sp>
      <p:sp>
        <p:nvSpPr>
          <p:cNvPr id="26" name="">
            <a:extLst xmlns:a="http://schemas.openxmlformats.org/drawingml/2006/main">
              <a:ext uri="{FF2B5EF4-FFF2-40B4-BE49-F238E27FC236}">
                <a16:creationId xmlns:a16="http://schemas.microsoft.com/office/drawing/2014/main" id="{91E50B41-FBD7-407C-B9A9-6FD6B6FE38A6}"/>
              </a:ext>
            </a:extLst>
          </p:cNvPr>
          <p:cNvSpPr>
            <a:spLocks xmlns:a="http://schemas.openxmlformats.org/drawingml/2006/main" noGrp="1"/>
          </p:cNvSpPr>
          <p:nvPr/>
        </p:nvSpPr>
        <p:spPr>
          <a:xfrm xmlns:a="http://schemas.openxmlformats.org/drawingml/2006/main">
            <a:off x="5695950" y="338137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source capsules + hash</a:t>
            </a:r>
          </a:p>
        </p:txBody>
      </p:sp>
      <p:sp>
        <p:nvSpPr>
          <p:cNvPr id="27" name="">
            <a:extLst xmlns:a="http://schemas.openxmlformats.org/drawingml/2006/main">
              <a:ext uri="{FF2B5EF4-FFF2-40B4-BE49-F238E27FC236}">
                <a16:creationId xmlns:a16="http://schemas.microsoft.com/office/drawing/2014/main" id="{CDF22268-5D71-49E8-9628-F843BC4B47B7}"/>
              </a:ext>
            </a:extLst>
          </p:cNvPr>
          <p:cNvSpPr>
            <a:spLocks xmlns:a="http://schemas.openxmlformats.org/drawingml/2006/main" noGrp="1"/>
          </p:cNvSpPr>
          <p:nvPr/>
        </p:nvSpPr>
        <p:spPr>
          <a:xfrm xmlns:a="http://schemas.openxmlformats.org/drawingml/2006/main">
            <a:off x="5600700" y="426720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8" name="">
            <a:extLst xmlns:a="http://schemas.openxmlformats.org/drawingml/2006/main">
              <a:ext uri="{FF2B5EF4-FFF2-40B4-BE49-F238E27FC236}">
                <a16:creationId xmlns:a16="http://schemas.microsoft.com/office/drawing/2014/main" id="{22D5D6F8-99A7-45C7-A5F4-14DDF9404580}"/>
              </a:ext>
            </a:extLst>
          </p:cNvPr>
          <p:cNvSpPr>
            <a:spLocks xmlns:a="http://schemas.openxmlformats.org/drawingml/2006/main" noGrp="1"/>
          </p:cNvSpPr>
          <p:nvPr/>
        </p:nvSpPr>
        <p:spPr>
          <a:xfrm xmlns:a="http://schemas.openxmlformats.org/drawingml/2006/main">
            <a:off x="5695950" y="436245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AUTHFRDS</a:t>
            </a:r>
          </a:p>
        </p:txBody>
      </p:sp>
      <p:sp>
        <p:nvSpPr>
          <p:cNvPr id="29" name="">
            <a:extLst xmlns:a="http://schemas.openxmlformats.org/drawingml/2006/main">
              <a:ext uri="{FF2B5EF4-FFF2-40B4-BE49-F238E27FC236}">
                <a16:creationId xmlns:a16="http://schemas.microsoft.com/office/drawing/2014/main" id="{5B8F8911-99C6-4A23-85BF-C67D5CBEAF84}"/>
              </a:ext>
            </a:extLst>
          </p:cNvPr>
          <p:cNvSpPr>
            <a:spLocks xmlns:a="http://schemas.openxmlformats.org/drawingml/2006/main" noGrp="1"/>
          </p:cNvSpPr>
          <p:nvPr/>
        </p:nvSpPr>
        <p:spPr>
          <a:xfrm xmlns:a="http://schemas.openxmlformats.org/drawingml/2006/main">
            <a:off x="5695950" y="46196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Db2 table</a:t>
            </a:r>
          </a:p>
        </p:txBody>
      </p:sp>
      <p:cxnSp>
        <p:nvCxnSpPr>
          <p:cNvPr id="206" name=""/>
          <p:cNvCxnSpPr>
            <a:stCxn xmlns:a="http://schemas.openxmlformats.org/drawingml/2006/main" id="15" idx="3"/>
            <a:endCxn xmlns:a="http://schemas.openxmlformats.org/drawingml/2006/main" id="18" idx="1"/>
          </p:cNvCxnSpPr>
          <p:nvPr/>
        </p:nvCxnSpPr>
        <p:spPr>
          <a:xfrm xmlns:a="http://schemas.openxmlformats.org/drawingml/2006/main" flipV="1">
            <a:off x="2266950" y="3343275"/>
            <a:ext cx="952500" cy="619125"/>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7" name=""/>
          <p:cNvCxnSpPr>
            <a:stCxn xmlns:a="http://schemas.openxmlformats.org/drawingml/2006/main" id="15" idx="3"/>
            <a:endCxn xmlns:a="http://schemas.openxmlformats.org/drawingml/2006/main" id="21" idx="1"/>
          </p:cNvCxnSpPr>
          <p:nvPr/>
        </p:nvCxnSpPr>
        <p:spPr>
          <a:xfrm xmlns:a="http://schemas.openxmlformats.org/drawingml/2006/main">
            <a:off x="2266950" y="3962400"/>
            <a:ext cx="952500" cy="619125"/>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8" name=""/>
          <p:cNvCxnSpPr>
            <a:stCxn xmlns:a="http://schemas.openxmlformats.org/drawingml/2006/main" id="18" idx="3"/>
            <a:endCxn xmlns:a="http://schemas.openxmlformats.org/drawingml/2006/main" id="24" idx="1"/>
          </p:cNvCxnSpPr>
          <p:nvPr/>
        </p:nvCxnSpPr>
        <p:spPr>
          <a:xfrm xmlns:a="http://schemas.openxmlformats.org/drawingml/2006/main">
            <a:off x="4743450" y="3343275"/>
            <a:ext cx="857250" cy="0"/>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9" name=""/>
          <p:cNvCxnSpPr>
            <a:stCxn xmlns:a="http://schemas.openxmlformats.org/drawingml/2006/main" id="21" idx="3"/>
            <a:endCxn xmlns:a="http://schemas.openxmlformats.org/drawingml/2006/main" id="27" idx="1"/>
          </p:cNvCxnSpPr>
          <p:nvPr/>
        </p:nvCxnSpPr>
        <p:spPr>
          <a:xfrm xmlns:a="http://schemas.openxmlformats.org/drawingml/2006/main">
            <a:off x="4743450" y="4581525"/>
            <a:ext cx="857250" cy="0"/>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sp>
        <p:nvSpPr>
          <p:cNvPr id="34" name="">
            <a:extLst xmlns:a="http://schemas.openxmlformats.org/drawingml/2006/main">
              <a:ext uri="{FF2B5EF4-FFF2-40B4-BE49-F238E27FC236}">
                <a16:creationId xmlns:a16="http://schemas.microsoft.com/office/drawing/2014/main" id="{AA827775-F3DB-47AE-BC53-4FB7683B9148}"/>
              </a:ext>
            </a:extLst>
          </p:cNvPr>
          <p:cNvSpPr>
            <a:spLocks xmlns:a="http://schemas.openxmlformats.org/drawingml/2006/main" noGrp="1"/>
          </p:cNvSpPr>
          <p:nvPr/>
        </p:nvSpPr>
        <p:spPr>
          <a:xfrm xmlns:a="http://schemas.openxmlformats.org/drawingml/2006/main">
            <a:off x="2400300" y="3286125"/>
            <a:ext cx="723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CALLS</a:t>
            </a:r>
          </a:p>
        </p:txBody>
      </p:sp>
      <p:sp>
        <p:nvSpPr>
          <p:cNvPr id="35" name="">
            <a:extLst xmlns:a="http://schemas.openxmlformats.org/drawingml/2006/main">
              <a:ext uri="{FF2B5EF4-FFF2-40B4-BE49-F238E27FC236}">
                <a16:creationId xmlns:a16="http://schemas.microsoft.com/office/drawing/2014/main" id="{D4588D19-FDA0-48D8-9F5C-F11982BCC8A2}"/>
              </a:ext>
            </a:extLst>
          </p:cNvPr>
          <p:cNvSpPr>
            <a:spLocks xmlns:a="http://schemas.openxmlformats.org/drawingml/2006/main" noGrp="1"/>
          </p:cNvSpPr>
          <p:nvPr/>
        </p:nvSpPr>
        <p:spPr>
          <a:xfrm xmlns:a="http://schemas.openxmlformats.org/drawingml/2006/main">
            <a:off x="2305050" y="445770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ISSUES_SQL</a:t>
            </a:r>
          </a:p>
        </p:txBody>
      </p:sp>
      <p:sp>
        <p:nvSpPr>
          <p:cNvPr id="36" name="">
            <a:extLst xmlns:a="http://schemas.openxmlformats.org/drawingml/2006/main">
              <a:ext uri="{FF2B5EF4-FFF2-40B4-BE49-F238E27FC236}">
                <a16:creationId xmlns:a16="http://schemas.microsoft.com/office/drawing/2014/main" id="{5D99151F-761E-4524-97B3-A421B08EFC66}"/>
              </a:ext>
            </a:extLst>
          </p:cNvPr>
          <p:cNvSpPr>
            <a:spLocks xmlns:a="http://schemas.openxmlformats.org/drawingml/2006/main" noGrp="1"/>
          </p:cNvSpPr>
          <p:nvPr/>
        </p:nvSpPr>
        <p:spPr>
          <a:xfrm xmlns:a="http://schemas.openxmlformats.org/drawingml/2006/main">
            <a:off x="4838700" y="445770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READS</a:t>
            </a:r>
          </a:p>
        </p:txBody>
      </p:sp>
      <p:sp>
        <p:nvSpPr>
          <p:cNvPr id="37" name="">
            <a:extLst xmlns:a="http://schemas.openxmlformats.org/drawingml/2006/main">
              <a:ext uri="{FF2B5EF4-FFF2-40B4-BE49-F238E27FC236}">
                <a16:creationId xmlns:a16="http://schemas.microsoft.com/office/drawing/2014/main" id="{E2044233-3412-4C66-A252-ED5E4BEECF94}"/>
              </a:ext>
            </a:extLst>
          </p:cNvPr>
          <p:cNvSpPr>
            <a:spLocks xmlns:a="http://schemas.openxmlformats.org/drawingml/2006/main" noGrp="1"/>
          </p:cNvSpPr>
          <p:nvPr/>
        </p:nvSpPr>
        <p:spPr>
          <a:xfrm xmlns:a="http://schemas.openxmlformats.org/drawingml/2006/main">
            <a:off x="7429500" y="2228850"/>
            <a:ext cx="4152900" cy="3467100"/>
          </a:xfrm>
          <a:prstGeom xmlns:a="http://schemas.openxmlformats.org/drawingml/2006/main" prst="roundRect">
            <a:avLst>
              <a:gd name="adj" fmla="val 3297"/>
            </a:avLst>
          </a:prstGeom>
          <a:solidFill xmlns:a="http://schemas.openxmlformats.org/drawingml/2006/main">
            <a:srgbClr val="17130D"/>
          </a:solidFill>
          <a:ln xmlns:a="http://schemas.openxmlformats.org/drawingml/2006/main" w="9525">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8" name="">
            <a:extLst xmlns:a="http://schemas.openxmlformats.org/drawingml/2006/main">
              <a:ext uri="{FF2B5EF4-FFF2-40B4-BE49-F238E27FC236}">
                <a16:creationId xmlns:a16="http://schemas.microsoft.com/office/drawing/2014/main" id="{2680EC51-3DAD-4B60-B064-CD46EE051CB9}"/>
              </a:ext>
            </a:extLst>
          </p:cNvPr>
          <p:cNvSpPr>
            <a:spLocks xmlns:a="http://schemas.openxmlformats.org/drawingml/2006/main" noGrp="1"/>
          </p:cNvSpPr>
          <p:nvPr/>
        </p:nvSpPr>
        <p:spPr>
          <a:xfrm xmlns:a="http://schemas.openxmlformats.org/drawingml/2006/main">
            <a:off x="7581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9" name="">
            <a:extLst xmlns:a="http://schemas.openxmlformats.org/drawingml/2006/main">
              <a:ext uri="{FF2B5EF4-FFF2-40B4-BE49-F238E27FC236}">
                <a16:creationId xmlns:a16="http://schemas.microsoft.com/office/drawing/2014/main" id="{7B9E8E15-2262-433D-A90E-E42D01B3BAE3}"/>
              </a:ext>
            </a:extLst>
          </p:cNvPr>
          <p:cNvSpPr>
            <a:spLocks xmlns:a="http://schemas.openxmlformats.org/drawingml/2006/main" noGrp="1"/>
          </p:cNvSpPr>
          <p:nvPr/>
        </p:nvSpPr>
        <p:spPr>
          <a:xfrm xmlns:a="http://schemas.openxmlformats.org/drawingml/2006/main">
            <a:off x="7620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Inspector</a:t>
            </a:r>
          </a:p>
        </p:txBody>
      </p:sp>
      <p:sp>
        <p:nvSpPr>
          <p:cNvPr id="40" name="">
            <a:extLst xmlns:a="http://schemas.openxmlformats.org/drawingml/2006/main">
              <a:ext uri="{FF2B5EF4-FFF2-40B4-BE49-F238E27FC236}">
                <a16:creationId xmlns:a16="http://schemas.microsoft.com/office/drawing/2014/main" id="{6CF8A681-2151-460C-A9B0-01CBE61DB16D}"/>
              </a:ext>
            </a:extLst>
          </p:cNvPr>
          <p:cNvSpPr>
            <a:spLocks xmlns:a="http://schemas.openxmlformats.org/drawingml/2006/main" noGrp="1"/>
          </p:cNvSpPr>
          <p:nvPr/>
        </p:nvSpPr>
        <p:spPr>
          <a:xfrm xmlns:a="http://schemas.openxmlformats.org/drawingml/2006/main">
            <a:off x="8343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1" name="">
            <a:extLst xmlns:a="http://schemas.openxmlformats.org/drawingml/2006/main">
              <a:ext uri="{FF2B5EF4-FFF2-40B4-BE49-F238E27FC236}">
                <a16:creationId xmlns:a16="http://schemas.microsoft.com/office/drawing/2014/main" id="{0884E980-97B8-4A09-830E-60296404A782}"/>
              </a:ext>
            </a:extLst>
          </p:cNvPr>
          <p:cNvSpPr>
            <a:spLocks xmlns:a="http://schemas.openxmlformats.org/drawingml/2006/main" noGrp="1"/>
          </p:cNvSpPr>
          <p:nvPr/>
        </p:nvSpPr>
        <p:spPr>
          <a:xfrm xmlns:a="http://schemas.openxmlformats.org/drawingml/2006/main">
            <a:off x="8382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Ask graph</a:t>
            </a:r>
          </a:p>
        </p:txBody>
      </p:sp>
      <p:sp>
        <p:nvSpPr>
          <p:cNvPr id="42" name="">
            <a:extLst xmlns:a="http://schemas.openxmlformats.org/drawingml/2006/main">
              <a:ext uri="{FF2B5EF4-FFF2-40B4-BE49-F238E27FC236}">
                <a16:creationId xmlns:a16="http://schemas.microsoft.com/office/drawing/2014/main" id="{02B2017C-EEB0-4FAE-8A0D-25E70E3F9BD2}"/>
              </a:ext>
            </a:extLst>
          </p:cNvPr>
          <p:cNvSpPr>
            <a:spLocks xmlns:a="http://schemas.openxmlformats.org/drawingml/2006/main" noGrp="1"/>
          </p:cNvSpPr>
          <p:nvPr/>
        </p:nvSpPr>
        <p:spPr>
          <a:xfrm xmlns:a="http://schemas.openxmlformats.org/drawingml/2006/main">
            <a:off x="9105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3" name="">
            <a:extLst xmlns:a="http://schemas.openxmlformats.org/drawingml/2006/main">
              <a:ext uri="{FF2B5EF4-FFF2-40B4-BE49-F238E27FC236}">
                <a16:creationId xmlns:a16="http://schemas.microsoft.com/office/drawing/2014/main" id="{A2DF30EA-8B9D-41D2-B4DD-C617C69A09B9}"/>
              </a:ext>
            </a:extLst>
          </p:cNvPr>
          <p:cNvSpPr>
            <a:spLocks xmlns:a="http://schemas.openxmlformats.org/drawingml/2006/main" noGrp="1"/>
          </p:cNvSpPr>
          <p:nvPr/>
        </p:nvSpPr>
        <p:spPr>
          <a:xfrm xmlns:a="http://schemas.openxmlformats.org/drawingml/2006/main">
            <a:off x="9144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Factory</a:t>
            </a:r>
          </a:p>
        </p:txBody>
      </p:sp>
      <p:sp>
        <p:nvSpPr>
          <p:cNvPr id="44" name="">
            <a:extLst xmlns:a="http://schemas.openxmlformats.org/drawingml/2006/main">
              <a:ext uri="{FF2B5EF4-FFF2-40B4-BE49-F238E27FC236}">
                <a16:creationId xmlns:a16="http://schemas.microsoft.com/office/drawing/2014/main" id="{9A1E2FAD-61E0-42A8-9B04-E289AAEE8F40}"/>
              </a:ext>
            </a:extLst>
          </p:cNvPr>
          <p:cNvSpPr>
            <a:spLocks xmlns:a="http://schemas.openxmlformats.org/drawingml/2006/main" noGrp="1"/>
          </p:cNvSpPr>
          <p:nvPr/>
        </p:nvSpPr>
        <p:spPr>
          <a:xfrm xmlns:a="http://schemas.openxmlformats.org/drawingml/2006/main">
            <a:off x="9867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5" name="">
            <a:extLst xmlns:a="http://schemas.openxmlformats.org/drawingml/2006/main">
              <a:ext uri="{FF2B5EF4-FFF2-40B4-BE49-F238E27FC236}">
                <a16:creationId xmlns:a16="http://schemas.microsoft.com/office/drawing/2014/main" id="{0E7E281C-6C97-4396-8E6F-DAED580552AE}"/>
              </a:ext>
            </a:extLst>
          </p:cNvPr>
          <p:cNvSpPr>
            <a:spLocks xmlns:a="http://schemas.openxmlformats.org/drawingml/2006/main" noGrp="1"/>
          </p:cNvSpPr>
          <p:nvPr/>
        </p:nvSpPr>
        <p:spPr>
          <a:xfrm xmlns:a="http://schemas.openxmlformats.org/drawingml/2006/main">
            <a:off x="9906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Portfolio</a:t>
            </a:r>
          </a:p>
        </p:txBody>
      </p:sp>
      <p:sp>
        <p:nvSpPr>
          <p:cNvPr id="46" name="">
            <a:extLst xmlns:a="http://schemas.openxmlformats.org/drawingml/2006/main">
              <a:ext uri="{FF2B5EF4-FFF2-40B4-BE49-F238E27FC236}">
                <a16:creationId xmlns:a16="http://schemas.microsoft.com/office/drawing/2014/main" id="{A8614560-6EC4-43DA-9739-A7777EB6A4AD}"/>
              </a:ext>
            </a:extLst>
          </p:cNvPr>
          <p:cNvSpPr>
            <a:spLocks xmlns:a="http://schemas.openxmlformats.org/drawingml/2006/main" noGrp="1"/>
          </p:cNvSpPr>
          <p:nvPr/>
        </p:nvSpPr>
        <p:spPr>
          <a:xfrm xmlns:a="http://schemas.openxmlformats.org/drawingml/2006/main">
            <a:off x="10629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7" name="">
            <a:extLst xmlns:a="http://schemas.openxmlformats.org/drawingml/2006/main">
              <a:ext uri="{FF2B5EF4-FFF2-40B4-BE49-F238E27FC236}">
                <a16:creationId xmlns:a16="http://schemas.microsoft.com/office/drawing/2014/main" id="{68D928A4-3807-426D-B328-BF40F63DBAAF}"/>
              </a:ext>
            </a:extLst>
          </p:cNvPr>
          <p:cNvSpPr>
            <a:spLocks xmlns:a="http://schemas.openxmlformats.org/drawingml/2006/main" noGrp="1"/>
          </p:cNvSpPr>
          <p:nvPr/>
        </p:nvSpPr>
        <p:spPr>
          <a:xfrm xmlns:a="http://schemas.openxmlformats.org/drawingml/2006/main">
            <a:off x="10668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Recovery</a:t>
            </a:r>
          </a:p>
        </p:txBody>
      </p:sp>
      <p:sp>
        <p:nvSpPr>
          <p:cNvPr id="48" name="">
            <a:extLst xmlns:a="http://schemas.openxmlformats.org/drawingml/2006/main">
              <a:ext uri="{FF2B5EF4-FFF2-40B4-BE49-F238E27FC236}">
                <a16:creationId xmlns:a16="http://schemas.microsoft.com/office/drawing/2014/main" id="{FB4EC20F-6B85-46AF-A934-0B3505091796}"/>
              </a:ext>
            </a:extLst>
          </p:cNvPr>
          <p:cNvSpPr>
            <a:spLocks xmlns:a="http://schemas.openxmlformats.org/drawingml/2006/main" noGrp="1"/>
          </p:cNvSpPr>
          <p:nvPr/>
        </p:nvSpPr>
        <p:spPr>
          <a:xfrm xmlns:a="http://schemas.openxmlformats.org/drawingml/2006/main">
            <a:off x="7581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9" name="">
            <a:extLst xmlns:a="http://schemas.openxmlformats.org/drawingml/2006/main">
              <a:ext uri="{FF2B5EF4-FFF2-40B4-BE49-F238E27FC236}">
                <a16:creationId xmlns:a16="http://schemas.microsoft.com/office/drawing/2014/main" id="{904A01E4-3D84-4F60-BF3E-934E0AAE0F3A}"/>
              </a:ext>
            </a:extLst>
          </p:cNvPr>
          <p:cNvSpPr>
            <a:spLocks xmlns:a="http://schemas.openxmlformats.org/drawingml/2006/main" noGrp="1"/>
          </p:cNvSpPr>
          <p:nvPr/>
        </p:nvSpPr>
        <p:spPr>
          <a:xfrm xmlns:a="http://schemas.openxmlformats.org/drawingml/2006/main">
            <a:off x="7620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Quality</a:t>
            </a:r>
          </a:p>
        </p:txBody>
      </p:sp>
      <p:sp>
        <p:nvSpPr>
          <p:cNvPr id="50" name="">
            <a:extLst xmlns:a="http://schemas.openxmlformats.org/drawingml/2006/main">
              <a:ext uri="{FF2B5EF4-FFF2-40B4-BE49-F238E27FC236}">
                <a16:creationId xmlns:a16="http://schemas.microsoft.com/office/drawing/2014/main" id="{ADA2EE02-9CB4-4ECA-A8E6-56461E0F7E79}"/>
              </a:ext>
            </a:extLst>
          </p:cNvPr>
          <p:cNvSpPr>
            <a:spLocks xmlns:a="http://schemas.openxmlformats.org/drawingml/2006/main" noGrp="1"/>
          </p:cNvSpPr>
          <p:nvPr/>
        </p:nvSpPr>
        <p:spPr>
          <a:xfrm xmlns:a="http://schemas.openxmlformats.org/drawingml/2006/main">
            <a:off x="8343900" y="2667000"/>
            <a:ext cx="704850" cy="228600"/>
          </a:xfrm>
          <a:prstGeom xmlns:a="http://schemas.openxmlformats.org/drawingml/2006/main" prst="roundRect">
            <a:avLst>
              <a:gd name="adj" fmla="val 50000"/>
            </a:avLst>
          </a:prstGeom>
          <a:solidFill xmlns:a="http://schemas.openxmlformats.org/drawingml/2006/main">
            <a:srgbClr val="F2B84B"/>
          </a:solidFill>
          <a:ln xmlns:a="http://schemas.openxmlformats.org/drawingml/2006/main" w="762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51" name="">
            <a:extLst xmlns:a="http://schemas.openxmlformats.org/drawingml/2006/main">
              <a:ext uri="{FF2B5EF4-FFF2-40B4-BE49-F238E27FC236}">
                <a16:creationId xmlns:a16="http://schemas.microsoft.com/office/drawing/2014/main" id="{7D0771E4-8123-4878-9FBF-EB519449F9E6}"/>
              </a:ext>
            </a:extLst>
          </p:cNvPr>
          <p:cNvSpPr>
            <a:spLocks xmlns:a="http://schemas.openxmlformats.org/drawingml/2006/main" noGrp="1"/>
          </p:cNvSpPr>
          <p:nvPr/>
        </p:nvSpPr>
        <p:spPr>
          <a:xfrm xmlns:a="http://schemas.openxmlformats.org/drawingml/2006/main">
            <a:off x="8382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1" i="0">
                <a:solidFill>
                  <a:srgbClr val="050505"/>
                </a:solidFill>
              </a:defRPr>
            </a:pPr>
            <a:r>
              <a:rPr sz="600" b="1" i="0">
                <a:solidFill>
                  <a:srgbClr val="050505"/>
                </a:solidFill>
              </a:rPr>
              <a:t>Memory</a:t>
            </a:r>
          </a:p>
        </p:txBody>
      </p:sp>
      <p:sp>
        <p:nvSpPr>
          <p:cNvPr id="52" name="">
            <a:extLst xmlns:a="http://schemas.openxmlformats.org/drawingml/2006/main">
              <a:ext uri="{FF2B5EF4-FFF2-40B4-BE49-F238E27FC236}">
                <a16:creationId xmlns:a16="http://schemas.microsoft.com/office/drawing/2014/main" id="{295404CC-E922-470C-BC6F-B37DEC73FBC5}"/>
              </a:ext>
            </a:extLst>
          </p:cNvPr>
          <p:cNvSpPr>
            <a:spLocks xmlns:a="http://schemas.openxmlformats.org/drawingml/2006/main" noGrp="1"/>
          </p:cNvSpPr>
          <p:nvPr/>
        </p:nvSpPr>
        <p:spPr>
          <a:xfrm xmlns:a="http://schemas.openxmlformats.org/drawingml/2006/main">
            <a:off x="9105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3" name="">
            <a:extLst xmlns:a="http://schemas.openxmlformats.org/drawingml/2006/main">
              <a:ext uri="{FF2B5EF4-FFF2-40B4-BE49-F238E27FC236}">
                <a16:creationId xmlns:a16="http://schemas.microsoft.com/office/drawing/2014/main" id="{3E26BB44-3D8A-459D-B0C7-22D0EEAD2240}"/>
              </a:ext>
            </a:extLst>
          </p:cNvPr>
          <p:cNvSpPr>
            <a:spLocks xmlns:a="http://schemas.openxmlformats.org/drawingml/2006/main" noGrp="1"/>
          </p:cNvSpPr>
          <p:nvPr/>
        </p:nvSpPr>
        <p:spPr>
          <a:xfrm xmlns:a="http://schemas.openxmlformats.org/drawingml/2006/main">
            <a:off x="9144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Data</a:t>
            </a:r>
          </a:p>
        </p:txBody>
      </p:sp>
      <p:sp>
        <p:nvSpPr>
          <p:cNvPr id="54" name="">
            <a:extLst xmlns:a="http://schemas.openxmlformats.org/drawingml/2006/main">
              <a:ext uri="{FF2B5EF4-FFF2-40B4-BE49-F238E27FC236}">
                <a16:creationId xmlns:a16="http://schemas.microsoft.com/office/drawing/2014/main" id="{2311F4E6-FDEE-4AE2-BC7F-3F7D5B259CB8}"/>
              </a:ext>
            </a:extLst>
          </p:cNvPr>
          <p:cNvSpPr>
            <a:spLocks xmlns:a="http://schemas.openxmlformats.org/drawingml/2006/main" noGrp="1"/>
          </p:cNvSpPr>
          <p:nvPr/>
        </p:nvSpPr>
        <p:spPr>
          <a:xfrm xmlns:a="http://schemas.openxmlformats.org/drawingml/2006/main">
            <a:off x="9867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5" name="">
            <a:extLst xmlns:a="http://schemas.openxmlformats.org/drawingml/2006/main">
              <a:ext uri="{FF2B5EF4-FFF2-40B4-BE49-F238E27FC236}">
                <a16:creationId xmlns:a16="http://schemas.microsoft.com/office/drawing/2014/main" id="{165A9ED6-C251-440E-9659-A6033CD03632}"/>
              </a:ext>
            </a:extLst>
          </p:cNvPr>
          <p:cNvSpPr>
            <a:spLocks xmlns:a="http://schemas.openxmlformats.org/drawingml/2006/main" noGrp="1"/>
          </p:cNvSpPr>
          <p:nvPr/>
        </p:nvSpPr>
        <p:spPr>
          <a:xfrm xmlns:a="http://schemas.openxmlformats.org/drawingml/2006/main">
            <a:off x="9906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Runtime</a:t>
            </a:r>
          </a:p>
        </p:txBody>
      </p:sp>
      <p:sp>
        <p:nvSpPr>
          <p:cNvPr id="56" name="">
            <a:extLst xmlns:a="http://schemas.openxmlformats.org/drawingml/2006/main">
              <a:ext uri="{FF2B5EF4-FFF2-40B4-BE49-F238E27FC236}">
                <a16:creationId xmlns:a16="http://schemas.microsoft.com/office/drawing/2014/main" id="{ACFD407A-8B17-468D-89E0-9887E37E8B8B}"/>
              </a:ext>
            </a:extLst>
          </p:cNvPr>
          <p:cNvSpPr>
            <a:spLocks xmlns:a="http://schemas.openxmlformats.org/drawingml/2006/main" noGrp="1"/>
          </p:cNvSpPr>
          <p:nvPr/>
        </p:nvSpPr>
        <p:spPr>
          <a:xfrm xmlns:a="http://schemas.openxmlformats.org/drawingml/2006/main">
            <a:off x="10629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7" name="">
            <a:extLst xmlns:a="http://schemas.openxmlformats.org/drawingml/2006/main">
              <a:ext uri="{FF2B5EF4-FFF2-40B4-BE49-F238E27FC236}">
                <a16:creationId xmlns:a16="http://schemas.microsoft.com/office/drawing/2014/main" id="{BD106CED-D47A-43F0-8B5C-0740CAF6D9D2}"/>
              </a:ext>
            </a:extLst>
          </p:cNvPr>
          <p:cNvSpPr>
            <a:spLocks xmlns:a="http://schemas.openxmlformats.org/drawingml/2006/main" noGrp="1"/>
          </p:cNvSpPr>
          <p:nvPr/>
        </p:nvSpPr>
        <p:spPr>
          <a:xfrm xmlns:a="http://schemas.openxmlformats.org/drawingml/2006/main">
            <a:off x="10668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Audit</a:t>
            </a:r>
          </a:p>
        </p:txBody>
      </p:sp>
      <p:sp>
        <p:nvSpPr>
          <p:cNvPr id="58" name="">
            <a:extLst xmlns:a="http://schemas.openxmlformats.org/drawingml/2006/main">
              <a:ext uri="{FF2B5EF4-FFF2-40B4-BE49-F238E27FC236}">
                <a16:creationId xmlns:a16="http://schemas.microsoft.com/office/drawing/2014/main" id="{82E79A08-6D30-48FF-880E-14C1699B7FFE}"/>
              </a:ext>
            </a:extLst>
          </p:cNvPr>
          <p:cNvSpPr>
            <a:spLocks xmlns:a="http://schemas.openxmlformats.org/drawingml/2006/main" noGrp="1"/>
          </p:cNvSpPr>
          <p:nvPr/>
        </p:nvSpPr>
        <p:spPr>
          <a:xfrm xmlns:a="http://schemas.openxmlformats.org/drawingml/2006/main">
            <a:off x="7639050" y="3105150"/>
            <a:ext cx="3619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VERIFIED EXPERIENCE MEMORY</a:t>
            </a:r>
          </a:p>
        </p:txBody>
      </p:sp>
      <p:sp>
        <p:nvSpPr>
          <p:cNvPr id="59" name="">
            <a:extLst xmlns:a="http://schemas.openxmlformats.org/drawingml/2006/main">
              <a:ext uri="{FF2B5EF4-FFF2-40B4-BE49-F238E27FC236}">
                <a16:creationId xmlns:a16="http://schemas.microsoft.com/office/drawing/2014/main" id="{1FAE7066-CD32-4AE3-8D6A-DB39D011947E}"/>
              </a:ext>
            </a:extLst>
          </p:cNvPr>
          <p:cNvSpPr>
            <a:spLocks xmlns:a="http://schemas.openxmlformats.org/drawingml/2006/main" noGrp="1"/>
          </p:cNvSpPr>
          <p:nvPr/>
        </p:nvSpPr>
        <p:spPr>
          <a:xfrm xmlns:a="http://schemas.openxmlformats.org/drawingml/2006/main">
            <a:off x="7639050" y="3352800"/>
            <a:ext cx="361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F8F4EC"/>
                </a:solidFill>
              </a:defRPr>
            </a:pPr>
            <a:r>
              <a:rPr sz="1650" b="1" i="0">
                <a:solidFill>
                  <a:srgbClr val="F8F4EC"/>
                </a:solidFill>
              </a:rPr>
              <a:t>The factory remembers only what it can prove</a:t>
            </a:r>
          </a:p>
        </p:txBody>
      </p:sp>
      <p:sp>
        <p:nvSpPr>
          <p:cNvPr id="60" name="">
            <a:extLst xmlns:a="http://schemas.openxmlformats.org/drawingml/2006/main">
              <a:ext uri="{FF2B5EF4-FFF2-40B4-BE49-F238E27FC236}">
                <a16:creationId xmlns:a16="http://schemas.microsoft.com/office/drawing/2014/main" id="{20E92AB5-C9AD-4F46-B40C-C2285B442F06}"/>
              </a:ext>
            </a:extLst>
          </p:cNvPr>
          <p:cNvSpPr>
            <a:spLocks xmlns:a="http://schemas.openxmlformats.org/drawingml/2006/main" noGrp="1"/>
          </p:cNvSpPr>
          <p:nvPr/>
        </p:nvSpPr>
        <p:spPr>
          <a:xfrm xmlns:a="http://schemas.openxmlformats.org/drawingml/2006/main">
            <a:off x="7658100" y="4048125"/>
            <a:ext cx="228600" cy="228600"/>
          </a:xfrm>
          <a:prstGeom xmlns:a="http://schemas.openxmlformats.org/drawingml/2006/main" prst="ellipse">
            <a:avLst/>
          </a:prstGeom>
          <a:solidFill xmlns:a="http://schemas.openxmlformats.org/drawingml/2006/main">
            <a:srgbClr val="F2B84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1" name="">
            <a:extLst xmlns:a="http://schemas.openxmlformats.org/drawingml/2006/main">
              <a:ext uri="{FF2B5EF4-FFF2-40B4-BE49-F238E27FC236}">
                <a16:creationId xmlns:a16="http://schemas.microsoft.com/office/drawing/2014/main" id="{33C552B5-BC2A-47D7-807E-4E7D1B88333C}"/>
              </a:ext>
            </a:extLst>
          </p:cNvPr>
          <p:cNvSpPr>
            <a:spLocks xmlns:a="http://schemas.openxmlformats.org/drawingml/2006/main" noGrp="1"/>
          </p:cNvSpPr>
          <p:nvPr/>
        </p:nvSpPr>
        <p:spPr>
          <a:xfrm xmlns:a="http://schemas.openxmlformats.org/drawingml/2006/main">
            <a:off x="7658100" y="410527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050505"/>
                </a:solidFill>
              </a:defRPr>
            </a:pPr>
            <a:r>
              <a:rPr sz="675" b="1" i="0">
                <a:solidFill>
                  <a:srgbClr val="050505"/>
                </a:solidFill>
              </a:rPr>
              <a:t>1</a:t>
            </a:r>
          </a:p>
        </p:txBody>
      </p:sp>
      <p:sp>
        <p:nvSpPr>
          <p:cNvPr id="62" name="">
            <a:extLst xmlns:a="http://schemas.openxmlformats.org/drawingml/2006/main">
              <a:ext uri="{FF2B5EF4-FFF2-40B4-BE49-F238E27FC236}">
                <a16:creationId xmlns:a16="http://schemas.microsoft.com/office/drawing/2014/main" id="{C17EF6DE-92D8-4556-897A-524709DD8C1D}"/>
              </a:ext>
            </a:extLst>
          </p:cNvPr>
          <p:cNvSpPr>
            <a:spLocks xmlns:a="http://schemas.openxmlformats.org/drawingml/2006/main" noGrp="1"/>
          </p:cNvSpPr>
          <p:nvPr/>
        </p:nvSpPr>
        <p:spPr>
          <a:xfrm xmlns:a="http://schemas.openxmlformats.org/drawingml/2006/main">
            <a:off x="8001000" y="403860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8F4EC"/>
                </a:solidFill>
              </a:defRPr>
            </a:pPr>
            <a:r>
              <a:rPr sz="1050" b="1" i="0">
                <a:solidFill>
                  <a:srgbClr val="F8F4EC"/>
                </a:solidFill>
              </a:rPr>
              <a:t>Verified lessons only</a:t>
            </a:r>
          </a:p>
        </p:txBody>
      </p:sp>
      <p:sp>
        <p:nvSpPr>
          <p:cNvPr id="63" name="">
            <a:extLst xmlns:a="http://schemas.openxmlformats.org/drawingml/2006/main">
              <a:ext uri="{FF2B5EF4-FFF2-40B4-BE49-F238E27FC236}">
                <a16:creationId xmlns:a16="http://schemas.microsoft.com/office/drawing/2014/main" id="{6E0A7441-A785-418A-B026-1DB80C11D4E4}"/>
              </a:ext>
            </a:extLst>
          </p:cNvPr>
          <p:cNvSpPr>
            <a:spLocks xmlns:a="http://schemas.openxmlformats.org/drawingml/2006/main" noGrp="1"/>
          </p:cNvSpPr>
          <p:nvPr/>
        </p:nvSpPr>
        <p:spPr>
          <a:xfrm xmlns:a="http://schemas.openxmlformats.org/drawingml/2006/main">
            <a:off x="7658100" y="4524375"/>
            <a:ext cx="228600" cy="228600"/>
          </a:xfrm>
          <a:prstGeom xmlns:a="http://schemas.openxmlformats.org/drawingml/2006/main" prst="ellipse">
            <a:avLst/>
          </a:prstGeom>
          <a:solidFill xmlns:a="http://schemas.openxmlformats.org/drawingml/2006/main">
            <a:srgbClr val="2A1D0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4" name="">
            <a:extLst xmlns:a="http://schemas.openxmlformats.org/drawingml/2006/main">
              <a:ext uri="{FF2B5EF4-FFF2-40B4-BE49-F238E27FC236}">
                <a16:creationId xmlns:a16="http://schemas.microsoft.com/office/drawing/2014/main" id="{4E0043E3-B7B2-4E38-9D08-A4F90D74838E}"/>
              </a:ext>
            </a:extLst>
          </p:cNvPr>
          <p:cNvSpPr>
            <a:spLocks xmlns:a="http://schemas.openxmlformats.org/drawingml/2006/main" noGrp="1"/>
          </p:cNvSpPr>
          <p:nvPr/>
        </p:nvSpPr>
        <p:spPr>
          <a:xfrm xmlns:a="http://schemas.openxmlformats.org/drawingml/2006/main">
            <a:off x="7658100" y="458152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F2B84B"/>
                </a:solidFill>
              </a:defRPr>
            </a:pPr>
            <a:r>
              <a:rPr sz="675" b="1" i="0">
                <a:solidFill>
                  <a:srgbClr val="F2B84B"/>
                </a:solidFill>
              </a:rPr>
              <a:t>2</a:t>
            </a:r>
          </a:p>
        </p:txBody>
      </p:sp>
      <p:sp>
        <p:nvSpPr>
          <p:cNvPr id="65" name="">
            <a:extLst xmlns:a="http://schemas.openxmlformats.org/drawingml/2006/main">
              <a:ext uri="{FF2B5EF4-FFF2-40B4-BE49-F238E27FC236}">
                <a16:creationId xmlns:a16="http://schemas.microsoft.com/office/drawing/2014/main" id="{72BB8D5B-E0C5-4D6C-B708-D2F4E8B333EB}"/>
              </a:ext>
            </a:extLst>
          </p:cNvPr>
          <p:cNvSpPr>
            <a:spLocks xmlns:a="http://schemas.openxmlformats.org/drawingml/2006/main" noGrp="1"/>
          </p:cNvSpPr>
          <p:nvPr/>
        </p:nvSpPr>
        <p:spPr>
          <a:xfrm xmlns:a="http://schemas.openxmlformats.org/drawingml/2006/main">
            <a:off x="8001000" y="451485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Exact graph + source bindings</a:t>
            </a:r>
          </a:p>
        </p:txBody>
      </p:sp>
      <p:sp>
        <p:nvSpPr>
          <p:cNvPr id="66" name="">
            <a:extLst xmlns:a="http://schemas.openxmlformats.org/drawingml/2006/main">
              <a:ext uri="{FF2B5EF4-FFF2-40B4-BE49-F238E27FC236}">
                <a16:creationId xmlns:a16="http://schemas.microsoft.com/office/drawing/2014/main" id="{59C6D839-5993-4B8F-BB3A-C351B2F17EC7}"/>
              </a:ext>
            </a:extLst>
          </p:cNvPr>
          <p:cNvSpPr>
            <a:spLocks xmlns:a="http://schemas.openxmlformats.org/drawingml/2006/main" noGrp="1"/>
          </p:cNvSpPr>
          <p:nvPr/>
        </p:nvSpPr>
        <p:spPr>
          <a:xfrm xmlns:a="http://schemas.openxmlformats.org/drawingml/2006/main">
            <a:off x="7658100" y="5000625"/>
            <a:ext cx="228600" cy="228600"/>
          </a:xfrm>
          <a:prstGeom xmlns:a="http://schemas.openxmlformats.org/drawingml/2006/main" prst="ellipse">
            <a:avLst/>
          </a:prstGeom>
          <a:solidFill xmlns:a="http://schemas.openxmlformats.org/drawingml/2006/main">
            <a:srgbClr val="2A1D0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7" name="">
            <a:extLst xmlns:a="http://schemas.openxmlformats.org/drawingml/2006/main">
              <a:ext uri="{FF2B5EF4-FFF2-40B4-BE49-F238E27FC236}">
                <a16:creationId xmlns:a16="http://schemas.microsoft.com/office/drawing/2014/main" id="{BABAB895-9123-44CC-B6DF-620A20F9EC2D}"/>
              </a:ext>
            </a:extLst>
          </p:cNvPr>
          <p:cNvSpPr>
            <a:spLocks xmlns:a="http://schemas.openxmlformats.org/drawingml/2006/main" noGrp="1"/>
          </p:cNvSpPr>
          <p:nvPr/>
        </p:nvSpPr>
        <p:spPr>
          <a:xfrm xmlns:a="http://schemas.openxmlformats.org/drawingml/2006/main">
            <a:off x="7658100" y="505777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F2B84B"/>
                </a:solidFill>
              </a:defRPr>
            </a:pPr>
            <a:r>
              <a:rPr sz="675" b="1" i="0">
                <a:solidFill>
                  <a:srgbClr val="F2B84B"/>
                </a:solidFill>
              </a:rPr>
              <a:t>3</a:t>
            </a:r>
          </a:p>
        </p:txBody>
      </p:sp>
      <p:sp>
        <p:nvSpPr>
          <p:cNvPr id="68" name="">
            <a:extLst xmlns:a="http://schemas.openxmlformats.org/drawingml/2006/main">
              <a:ext uri="{FF2B5EF4-FFF2-40B4-BE49-F238E27FC236}">
                <a16:creationId xmlns:a16="http://schemas.microsoft.com/office/drawing/2014/main" id="{20C765DE-11CE-4606-948F-9ABDE5F9A901}"/>
              </a:ext>
            </a:extLst>
          </p:cNvPr>
          <p:cNvSpPr>
            <a:spLocks xmlns:a="http://schemas.openxmlformats.org/drawingml/2006/main" noGrp="1"/>
          </p:cNvSpPr>
          <p:nvPr/>
        </p:nvSpPr>
        <p:spPr>
          <a:xfrm xmlns:a="http://schemas.openxmlformats.org/drawingml/2006/main">
            <a:off x="8001000" y="499110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Contaminated experience quarantined</a:t>
            </a:r>
          </a:p>
        </p:txBody>
      </p:sp>
      <p:sp>
        <p:nvSpPr>
          <p:cNvPr id="69" name="">
            <a:extLst xmlns:a="http://schemas.openxmlformats.org/drawingml/2006/main">
              <a:ext uri="{FF2B5EF4-FFF2-40B4-BE49-F238E27FC236}">
                <a16:creationId xmlns:a16="http://schemas.microsoft.com/office/drawing/2014/main" id="{09227304-8DA5-4EFB-AF70-0B3CB1F22D8B}"/>
              </a:ext>
            </a:extLst>
          </p:cNvPr>
          <p:cNvSpPr>
            <a:spLocks xmlns:a="http://schemas.openxmlformats.org/drawingml/2006/main" noGrp="1"/>
          </p:cNvSpPr>
          <p:nvPr/>
        </p:nvSpPr>
        <p:spPr>
          <a:xfrm xmlns:a="http://schemas.openxmlformats.org/drawingml/2006/main">
            <a:off x="7639050" y="5410200"/>
            <a:ext cx="1257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Customer value</a:t>
            </a:r>
          </a:p>
        </p:txBody>
      </p:sp>
      <p:sp>
        <p:nvSpPr>
          <p:cNvPr id="70" name="">
            <a:extLst xmlns:a="http://schemas.openxmlformats.org/drawingml/2006/main">
              <a:ext uri="{FF2B5EF4-FFF2-40B4-BE49-F238E27FC236}">
                <a16:creationId xmlns:a16="http://schemas.microsoft.com/office/drawing/2014/main" id="{88EC2E5B-D717-43D2-94E5-AE9A710C42A3}"/>
              </a:ext>
            </a:extLst>
          </p:cNvPr>
          <p:cNvSpPr>
            <a:spLocks xmlns:a="http://schemas.openxmlformats.org/drawingml/2006/main" noGrp="1"/>
          </p:cNvSpPr>
          <p:nvPr/>
        </p:nvSpPr>
        <p:spPr>
          <a:xfrm xmlns:a="http://schemas.openxmlformats.org/drawingml/2006/main">
            <a:off x="8953500" y="5381625"/>
            <a:ext cx="2324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F8F4EC"/>
                </a:solidFill>
              </a:defRPr>
            </a:pPr>
            <a:r>
              <a:rPr sz="900" b="1" i="0">
                <a:solidFill>
                  <a:srgbClr val="F8F4EC"/>
                </a:solidFill>
              </a:rPr>
              <a:t>One shared truth surface</a:t>
            </a:r>
          </a:p>
        </p:txBody>
      </p:sp>
      <p:sp>
        <p:nvSpPr>
          <p:cNvPr id="71" name="">
            <a:extLst xmlns:a="http://schemas.openxmlformats.org/drawingml/2006/main">
              <a:ext uri="{FF2B5EF4-FFF2-40B4-BE49-F238E27FC236}">
                <a16:creationId xmlns:a16="http://schemas.microsoft.com/office/drawing/2014/main" id="{2AB8D464-D446-4573-973C-8E9ED847A021}"/>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3" name="">
            <a:extLst xmlns:a="http://schemas.openxmlformats.org/drawingml/2006/main">
              <a:ext uri="{FF2B5EF4-FFF2-40B4-BE49-F238E27FC236}">
                <a16:creationId xmlns:a16="http://schemas.microsoft.com/office/drawing/2014/main" id="{8AF910C3-EE99-4BE9-BEBE-2811B3B8E9DD}"/>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4" name="">
            <a:extLst xmlns:a="http://schemas.openxmlformats.org/drawingml/2006/main">
              <a:ext uri="{FF2B5EF4-FFF2-40B4-BE49-F238E27FC236}">
                <a16:creationId xmlns:a16="http://schemas.microsoft.com/office/drawing/2014/main" id="{0AC3F3E6-ED8A-46B8-9F4F-893885E75708}"/>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21</a:t>
            </a:r>
          </a:p>
        </p:txBody>
      </p:sp>
      <p:pic>
        <p:nvPicPr>
          <p:cNvPr id="250" name=""/>
          <p:cNvPicPr>
            <a:picLocks xmlns:a="http://schemas.openxmlformats.org/drawingml/2006/main" noChangeAspect="1"/>
          </p:cNvPicPr>
          <p:nvPr/>
        </p:nvPicPr>
        <p:blipFill>
          <a:blip xmlns:r="http://schemas.openxmlformats.org/officeDocument/2006/relationships" xmlns:a="http://schemas.openxmlformats.org/drawingml/2006/main" r:embed="R16e46eab1ab74b24">
            <a:extLst>
              <a:ext uri="{96DAC541-7B7A-43D3-8B79-37D633B846F1}">
                <asvg:svgBlip xmlns:asvg="http://schemas.microsoft.com/office/drawing/2016/SVG/main" r:embed="R7ee124db67054f17"/>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251" name=""/>
          <p:cNvPicPr>
            <a:picLocks xmlns:a="http://schemas.openxmlformats.org/drawingml/2006/main" noChangeAspect="1"/>
          </p:cNvPicPr>
          <p:nvPr/>
        </p:nvPicPr>
        <p:blipFill>
          <a:blip xmlns:r="http://schemas.openxmlformats.org/officeDocument/2006/relationships" xmlns:a="http://schemas.openxmlformats.org/drawingml/2006/main" r:embed="R46dabaa787864e68">
            <a:extLst>
              <a:ext uri="{96DAC541-7B7A-43D3-8B79-37D633B846F1}">
                <asvg:svgBlip xmlns:asvg="http://schemas.microsoft.com/office/drawing/2016/SVG/main" r:embed="R06bf6ec4f90647f8"/>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162581462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75" name="">
            <a:extLst xmlns:a="http://schemas.openxmlformats.org/drawingml/2006/main">
              <a:ext uri="{FF2B5EF4-FFF2-40B4-BE49-F238E27FC236}">
                <a16:creationId xmlns:a16="http://schemas.microsoft.com/office/drawing/2014/main" id="{4A1AC6A7-10CD-43BE-B286-178722C3EB8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7DD9D957-834D-4B74-84A6-D0D40B58A4B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gradFill xmlns:a="http://schemas.openxmlformats.org/drawingml/2006/main">
            <a:gsLst>
              <a:gs pos="0">
                <a:srgbClr val="D68A17"/>
              </a:gs>
              <a:gs pos="100000">
                <a:srgbClr val="F2B84B"/>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F188A794-4A92-493D-A019-0F78C8E3FB08}"/>
              </a:ext>
            </a:extLst>
          </p:cNvPr>
          <p:cNvSpPr>
            <a:spLocks xmlns:a="http://schemas.openxmlformats.org/drawingml/2006/main" noGrp="1"/>
          </p:cNvSpPr>
          <p:nvPr/>
        </p:nvSpPr>
        <p:spPr>
          <a:xfrm xmlns:a="http://schemas.openxmlformats.org/drawingml/2006/main">
            <a:off x="10763250" y="171450"/>
            <a:ext cx="1200150" cy="1200150"/>
          </a:xfrm>
          <a:prstGeom xmlns:a="http://schemas.openxmlformats.org/drawingml/2006/main" prst="ellipse">
            <a:avLst/>
          </a:prstGeom>
          <a:solidFill xmlns:a="http://schemas.openxmlformats.org/drawingml/2006/main">
            <a:srgbClr val="F2B84B">
              <a:alpha val="8000"/>
            </a:srgbClr>
          </a:solidFill>
          <a:ln xmlns:a="http://schemas.openxmlformats.org/drawingml/2006/main" w="9525">
            <a:solidFill>
              <a:srgbClr val="F2B84B">
                <a:alpha val="12000"/>
              </a:srgbClr>
            </a:solidFill>
            <a:prstDash val="solid"/>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AE5F80F4-BC04-4CBF-95D7-04327E42145D}"/>
              </a:ext>
            </a:extLst>
          </p:cNvPr>
          <p:cNvSpPr>
            <a:spLocks xmlns:a="http://schemas.openxmlformats.org/drawingml/2006/main" noGrp="1"/>
          </p:cNvSpPr>
          <p:nvPr/>
        </p:nvSpPr>
        <p:spPr>
          <a:xfrm xmlns:a="http://schemas.openxmlformats.org/drawingml/2006/main">
            <a:off x="171450" y="5619750"/>
            <a:ext cx="1028700" cy="1028700"/>
          </a:xfrm>
          <a:prstGeom xmlns:a="http://schemas.openxmlformats.org/drawingml/2006/main" prst="ellipse">
            <a:avLst/>
          </a:prstGeom>
          <a:solidFill xmlns:a="http://schemas.openxmlformats.org/drawingml/2006/main">
            <a:srgbClr val="D68A17">
              <a:alpha val="6000"/>
            </a:srgbClr>
          </a:solidFill>
          <a:ln xmlns:a="http://schemas.openxmlformats.org/drawingml/2006/main" w="9525">
            <a:solidFill>
              <a:srgbClr val="D68A17">
                <a:alpha val="10000"/>
              </a:srgbClr>
            </a:solidFill>
            <a:prstDash val="solid"/>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003626E2-4049-4329-825E-DEFAA2119691}"/>
              </a:ext>
            </a:extLst>
          </p:cNvPr>
          <p:cNvSpPr>
            <a:spLocks xmlns:a="http://schemas.openxmlformats.org/drawingml/2006/main" noGrp="1"/>
          </p:cNvSpPr>
          <p:nvPr/>
        </p:nvSpPr>
        <p:spPr>
          <a:xfrm xmlns:a="http://schemas.openxmlformats.org/drawingml/2006/main">
            <a:off x="552450" y="323850"/>
            <a:ext cx="657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F2B84B"/>
                </a:solidFill>
              </a:defRPr>
            </a:pPr>
            <a:r>
              <a:rPr sz="975" b="1" i="0">
                <a:solidFill>
                  <a:srgbClr val="F2B84B"/>
                </a:solidFill>
              </a:rPr>
              <a:t>UI MODE · DATA</a:t>
            </a:r>
          </a:p>
        </p:txBody>
      </p:sp>
      <p:sp>
        <p:nvSpPr>
          <p:cNvPr id="6" name="">
            <a:extLst xmlns:a="http://schemas.openxmlformats.org/drawingml/2006/main">
              <a:ext uri="{FF2B5EF4-FFF2-40B4-BE49-F238E27FC236}">
                <a16:creationId xmlns:a16="http://schemas.microsoft.com/office/drawing/2014/main" id="{EA5CC4DC-E44D-4599-B2FB-EA3FF95D8023}"/>
              </a:ext>
            </a:extLst>
          </p:cNvPr>
          <p:cNvSpPr>
            <a:spLocks xmlns:a="http://schemas.openxmlformats.org/drawingml/2006/main" noGrp="1"/>
          </p:cNvSpPr>
          <p:nvPr/>
        </p:nvSpPr>
        <p:spPr>
          <a:xfrm xmlns:a="http://schemas.openxmlformats.org/drawingml/2006/main">
            <a:off x="552450" y="6667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i="0">
                <a:solidFill>
                  <a:srgbClr val="F8F4EC"/>
                </a:solidFill>
              </a:defRPr>
            </a:pPr>
            <a:r>
              <a:rPr sz="2325" b="1" i="0">
                <a:solidFill>
                  <a:srgbClr val="F8F4EC"/>
                </a:solidFill>
              </a:rPr>
              <a:t>Can data move without losing meaning—or hiding migration gaps?</a:t>
            </a:r>
          </a:p>
        </p:txBody>
      </p:sp>
      <p:sp>
        <p:nvSpPr>
          <p:cNvPr id="7" name="">
            <a:extLst xmlns:a="http://schemas.openxmlformats.org/drawingml/2006/main">
              <a:ext uri="{FF2B5EF4-FFF2-40B4-BE49-F238E27FC236}">
                <a16:creationId xmlns:a16="http://schemas.microsoft.com/office/drawing/2014/main" id="{EECD0BEA-0D70-491E-BB59-844F63DF4EC0}"/>
              </a:ext>
            </a:extLst>
          </p:cNvPr>
          <p:cNvSpPr>
            <a:spLocks xmlns:a="http://schemas.openxmlformats.org/drawingml/2006/main" noGrp="1"/>
          </p:cNvSpPr>
          <p:nvPr/>
        </p:nvSpPr>
        <p:spPr>
          <a:xfrm xmlns:a="http://schemas.openxmlformats.org/drawingml/2006/main">
            <a:off x="552450" y="1257300"/>
            <a:ext cx="8191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EE4EFACE-FCC3-438F-B2A1-34120C989455}"/>
              </a:ext>
            </a:extLst>
          </p:cNvPr>
          <p:cNvSpPr>
            <a:spLocks xmlns:a="http://schemas.openxmlformats.org/drawingml/2006/main" noGrp="1"/>
          </p:cNvSpPr>
          <p:nvPr/>
        </p:nvSpPr>
        <p:spPr>
          <a:xfrm xmlns:a="http://schemas.openxmlformats.org/drawingml/2006/main">
            <a:off x="1600200" y="1152525"/>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C5BDAF"/>
                </a:solidFill>
              </a:defRPr>
            </a:pPr>
            <a:r>
              <a:rPr sz="1350" b="0" i="0">
                <a:solidFill>
                  <a:srgbClr val="C5BDAF"/>
                </a:solidFill>
              </a:rPr>
              <a:t>Committed product UI contract · graph context remains visible</a:t>
            </a:r>
          </a:p>
        </p:txBody>
      </p:sp>
      <p:sp>
        <p:nvSpPr>
          <p:cNvPr id="9" name="">
            <a:extLst xmlns:a="http://schemas.openxmlformats.org/drawingml/2006/main">
              <a:ext uri="{FF2B5EF4-FFF2-40B4-BE49-F238E27FC236}">
                <a16:creationId xmlns:a16="http://schemas.microsoft.com/office/drawing/2014/main" id="{BA266C3F-9228-4E71-9491-C5F9D6E5FBA3}"/>
              </a:ext>
            </a:extLst>
          </p:cNvPr>
          <p:cNvSpPr>
            <a:spLocks xmlns:a="http://schemas.openxmlformats.org/drawingml/2006/main" noGrp="1"/>
          </p:cNvSpPr>
          <p:nvPr/>
        </p:nvSpPr>
        <p:spPr>
          <a:xfrm xmlns:a="http://schemas.openxmlformats.org/drawingml/2006/main">
            <a:off x="457200" y="1676400"/>
            <a:ext cx="11277600" cy="4229100"/>
          </a:xfrm>
          <a:prstGeom xmlns:a="http://schemas.openxmlformats.org/drawingml/2006/main" prst="roundRect">
            <a:avLst>
              <a:gd name="adj" fmla="val 2703"/>
            </a:avLst>
          </a:prstGeom>
          <a:solidFill xmlns:a="http://schemas.openxmlformats.org/drawingml/2006/main">
            <a:srgbClr val="101010"/>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132FF34B-C1A4-4B76-A553-CF1206996195}"/>
              </a:ext>
            </a:extLst>
          </p:cNvPr>
          <p:cNvSpPr>
            <a:spLocks xmlns:a="http://schemas.openxmlformats.org/drawingml/2006/main" noGrp="1"/>
          </p:cNvSpPr>
          <p:nvPr/>
        </p:nvSpPr>
        <p:spPr>
          <a:xfrm xmlns:a="http://schemas.openxmlformats.org/drawingml/2006/main">
            <a:off x="457200" y="1676400"/>
            <a:ext cx="11277600" cy="400050"/>
          </a:xfrm>
          <a:prstGeom xmlns:a="http://schemas.openxmlformats.org/drawingml/2006/main" prst="roundRect">
            <a:avLst>
              <a:gd name="adj" fmla="val 28571"/>
            </a:avLst>
          </a:prstGeom>
          <a:solidFill xmlns:a="http://schemas.openxmlformats.org/drawingml/2006/main">
            <a:srgbClr val="17130D"/>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07B254E9-A1DD-4963-A551-705A795CAB20}"/>
              </a:ext>
            </a:extLst>
          </p:cNvPr>
          <p:cNvSpPr>
            <a:spLocks xmlns:a="http://schemas.openxmlformats.org/drawingml/2006/main" noGrp="1"/>
          </p:cNvSpPr>
          <p:nvPr/>
        </p:nvSpPr>
        <p:spPr>
          <a:xfrm xmlns:a="http://schemas.openxmlformats.org/drawingml/2006/main">
            <a:off x="647700" y="1800225"/>
            <a:ext cx="1047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F2B84B"/>
                </a:solidFill>
              </a:defRPr>
            </a:pPr>
            <a:r>
              <a:rPr sz="825" b="1" i="0">
                <a:solidFill>
                  <a:srgbClr val="F2B84B"/>
                </a:solidFill>
              </a:rPr>
              <a:t>LIGHTYEAR</a:t>
            </a:r>
          </a:p>
        </p:txBody>
      </p:sp>
      <p:sp>
        <p:nvSpPr>
          <p:cNvPr id="12" name="">
            <a:extLst xmlns:a="http://schemas.openxmlformats.org/drawingml/2006/main">
              <a:ext uri="{FF2B5EF4-FFF2-40B4-BE49-F238E27FC236}">
                <a16:creationId xmlns:a16="http://schemas.microsoft.com/office/drawing/2014/main" id="{30E0BA22-BAAB-4639-A52F-F3EF72C3ED63}"/>
              </a:ext>
            </a:extLst>
          </p:cNvPr>
          <p:cNvSpPr>
            <a:spLocks xmlns:a="http://schemas.openxmlformats.org/drawingml/2006/main" noGrp="1"/>
          </p:cNvSpPr>
          <p:nvPr/>
        </p:nvSpPr>
        <p:spPr>
          <a:xfrm xmlns:a="http://schemas.openxmlformats.org/drawingml/2006/main">
            <a:off x="8458200" y="1800225"/>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C5BDAF"/>
                </a:solidFill>
              </a:defRPr>
            </a:pPr>
            <a:r>
              <a:rPr sz="750" b="0" i="0">
                <a:solidFill>
                  <a:srgbClr val="C5BDAF"/>
                </a:solidFill>
              </a:rPr>
              <a:t>Composite estate · 11,328 nodes · read-only</a:t>
            </a:r>
          </a:p>
        </p:txBody>
      </p:sp>
      <p:sp>
        <p:nvSpPr>
          <p:cNvPr id="13" name="">
            <a:extLst xmlns:a="http://schemas.openxmlformats.org/drawingml/2006/main">
              <a:ext uri="{FF2B5EF4-FFF2-40B4-BE49-F238E27FC236}">
                <a16:creationId xmlns:a16="http://schemas.microsoft.com/office/drawing/2014/main" id="{6EA74561-3BFF-40F1-A9CA-BBB0388BF2FA}"/>
              </a:ext>
            </a:extLst>
          </p:cNvPr>
          <p:cNvSpPr>
            <a:spLocks xmlns:a="http://schemas.openxmlformats.org/drawingml/2006/main" noGrp="1"/>
          </p:cNvSpPr>
          <p:nvPr/>
        </p:nvSpPr>
        <p:spPr>
          <a:xfrm xmlns:a="http://schemas.openxmlformats.org/drawingml/2006/main">
            <a:off x="609600" y="2228850"/>
            <a:ext cx="6667500" cy="3467100"/>
          </a:xfrm>
          <a:prstGeom xmlns:a="http://schemas.openxmlformats.org/drawingml/2006/main" prst="roundRect">
            <a:avLst>
              <a:gd name="adj" fmla="val 3297"/>
            </a:avLst>
          </a:prstGeom>
          <a:solidFill xmlns:a="http://schemas.openxmlformats.org/drawingml/2006/main">
            <a:srgbClr val="050505"/>
          </a:solidFill>
          <a:ln xmlns:a="http://schemas.openxmlformats.org/drawingml/2006/main" w="9525">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CF798030-C40A-4132-B83E-982E557BB2F1}"/>
              </a:ext>
            </a:extLst>
          </p:cNvPr>
          <p:cNvSpPr>
            <a:spLocks xmlns:a="http://schemas.openxmlformats.org/drawingml/2006/main" noGrp="1"/>
          </p:cNvSpPr>
          <p:nvPr/>
        </p:nvSpPr>
        <p:spPr>
          <a:xfrm xmlns:a="http://schemas.openxmlformats.org/drawingml/2006/main">
            <a:off x="819150" y="2390775"/>
            <a:ext cx="1809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GRAPH CONTEXT</a:t>
            </a:r>
          </a:p>
        </p:txBody>
      </p:sp>
      <p:sp>
        <p:nvSpPr>
          <p:cNvPr id="15" name="">
            <a:extLst xmlns:a="http://schemas.openxmlformats.org/drawingml/2006/main">
              <a:ext uri="{FF2B5EF4-FFF2-40B4-BE49-F238E27FC236}">
                <a16:creationId xmlns:a16="http://schemas.microsoft.com/office/drawing/2014/main" id="{0D4E9F12-C69B-4A5D-B874-6622BC0504E5}"/>
              </a:ext>
            </a:extLst>
          </p:cNvPr>
          <p:cNvSpPr>
            <a:spLocks xmlns:a="http://schemas.openxmlformats.org/drawingml/2006/main" noGrp="1"/>
          </p:cNvSpPr>
          <p:nvPr/>
        </p:nvSpPr>
        <p:spPr>
          <a:xfrm xmlns:a="http://schemas.openxmlformats.org/drawingml/2006/main">
            <a:off x="838200" y="3648075"/>
            <a:ext cx="1428750" cy="628650"/>
          </a:xfrm>
          <a:prstGeom xmlns:a="http://schemas.openxmlformats.org/drawingml/2006/main" prst="roundRect">
            <a:avLst>
              <a:gd name="adj" fmla="val 18182"/>
            </a:avLst>
          </a:prstGeom>
          <a:solidFill xmlns:a="http://schemas.openxmlformats.org/drawingml/2006/main">
            <a:srgbClr val="2A1D0B"/>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6" name="">
            <a:extLst xmlns:a="http://schemas.openxmlformats.org/drawingml/2006/main">
              <a:ext uri="{FF2B5EF4-FFF2-40B4-BE49-F238E27FC236}">
                <a16:creationId xmlns:a16="http://schemas.microsoft.com/office/drawing/2014/main" id="{84366AE0-982B-48E5-8417-11CEF69CDC88}"/>
              </a:ext>
            </a:extLst>
          </p:cNvPr>
          <p:cNvSpPr>
            <a:spLocks xmlns:a="http://schemas.openxmlformats.org/drawingml/2006/main" noGrp="1"/>
          </p:cNvSpPr>
          <p:nvPr/>
        </p:nvSpPr>
        <p:spPr>
          <a:xfrm xmlns:a="http://schemas.openxmlformats.org/drawingml/2006/main">
            <a:off x="933450" y="3743325"/>
            <a:ext cx="1238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ACCTPL1</a:t>
            </a:r>
          </a:p>
        </p:txBody>
      </p:sp>
      <p:sp>
        <p:nvSpPr>
          <p:cNvPr id="17" name="">
            <a:extLst xmlns:a="http://schemas.openxmlformats.org/drawingml/2006/main">
              <a:ext uri="{FF2B5EF4-FFF2-40B4-BE49-F238E27FC236}">
                <a16:creationId xmlns:a16="http://schemas.microsoft.com/office/drawing/2014/main" id="{92553B3D-C75D-48D5-8718-4FFB8CB34AB0}"/>
              </a:ext>
            </a:extLst>
          </p:cNvPr>
          <p:cNvSpPr>
            <a:spLocks xmlns:a="http://schemas.openxmlformats.org/drawingml/2006/main" noGrp="1"/>
          </p:cNvSpPr>
          <p:nvPr/>
        </p:nvSpPr>
        <p:spPr>
          <a:xfrm xmlns:a="http://schemas.openxmlformats.org/drawingml/2006/main">
            <a:off x="933450" y="400050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PL/I program</a:t>
            </a:r>
          </a:p>
        </p:txBody>
      </p:sp>
      <p:sp>
        <p:nvSpPr>
          <p:cNvPr id="18" name="">
            <a:extLst xmlns:a="http://schemas.openxmlformats.org/drawingml/2006/main">
              <a:ext uri="{FF2B5EF4-FFF2-40B4-BE49-F238E27FC236}">
                <a16:creationId xmlns:a16="http://schemas.microsoft.com/office/drawing/2014/main" id="{AE5F6614-DF77-49E0-BF29-5CC55D2C0B3C}"/>
              </a:ext>
            </a:extLst>
          </p:cNvPr>
          <p:cNvSpPr>
            <a:spLocks xmlns:a="http://schemas.openxmlformats.org/drawingml/2006/main" noGrp="1"/>
          </p:cNvSpPr>
          <p:nvPr/>
        </p:nvSpPr>
        <p:spPr>
          <a:xfrm xmlns:a="http://schemas.openxmlformats.org/drawingml/2006/main">
            <a:off x="3219450" y="302895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9" name="">
            <a:extLst xmlns:a="http://schemas.openxmlformats.org/drawingml/2006/main">
              <a:ext uri="{FF2B5EF4-FFF2-40B4-BE49-F238E27FC236}">
                <a16:creationId xmlns:a16="http://schemas.microsoft.com/office/drawing/2014/main" id="{74C2F504-3762-41A9-B22E-1503012ED9D3}"/>
              </a:ext>
            </a:extLst>
          </p:cNvPr>
          <p:cNvSpPr>
            <a:spLocks xmlns:a="http://schemas.openxmlformats.org/drawingml/2006/main" noGrp="1"/>
          </p:cNvSpPr>
          <p:nvPr/>
        </p:nvSpPr>
        <p:spPr>
          <a:xfrm xmlns:a="http://schemas.openxmlformats.org/drawingml/2006/main">
            <a:off x="3314700" y="31242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CBACT04C</a:t>
            </a:r>
          </a:p>
        </p:txBody>
      </p:sp>
      <p:sp>
        <p:nvSpPr>
          <p:cNvPr id="20" name="">
            <a:extLst xmlns:a="http://schemas.openxmlformats.org/drawingml/2006/main">
              <a:ext uri="{FF2B5EF4-FFF2-40B4-BE49-F238E27FC236}">
                <a16:creationId xmlns:a16="http://schemas.microsoft.com/office/drawing/2014/main" id="{BC3EEF0D-129E-47B7-A6BB-E1E28FC28308}"/>
              </a:ext>
            </a:extLst>
          </p:cNvPr>
          <p:cNvSpPr>
            <a:spLocks xmlns:a="http://schemas.openxmlformats.org/drawingml/2006/main" noGrp="1"/>
          </p:cNvSpPr>
          <p:nvPr/>
        </p:nvSpPr>
        <p:spPr>
          <a:xfrm xmlns:a="http://schemas.openxmlformats.org/drawingml/2006/main">
            <a:off x="3314700" y="338137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COBOL program</a:t>
            </a:r>
          </a:p>
        </p:txBody>
      </p:sp>
      <p:sp>
        <p:nvSpPr>
          <p:cNvPr id="21" name="">
            <a:extLst xmlns:a="http://schemas.openxmlformats.org/drawingml/2006/main">
              <a:ext uri="{FF2B5EF4-FFF2-40B4-BE49-F238E27FC236}">
                <a16:creationId xmlns:a16="http://schemas.microsoft.com/office/drawing/2014/main" id="{A0D8201E-DB99-4B15-B02B-9FC84729B03D}"/>
              </a:ext>
            </a:extLst>
          </p:cNvPr>
          <p:cNvSpPr>
            <a:spLocks xmlns:a="http://schemas.openxmlformats.org/drawingml/2006/main" noGrp="1"/>
          </p:cNvSpPr>
          <p:nvPr/>
        </p:nvSpPr>
        <p:spPr>
          <a:xfrm xmlns:a="http://schemas.openxmlformats.org/drawingml/2006/main">
            <a:off x="3219450" y="426720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87867053-7E08-4FDF-A55F-86F22CCDF42D}"/>
              </a:ext>
            </a:extLst>
          </p:cNvPr>
          <p:cNvSpPr>
            <a:spLocks xmlns:a="http://schemas.openxmlformats.org/drawingml/2006/main" noGrp="1"/>
          </p:cNvSpPr>
          <p:nvPr/>
        </p:nvSpPr>
        <p:spPr>
          <a:xfrm xmlns:a="http://schemas.openxmlformats.org/drawingml/2006/main">
            <a:off x="3314700" y="436245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SELECT</a:t>
            </a:r>
          </a:p>
        </p:txBody>
      </p:sp>
      <p:sp>
        <p:nvSpPr>
          <p:cNvPr id="23" name="">
            <a:extLst xmlns:a="http://schemas.openxmlformats.org/drawingml/2006/main">
              <a:ext uri="{FF2B5EF4-FFF2-40B4-BE49-F238E27FC236}">
                <a16:creationId xmlns:a16="http://schemas.microsoft.com/office/drawing/2014/main" id="{46E1EB9C-726B-4BF9-871F-80BD714CB9D2}"/>
              </a:ext>
            </a:extLst>
          </p:cNvPr>
          <p:cNvSpPr>
            <a:spLocks xmlns:a="http://schemas.openxmlformats.org/drawingml/2006/main" noGrp="1"/>
          </p:cNvSpPr>
          <p:nvPr/>
        </p:nvSpPr>
        <p:spPr>
          <a:xfrm xmlns:a="http://schemas.openxmlformats.org/drawingml/2006/main">
            <a:off x="3314700" y="46196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Db2 SQL statement</a:t>
            </a:r>
          </a:p>
        </p:txBody>
      </p:sp>
      <p:sp>
        <p:nvSpPr>
          <p:cNvPr id="24" name="">
            <a:extLst xmlns:a="http://schemas.openxmlformats.org/drawingml/2006/main">
              <a:ext uri="{FF2B5EF4-FFF2-40B4-BE49-F238E27FC236}">
                <a16:creationId xmlns:a16="http://schemas.microsoft.com/office/drawing/2014/main" id="{9C590647-0A48-44C8-8B24-EDB63F6DFC9C}"/>
              </a:ext>
            </a:extLst>
          </p:cNvPr>
          <p:cNvSpPr>
            <a:spLocks xmlns:a="http://schemas.openxmlformats.org/drawingml/2006/main" noGrp="1"/>
          </p:cNvSpPr>
          <p:nvPr/>
        </p:nvSpPr>
        <p:spPr>
          <a:xfrm xmlns:a="http://schemas.openxmlformats.org/drawingml/2006/main">
            <a:off x="5600700" y="302895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5" name="">
            <a:extLst xmlns:a="http://schemas.openxmlformats.org/drawingml/2006/main">
              <a:ext uri="{FF2B5EF4-FFF2-40B4-BE49-F238E27FC236}">
                <a16:creationId xmlns:a16="http://schemas.microsoft.com/office/drawing/2014/main" id="{69B4EB22-20D4-4F37-8242-5D9DD26FF704}"/>
              </a:ext>
            </a:extLst>
          </p:cNvPr>
          <p:cNvSpPr>
            <a:spLocks xmlns:a="http://schemas.openxmlformats.org/drawingml/2006/main" noGrp="1"/>
          </p:cNvSpPr>
          <p:nvPr/>
        </p:nvSpPr>
        <p:spPr>
          <a:xfrm xmlns:a="http://schemas.openxmlformats.org/drawingml/2006/main">
            <a:off x="5695950" y="31242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Evidence</a:t>
            </a:r>
          </a:p>
        </p:txBody>
      </p:sp>
      <p:sp>
        <p:nvSpPr>
          <p:cNvPr id="26" name="">
            <a:extLst xmlns:a="http://schemas.openxmlformats.org/drawingml/2006/main">
              <a:ext uri="{FF2B5EF4-FFF2-40B4-BE49-F238E27FC236}">
                <a16:creationId xmlns:a16="http://schemas.microsoft.com/office/drawing/2014/main" id="{526E01DD-44CC-4E90-BD26-915900434A39}"/>
              </a:ext>
            </a:extLst>
          </p:cNvPr>
          <p:cNvSpPr>
            <a:spLocks xmlns:a="http://schemas.openxmlformats.org/drawingml/2006/main" noGrp="1"/>
          </p:cNvSpPr>
          <p:nvPr/>
        </p:nvSpPr>
        <p:spPr>
          <a:xfrm xmlns:a="http://schemas.openxmlformats.org/drawingml/2006/main">
            <a:off x="5695950" y="338137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source capsules + hash</a:t>
            </a:r>
          </a:p>
        </p:txBody>
      </p:sp>
      <p:sp>
        <p:nvSpPr>
          <p:cNvPr id="27" name="">
            <a:extLst xmlns:a="http://schemas.openxmlformats.org/drawingml/2006/main">
              <a:ext uri="{FF2B5EF4-FFF2-40B4-BE49-F238E27FC236}">
                <a16:creationId xmlns:a16="http://schemas.microsoft.com/office/drawing/2014/main" id="{5C6183A2-1F99-46BB-943C-462F1DC1F38B}"/>
              </a:ext>
            </a:extLst>
          </p:cNvPr>
          <p:cNvSpPr>
            <a:spLocks xmlns:a="http://schemas.openxmlformats.org/drawingml/2006/main" noGrp="1"/>
          </p:cNvSpPr>
          <p:nvPr/>
        </p:nvSpPr>
        <p:spPr>
          <a:xfrm xmlns:a="http://schemas.openxmlformats.org/drawingml/2006/main">
            <a:off x="5600700" y="426720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8" name="">
            <a:extLst xmlns:a="http://schemas.openxmlformats.org/drawingml/2006/main">
              <a:ext uri="{FF2B5EF4-FFF2-40B4-BE49-F238E27FC236}">
                <a16:creationId xmlns:a16="http://schemas.microsoft.com/office/drawing/2014/main" id="{45F8F200-0473-46BD-AB73-A1E1CDC8DFC3}"/>
              </a:ext>
            </a:extLst>
          </p:cNvPr>
          <p:cNvSpPr>
            <a:spLocks xmlns:a="http://schemas.openxmlformats.org/drawingml/2006/main" noGrp="1"/>
          </p:cNvSpPr>
          <p:nvPr/>
        </p:nvSpPr>
        <p:spPr>
          <a:xfrm xmlns:a="http://schemas.openxmlformats.org/drawingml/2006/main">
            <a:off x="5695950" y="436245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AUTHFRDS</a:t>
            </a:r>
          </a:p>
        </p:txBody>
      </p:sp>
      <p:sp>
        <p:nvSpPr>
          <p:cNvPr id="29" name="">
            <a:extLst xmlns:a="http://schemas.openxmlformats.org/drawingml/2006/main">
              <a:ext uri="{FF2B5EF4-FFF2-40B4-BE49-F238E27FC236}">
                <a16:creationId xmlns:a16="http://schemas.microsoft.com/office/drawing/2014/main" id="{E3F79F3E-2B2A-4494-8123-2302E3EFDC30}"/>
              </a:ext>
            </a:extLst>
          </p:cNvPr>
          <p:cNvSpPr>
            <a:spLocks xmlns:a="http://schemas.openxmlformats.org/drawingml/2006/main" noGrp="1"/>
          </p:cNvSpPr>
          <p:nvPr/>
        </p:nvSpPr>
        <p:spPr>
          <a:xfrm xmlns:a="http://schemas.openxmlformats.org/drawingml/2006/main">
            <a:off x="5695950" y="46196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Db2 table</a:t>
            </a:r>
          </a:p>
        </p:txBody>
      </p:sp>
      <p:cxnSp>
        <p:nvCxnSpPr>
          <p:cNvPr id="206" name=""/>
          <p:cNvCxnSpPr>
            <a:stCxn xmlns:a="http://schemas.openxmlformats.org/drawingml/2006/main" id="15" idx="3"/>
            <a:endCxn xmlns:a="http://schemas.openxmlformats.org/drawingml/2006/main" id="18" idx="1"/>
          </p:cNvCxnSpPr>
          <p:nvPr/>
        </p:nvCxnSpPr>
        <p:spPr>
          <a:xfrm xmlns:a="http://schemas.openxmlformats.org/drawingml/2006/main" flipV="1">
            <a:off x="2266950" y="3343275"/>
            <a:ext cx="952500" cy="619125"/>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7" name=""/>
          <p:cNvCxnSpPr>
            <a:stCxn xmlns:a="http://schemas.openxmlformats.org/drawingml/2006/main" id="15" idx="3"/>
            <a:endCxn xmlns:a="http://schemas.openxmlformats.org/drawingml/2006/main" id="21" idx="1"/>
          </p:cNvCxnSpPr>
          <p:nvPr/>
        </p:nvCxnSpPr>
        <p:spPr>
          <a:xfrm xmlns:a="http://schemas.openxmlformats.org/drawingml/2006/main">
            <a:off x="2266950" y="3962400"/>
            <a:ext cx="952500" cy="619125"/>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8" name=""/>
          <p:cNvCxnSpPr>
            <a:stCxn xmlns:a="http://schemas.openxmlformats.org/drawingml/2006/main" id="18" idx="3"/>
            <a:endCxn xmlns:a="http://schemas.openxmlformats.org/drawingml/2006/main" id="24" idx="1"/>
          </p:cNvCxnSpPr>
          <p:nvPr/>
        </p:nvCxnSpPr>
        <p:spPr>
          <a:xfrm xmlns:a="http://schemas.openxmlformats.org/drawingml/2006/main">
            <a:off x="4743450" y="3343275"/>
            <a:ext cx="857250" cy="0"/>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9" name=""/>
          <p:cNvCxnSpPr>
            <a:stCxn xmlns:a="http://schemas.openxmlformats.org/drawingml/2006/main" id="21" idx="3"/>
            <a:endCxn xmlns:a="http://schemas.openxmlformats.org/drawingml/2006/main" id="27" idx="1"/>
          </p:cNvCxnSpPr>
          <p:nvPr/>
        </p:nvCxnSpPr>
        <p:spPr>
          <a:xfrm xmlns:a="http://schemas.openxmlformats.org/drawingml/2006/main">
            <a:off x="4743450" y="4581525"/>
            <a:ext cx="857250" cy="0"/>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sp>
        <p:nvSpPr>
          <p:cNvPr id="34" name="">
            <a:extLst xmlns:a="http://schemas.openxmlformats.org/drawingml/2006/main">
              <a:ext uri="{FF2B5EF4-FFF2-40B4-BE49-F238E27FC236}">
                <a16:creationId xmlns:a16="http://schemas.microsoft.com/office/drawing/2014/main" id="{DDD6DF75-A87D-4A6F-B88A-FFA65D269916}"/>
              </a:ext>
            </a:extLst>
          </p:cNvPr>
          <p:cNvSpPr>
            <a:spLocks xmlns:a="http://schemas.openxmlformats.org/drawingml/2006/main" noGrp="1"/>
          </p:cNvSpPr>
          <p:nvPr/>
        </p:nvSpPr>
        <p:spPr>
          <a:xfrm xmlns:a="http://schemas.openxmlformats.org/drawingml/2006/main">
            <a:off x="2400300" y="3286125"/>
            <a:ext cx="723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CALLS</a:t>
            </a:r>
          </a:p>
        </p:txBody>
      </p:sp>
      <p:sp>
        <p:nvSpPr>
          <p:cNvPr id="35" name="">
            <a:extLst xmlns:a="http://schemas.openxmlformats.org/drawingml/2006/main">
              <a:ext uri="{FF2B5EF4-FFF2-40B4-BE49-F238E27FC236}">
                <a16:creationId xmlns:a16="http://schemas.microsoft.com/office/drawing/2014/main" id="{8EAE0BA9-AF50-4B43-B11E-2749C18A00B6}"/>
              </a:ext>
            </a:extLst>
          </p:cNvPr>
          <p:cNvSpPr>
            <a:spLocks xmlns:a="http://schemas.openxmlformats.org/drawingml/2006/main" noGrp="1"/>
          </p:cNvSpPr>
          <p:nvPr/>
        </p:nvSpPr>
        <p:spPr>
          <a:xfrm xmlns:a="http://schemas.openxmlformats.org/drawingml/2006/main">
            <a:off x="2305050" y="445770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ISSUES_SQL</a:t>
            </a:r>
          </a:p>
        </p:txBody>
      </p:sp>
      <p:sp>
        <p:nvSpPr>
          <p:cNvPr id="36" name="">
            <a:extLst xmlns:a="http://schemas.openxmlformats.org/drawingml/2006/main">
              <a:ext uri="{FF2B5EF4-FFF2-40B4-BE49-F238E27FC236}">
                <a16:creationId xmlns:a16="http://schemas.microsoft.com/office/drawing/2014/main" id="{F3C5E6AD-ECE1-416F-961F-A00AEEEE66F3}"/>
              </a:ext>
            </a:extLst>
          </p:cNvPr>
          <p:cNvSpPr>
            <a:spLocks xmlns:a="http://schemas.openxmlformats.org/drawingml/2006/main" noGrp="1"/>
          </p:cNvSpPr>
          <p:nvPr/>
        </p:nvSpPr>
        <p:spPr>
          <a:xfrm xmlns:a="http://schemas.openxmlformats.org/drawingml/2006/main">
            <a:off x="4838700" y="445770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READS</a:t>
            </a:r>
          </a:p>
        </p:txBody>
      </p:sp>
      <p:sp>
        <p:nvSpPr>
          <p:cNvPr id="37" name="">
            <a:extLst xmlns:a="http://schemas.openxmlformats.org/drawingml/2006/main">
              <a:ext uri="{FF2B5EF4-FFF2-40B4-BE49-F238E27FC236}">
                <a16:creationId xmlns:a16="http://schemas.microsoft.com/office/drawing/2014/main" id="{486E0FCB-63D4-4210-825A-B4E8FBC7088E}"/>
              </a:ext>
            </a:extLst>
          </p:cNvPr>
          <p:cNvSpPr>
            <a:spLocks xmlns:a="http://schemas.openxmlformats.org/drawingml/2006/main" noGrp="1"/>
          </p:cNvSpPr>
          <p:nvPr/>
        </p:nvSpPr>
        <p:spPr>
          <a:xfrm xmlns:a="http://schemas.openxmlformats.org/drawingml/2006/main">
            <a:off x="7429500" y="2228850"/>
            <a:ext cx="4152900" cy="3467100"/>
          </a:xfrm>
          <a:prstGeom xmlns:a="http://schemas.openxmlformats.org/drawingml/2006/main" prst="roundRect">
            <a:avLst>
              <a:gd name="adj" fmla="val 3297"/>
            </a:avLst>
          </a:prstGeom>
          <a:solidFill xmlns:a="http://schemas.openxmlformats.org/drawingml/2006/main">
            <a:srgbClr val="17130D"/>
          </a:solidFill>
          <a:ln xmlns:a="http://schemas.openxmlformats.org/drawingml/2006/main" w="9525">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8" name="">
            <a:extLst xmlns:a="http://schemas.openxmlformats.org/drawingml/2006/main">
              <a:ext uri="{FF2B5EF4-FFF2-40B4-BE49-F238E27FC236}">
                <a16:creationId xmlns:a16="http://schemas.microsoft.com/office/drawing/2014/main" id="{0CCD6CF5-391A-429D-AE7C-267C34E9A231}"/>
              </a:ext>
            </a:extLst>
          </p:cNvPr>
          <p:cNvSpPr>
            <a:spLocks xmlns:a="http://schemas.openxmlformats.org/drawingml/2006/main" noGrp="1"/>
          </p:cNvSpPr>
          <p:nvPr/>
        </p:nvSpPr>
        <p:spPr>
          <a:xfrm xmlns:a="http://schemas.openxmlformats.org/drawingml/2006/main">
            <a:off x="7581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9" name="">
            <a:extLst xmlns:a="http://schemas.openxmlformats.org/drawingml/2006/main">
              <a:ext uri="{FF2B5EF4-FFF2-40B4-BE49-F238E27FC236}">
                <a16:creationId xmlns:a16="http://schemas.microsoft.com/office/drawing/2014/main" id="{7A8D01A5-3334-459F-998E-647E079ED6C0}"/>
              </a:ext>
            </a:extLst>
          </p:cNvPr>
          <p:cNvSpPr>
            <a:spLocks xmlns:a="http://schemas.openxmlformats.org/drawingml/2006/main" noGrp="1"/>
          </p:cNvSpPr>
          <p:nvPr/>
        </p:nvSpPr>
        <p:spPr>
          <a:xfrm xmlns:a="http://schemas.openxmlformats.org/drawingml/2006/main">
            <a:off x="7620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Inspector</a:t>
            </a:r>
          </a:p>
        </p:txBody>
      </p:sp>
      <p:sp>
        <p:nvSpPr>
          <p:cNvPr id="40" name="">
            <a:extLst xmlns:a="http://schemas.openxmlformats.org/drawingml/2006/main">
              <a:ext uri="{FF2B5EF4-FFF2-40B4-BE49-F238E27FC236}">
                <a16:creationId xmlns:a16="http://schemas.microsoft.com/office/drawing/2014/main" id="{52E40D80-3C80-4D5F-8F38-577374766F96}"/>
              </a:ext>
            </a:extLst>
          </p:cNvPr>
          <p:cNvSpPr>
            <a:spLocks xmlns:a="http://schemas.openxmlformats.org/drawingml/2006/main" noGrp="1"/>
          </p:cNvSpPr>
          <p:nvPr/>
        </p:nvSpPr>
        <p:spPr>
          <a:xfrm xmlns:a="http://schemas.openxmlformats.org/drawingml/2006/main">
            <a:off x="8343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1" name="">
            <a:extLst xmlns:a="http://schemas.openxmlformats.org/drawingml/2006/main">
              <a:ext uri="{FF2B5EF4-FFF2-40B4-BE49-F238E27FC236}">
                <a16:creationId xmlns:a16="http://schemas.microsoft.com/office/drawing/2014/main" id="{85C56DE9-2AA6-433C-B4E1-1785A9FDB2F9}"/>
              </a:ext>
            </a:extLst>
          </p:cNvPr>
          <p:cNvSpPr>
            <a:spLocks xmlns:a="http://schemas.openxmlformats.org/drawingml/2006/main" noGrp="1"/>
          </p:cNvSpPr>
          <p:nvPr/>
        </p:nvSpPr>
        <p:spPr>
          <a:xfrm xmlns:a="http://schemas.openxmlformats.org/drawingml/2006/main">
            <a:off x="8382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Ask graph</a:t>
            </a:r>
          </a:p>
        </p:txBody>
      </p:sp>
      <p:sp>
        <p:nvSpPr>
          <p:cNvPr id="42" name="">
            <a:extLst xmlns:a="http://schemas.openxmlformats.org/drawingml/2006/main">
              <a:ext uri="{FF2B5EF4-FFF2-40B4-BE49-F238E27FC236}">
                <a16:creationId xmlns:a16="http://schemas.microsoft.com/office/drawing/2014/main" id="{3CA0FCDA-9845-4840-8410-2B49326A71A7}"/>
              </a:ext>
            </a:extLst>
          </p:cNvPr>
          <p:cNvSpPr>
            <a:spLocks xmlns:a="http://schemas.openxmlformats.org/drawingml/2006/main" noGrp="1"/>
          </p:cNvSpPr>
          <p:nvPr/>
        </p:nvSpPr>
        <p:spPr>
          <a:xfrm xmlns:a="http://schemas.openxmlformats.org/drawingml/2006/main">
            <a:off x="9105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3" name="">
            <a:extLst xmlns:a="http://schemas.openxmlformats.org/drawingml/2006/main">
              <a:ext uri="{FF2B5EF4-FFF2-40B4-BE49-F238E27FC236}">
                <a16:creationId xmlns:a16="http://schemas.microsoft.com/office/drawing/2014/main" id="{DDD37F9A-8676-43D2-892D-9A976067A004}"/>
              </a:ext>
            </a:extLst>
          </p:cNvPr>
          <p:cNvSpPr>
            <a:spLocks xmlns:a="http://schemas.openxmlformats.org/drawingml/2006/main" noGrp="1"/>
          </p:cNvSpPr>
          <p:nvPr/>
        </p:nvSpPr>
        <p:spPr>
          <a:xfrm xmlns:a="http://schemas.openxmlformats.org/drawingml/2006/main">
            <a:off x="9144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Factory</a:t>
            </a:r>
          </a:p>
        </p:txBody>
      </p:sp>
      <p:sp>
        <p:nvSpPr>
          <p:cNvPr id="44" name="">
            <a:extLst xmlns:a="http://schemas.openxmlformats.org/drawingml/2006/main">
              <a:ext uri="{FF2B5EF4-FFF2-40B4-BE49-F238E27FC236}">
                <a16:creationId xmlns:a16="http://schemas.microsoft.com/office/drawing/2014/main" id="{A6E7CCB7-6B74-4FD1-8012-571819B3D5CC}"/>
              </a:ext>
            </a:extLst>
          </p:cNvPr>
          <p:cNvSpPr>
            <a:spLocks xmlns:a="http://schemas.openxmlformats.org/drawingml/2006/main" noGrp="1"/>
          </p:cNvSpPr>
          <p:nvPr/>
        </p:nvSpPr>
        <p:spPr>
          <a:xfrm xmlns:a="http://schemas.openxmlformats.org/drawingml/2006/main">
            <a:off x="9867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5" name="">
            <a:extLst xmlns:a="http://schemas.openxmlformats.org/drawingml/2006/main">
              <a:ext uri="{FF2B5EF4-FFF2-40B4-BE49-F238E27FC236}">
                <a16:creationId xmlns:a16="http://schemas.microsoft.com/office/drawing/2014/main" id="{5287590C-C783-4F46-AE5A-69FFFE767DA7}"/>
              </a:ext>
            </a:extLst>
          </p:cNvPr>
          <p:cNvSpPr>
            <a:spLocks xmlns:a="http://schemas.openxmlformats.org/drawingml/2006/main" noGrp="1"/>
          </p:cNvSpPr>
          <p:nvPr/>
        </p:nvSpPr>
        <p:spPr>
          <a:xfrm xmlns:a="http://schemas.openxmlformats.org/drawingml/2006/main">
            <a:off x="9906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Portfolio</a:t>
            </a:r>
          </a:p>
        </p:txBody>
      </p:sp>
      <p:sp>
        <p:nvSpPr>
          <p:cNvPr id="46" name="">
            <a:extLst xmlns:a="http://schemas.openxmlformats.org/drawingml/2006/main">
              <a:ext uri="{FF2B5EF4-FFF2-40B4-BE49-F238E27FC236}">
                <a16:creationId xmlns:a16="http://schemas.microsoft.com/office/drawing/2014/main" id="{87BA6449-DC8A-495F-A765-F762B59ABCD7}"/>
              </a:ext>
            </a:extLst>
          </p:cNvPr>
          <p:cNvSpPr>
            <a:spLocks xmlns:a="http://schemas.openxmlformats.org/drawingml/2006/main" noGrp="1"/>
          </p:cNvSpPr>
          <p:nvPr/>
        </p:nvSpPr>
        <p:spPr>
          <a:xfrm xmlns:a="http://schemas.openxmlformats.org/drawingml/2006/main">
            <a:off x="10629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7" name="">
            <a:extLst xmlns:a="http://schemas.openxmlformats.org/drawingml/2006/main">
              <a:ext uri="{FF2B5EF4-FFF2-40B4-BE49-F238E27FC236}">
                <a16:creationId xmlns:a16="http://schemas.microsoft.com/office/drawing/2014/main" id="{311443B5-D171-42B2-848B-2347DBE85455}"/>
              </a:ext>
            </a:extLst>
          </p:cNvPr>
          <p:cNvSpPr>
            <a:spLocks xmlns:a="http://schemas.openxmlformats.org/drawingml/2006/main" noGrp="1"/>
          </p:cNvSpPr>
          <p:nvPr/>
        </p:nvSpPr>
        <p:spPr>
          <a:xfrm xmlns:a="http://schemas.openxmlformats.org/drawingml/2006/main">
            <a:off x="10668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Recovery</a:t>
            </a:r>
          </a:p>
        </p:txBody>
      </p:sp>
      <p:sp>
        <p:nvSpPr>
          <p:cNvPr id="48" name="">
            <a:extLst xmlns:a="http://schemas.openxmlformats.org/drawingml/2006/main">
              <a:ext uri="{FF2B5EF4-FFF2-40B4-BE49-F238E27FC236}">
                <a16:creationId xmlns:a16="http://schemas.microsoft.com/office/drawing/2014/main" id="{269D2E71-1FF5-4ACE-95BA-3FC15A1AF9E1}"/>
              </a:ext>
            </a:extLst>
          </p:cNvPr>
          <p:cNvSpPr>
            <a:spLocks xmlns:a="http://schemas.openxmlformats.org/drawingml/2006/main" noGrp="1"/>
          </p:cNvSpPr>
          <p:nvPr/>
        </p:nvSpPr>
        <p:spPr>
          <a:xfrm xmlns:a="http://schemas.openxmlformats.org/drawingml/2006/main">
            <a:off x="7581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9" name="">
            <a:extLst xmlns:a="http://schemas.openxmlformats.org/drawingml/2006/main">
              <a:ext uri="{FF2B5EF4-FFF2-40B4-BE49-F238E27FC236}">
                <a16:creationId xmlns:a16="http://schemas.microsoft.com/office/drawing/2014/main" id="{4E0B480B-6D45-4F78-BD12-79F1641400A7}"/>
              </a:ext>
            </a:extLst>
          </p:cNvPr>
          <p:cNvSpPr>
            <a:spLocks xmlns:a="http://schemas.openxmlformats.org/drawingml/2006/main" noGrp="1"/>
          </p:cNvSpPr>
          <p:nvPr/>
        </p:nvSpPr>
        <p:spPr>
          <a:xfrm xmlns:a="http://schemas.openxmlformats.org/drawingml/2006/main">
            <a:off x="7620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Quality</a:t>
            </a:r>
          </a:p>
        </p:txBody>
      </p:sp>
      <p:sp>
        <p:nvSpPr>
          <p:cNvPr id="50" name="">
            <a:extLst xmlns:a="http://schemas.openxmlformats.org/drawingml/2006/main">
              <a:ext uri="{FF2B5EF4-FFF2-40B4-BE49-F238E27FC236}">
                <a16:creationId xmlns:a16="http://schemas.microsoft.com/office/drawing/2014/main" id="{472435DB-5814-4DF4-8B77-81881B32F5A5}"/>
              </a:ext>
            </a:extLst>
          </p:cNvPr>
          <p:cNvSpPr>
            <a:spLocks xmlns:a="http://schemas.openxmlformats.org/drawingml/2006/main" noGrp="1"/>
          </p:cNvSpPr>
          <p:nvPr/>
        </p:nvSpPr>
        <p:spPr>
          <a:xfrm xmlns:a="http://schemas.openxmlformats.org/drawingml/2006/main">
            <a:off x="8343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1" name="">
            <a:extLst xmlns:a="http://schemas.openxmlformats.org/drawingml/2006/main">
              <a:ext uri="{FF2B5EF4-FFF2-40B4-BE49-F238E27FC236}">
                <a16:creationId xmlns:a16="http://schemas.microsoft.com/office/drawing/2014/main" id="{A1E53A0A-5EA9-457B-8B79-2F077D68DB11}"/>
              </a:ext>
            </a:extLst>
          </p:cNvPr>
          <p:cNvSpPr>
            <a:spLocks xmlns:a="http://schemas.openxmlformats.org/drawingml/2006/main" noGrp="1"/>
          </p:cNvSpPr>
          <p:nvPr/>
        </p:nvSpPr>
        <p:spPr>
          <a:xfrm xmlns:a="http://schemas.openxmlformats.org/drawingml/2006/main">
            <a:off x="8382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Memory</a:t>
            </a:r>
          </a:p>
        </p:txBody>
      </p:sp>
      <p:sp>
        <p:nvSpPr>
          <p:cNvPr id="52" name="">
            <a:extLst xmlns:a="http://schemas.openxmlformats.org/drawingml/2006/main">
              <a:ext uri="{FF2B5EF4-FFF2-40B4-BE49-F238E27FC236}">
                <a16:creationId xmlns:a16="http://schemas.microsoft.com/office/drawing/2014/main" id="{FA067263-1490-466E-B86D-AB5BDF593A35}"/>
              </a:ext>
            </a:extLst>
          </p:cNvPr>
          <p:cNvSpPr>
            <a:spLocks xmlns:a="http://schemas.openxmlformats.org/drawingml/2006/main" noGrp="1"/>
          </p:cNvSpPr>
          <p:nvPr/>
        </p:nvSpPr>
        <p:spPr>
          <a:xfrm xmlns:a="http://schemas.openxmlformats.org/drawingml/2006/main">
            <a:off x="9105900" y="2667000"/>
            <a:ext cx="704850" cy="228600"/>
          </a:xfrm>
          <a:prstGeom xmlns:a="http://schemas.openxmlformats.org/drawingml/2006/main" prst="roundRect">
            <a:avLst>
              <a:gd name="adj" fmla="val 50000"/>
            </a:avLst>
          </a:prstGeom>
          <a:solidFill xmlns:a="http://schemas.openxmlformats.org/drawingml/2006/main">
            <a:srgbClr val="F2B84B"/>
          </a:solidFill>
          <a:ln xmlns:a="http://schemas.openxmlformats.org/drawingml/2006/main" w="762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53" name="">
            <a:extLst xmlns:a="http://schemas.openxmlformats.org/drawingml/2006/main">
              <a:ext uri="{FF2B5EF4-FFF2-40B4-BE49-F238E27FC236}">
                <a16:creationId xmlns:a16="http://schemas.microsoft.com/office/drawing/2014/main" id="{174FD1DD-55D6-4516-A416-307D7805D424}"/>
              </a:ext>
            </a:extLst>
          </p:cNvPr>
          <p:cNvSpPr>
            <a:spLocks xmlns:a="http://schemas.openxmlformats.org/drawingml/2006/main" noGrp="1"/>
          </p:cNvSpPr>
          <p:nvPr/>
        </p:nvSpPr>
        <p:spPr>
          <a:xfrm xmlns:a="http://schemas.openxmlformats.org/drawingml/2006/main">
            <a:off x="9144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1" i="0">
                <a:solidFill>
                  <a:srgbClr val="050505"/>
                </a:solidFill>
              </a:defRPr>
            </a:pPr>
            <a:r>
              <a:rPr sz="600" b="1" i="0">
                <a:solidFill>
                  <a:srgbClr val="050505"/>
                </a:solidFill>
              </a:rPr>
              <a:t>Data</a:t>
            </a:r>
          </a:p>
        </p:txBody>
      </p:sp>
      <p:sp>
        <p:nvSpPr>
          <p:cNvPr id="54" name="">
            <a:extLst xmlns:a="http://schemas.openxmlformats.org/drawingml/2006/main">
              <a:ext uri="{FF2B5EF4-FFF2-40B4-BE49-F238E27FC236}">
                <a16:creationId xmlns:a16="http://schemas.microsoft.com/office/drawing/2014/main" id="{2803E025-B0A1-4C71-87E0-783F8FCC0EF8}"/>
              </a:ext>
            </a:extLst>
          </p:cNvPr>
          <p:cNvSpPr>
            <a:spLocks xmlns:a="http://schemas.openxmlformats.org/drawingml/2006/main" noGrp="1"/>
          </p:cNvSpPr>
          <p:nvPr/>
        </p:nvSpPr>
        <p:spPr>
          <a:xfrm xmlns:a="http://schemas.openxmlformats.org/drawingml/2006/main">
            <a:off x="9867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5" name="">
            <a:extLst xmlns:a="http://schemas.openxmlformats.org/drawingml/2006/main">
              <a:ext uri="{FF2B5EF4-FFF2-40B4-BE49-F238E27FC236}">
                <a16:creationId xmlns:a16="http://schemas.microsoft.com/office/drawing/2014/main" id="{EA43B4FB-F129-430D-84D4-F3F5F451B08C}"/>
              </a:ext>
            </a:extLst>
          </p:cNvPr>
          <p:cNvSpPr>
            <a:spLocks xmlns:a="http://schemas.openxmlformats.org/drawingml/2006/main" noGrp="1"/>
          </p:cNvSpPr>
          <p:nvPr/>
        </p:nvSpPr>
        <p:spPr>
          <a:xfrm xmlns:a="http://schemas.openxmlformats.org/drawingml/2006/main">
            <a:off x="9906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Runtime</a:t>
            </a:r>
          </a:p>
        </p:txBody>
      </p:sp>
      <p:sp>
        <p:nvSpPr>
          <p:cNvPr id="56" name="">
            <a:extLst xmlns:a="http://schemas.openxmlformats.org/drawingml/2006/main">
              <a:ext uri="{FF2B5EF4-FFF2-40B4-BE49-F238E27FC236}">
                <a16:creationId xmlns:a16="http://schemas.microsoft.com/office/drawing/2014/main" id="{C87AC7EB-3E04-4D91-954F-E6514EEDA841}"/>
              </a:ext>
            </a:extLst>
          </p:cNvPr>
          <p:cNvSpPr>
            <a:spLocks xmlns:a="http://schemas.openxmlformats.org/drawingml/2006/main" noGrp="1"/>
          </p:cNvSpPr>
          <p:nvPr/>
        </p:nvSpPr>
        <p:spPr>
          <a:xfrm xmlns:a="http://schemas.openxmlformats.org/drawingml/2006/main">
            <a:off x="10629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7" name="">
            <a:extLst xmlns:a="http://schemas.openxmlformats.org/drawingml/2006/main">
              <a:ext uri="{FF2B5EF4-FFF2-40B4-BE49-F238E27FC236}">
                <a16:creationId xmlns:a16="http://schemas.microsoft.com/office/drawing/2014/main" id="{89BB60FA-041C-4DE7-AEB6-A8379B464E8F}"/>
              </a:ext>
            </a:extLst>
          </p:cNvPr>
          <p:cNvSpPr>
            <a:spLocks xmlns:a="http://schemas.openxmlformats.org/drawingml/2006/main" noGrp="1"/>
          </p:cNvSpPr>
          <p:nvPr/>
        </p:nvSpPr>
        <p:spPr>
          <a:xfrm xmlns:a="http://schemas.openxmlformats.org/drawingml/2006/main">
            <a:off x="10668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Audit</a:t>
            </a:r>
          </a:p>
        </p:txBody>
      </p:sp>
      <p:sp>
        <p:nvSpPr>
          <p:cNvPr id="58" name="">
            <a:extLst xmlns:a="http://schemas.openxmlformats.org/drawingml/2006/main">
              <a:ext uri="{FF2B5EF4-FFF2-40B4-BE49-F238E27FC236}">
                <a16:creationId xmlns:a16="http://schemas.microsoft.com/office/drawing/2014/main" id="{9E63EC02-610D-49FF-AA01-FCF0CDB5AA86}"/>
              </a:ext>
            </a:extLst>
          </p:cNvPr>
          <p:cNvSpPr>
            <a:spLocks xmlns:a="http://schemas.openxmlformats.org/drawingml/2006/main" noGrp="1"/>
          </p:cNvSpPr>
          <p:nvPr/>
        </p:nvSpPr>
        <p:spPr>
          <a:xfrm xmlns:a="http://schemas.openxmlformats.org/drawingml/2006/main">
            <a:off x="7639050" y="3105150"/>
            <a:ext cx="3619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DATA MODERNIZATION PROOF CELL</a:t>
            </a:r>
          </a:p>
        </p:txBody>
      </p:sp>
      <p:sp>
        <p:nvSpPr>
          <p:cNvPr id="59" name="">
            <a:extLst xmlns:a="http://schemas.openxmlformats.org/drawingml/2006/main">
              <a:ext uri="{FF2B5EF4-FFF2-40B4-BE49-F238E27FC236}">
                <a16:creationId xmlns:a16="http://schemas.microsoft.com/office/drawing/2014/main" id="{FB9F8648-FB3D-435F-BD2B-56A6BAB458E7}"/>
              </a:ext>
            </a:extLst>
          </p:cNvPr>
          <p:cNvSpPr>
            <a:spLocks xmlns:a="http://schemas.openxmlformats.org/drawingml/2006/main" noGrp="1"/>
          </p:cNvSpPr>
          <p:nvPr/>
        </p:nvSpPr>
        <p:spPr>
          <a:xfrm xmlns:a="http://schemas.openxmlformats.org/drawingml/2006/main">
            <a:off x="7639050" y="3352800"/>
            <a:ext cx="361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F8F4EC"/>
                </a:solidFill>
              </a:defRPr>
            </a:pPr>
            <a:r>
              <a:rPr sz="1650" b="1" i="0">
                <a:solidFill>
                  <a:srgbClr val="F8F4EC"/>
                </a:solidFill>
              </a:rPr>
              <a:t>Db2 lineage meets multi-target equivalence</a:t>
            </a:r>
          </a:p>
        </p:txBody>
      </p:sp>
      <p:sp>
        <p:nvSpPr>
          <p:cNvPr id="60" name="">
            <a:extLst xmlns:a="http://schemas.openxmlformats.org/drawingml/2006/main">
              <a:ext uri="{FF2B5EF4-FFF2-40B4-BE49-F238E27FC236}">
                <a16:creationId xmlns:a16="http://schemas.microsoft.com/office/drawing/2014/main" id="{A82F2723-01E6-4BD2-A173-8CEEE5C53259}"/>
              </a:ext>
            </a:extLst>
          </p:cNvPr>
          <p:cNvSpPr>
            <a:spLocks xmlns:a="http://schemas.openxmlformats.org/drawingml/2006/main" noGrp="1"/>
          </p:cNvSpPr>
          <p:nvPr/>
        </p:nvSpPr>
        <p:spPr>
          <a:xfrm xmlns:a="http://schemas.openxmlformats.org/drawingml/2006/main">
            <a:off x="7658100" y="4048125"/>
            <a:ext cx="228600" cy="228600"/>
          </a:xfrm>
          <a:prstGeom xmlns:a="http://schemas.openxmlformats.org/drawingml/2006/main" prst="ellipse">
            <a:avLst/>
          </a:prstGeom>
          <a:solidFill xmlns:a="http://schemas.openxmlformats.org/drawingml/2006/main">
            <a:srgbClr val="F2B84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1" name="">
            <a:extLst xmlns:a="http://schemas.openxmlformats.org/drawingml/2006/main">
              <a:ext uri="{FF2B5EF4-FFF2-40B4-BE49-F238E27FC236}">
                <a16:creationId xmlns:a16="http://schemas.microsoft.com/office/drawing/2014/main" id="{A568A945-DD6B-4AC6-A6F6-A47A9D3D23FD}"/>
              </a:ext>
            </a:extLst>
          </p:cNvPr>
          <p:cNvSpPr>
            <a:spLocks xmlns:a="http://schemas.openxmlformats.org/drawingml/2006/main" noGrp="1"/>
          </p:cNvSpPr>
          <p:nvPr/>
        </p:nvSpPr>
        <p:spPr>
          <a:xfrm xmlns:a="http://schemas.openxmlformats.org/drawingml/2006/main">
            <a:off x="7658100" y="410527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050505"/>
                </a:solidFill>
              </a:defRPr>
            </a:pPr>
            <a:r>
              <a:rPr sz="675" b="1" i="0">
                <a:solidFill>
                  <a:srgbClr val="050505"/>
                </a:solidFill>
              </a:rPr>
              <a:t>1</a:t>
            </a:r>
          </a:p>
        </p:txBody>
      </p:sp>
      <p:sp>
        <p:nvSpPr>
          <p:cNvPr id="62" name="">
            <a:extLst xmlns:a="http://schemas.openxmlformats.org/drawingml/2006/main">
              <a:ext uri="{FF2B5EF4-FFF2-40B4-BE49-F238E27FC236}">
                <a16:creationId xmlns:a16="http://schemas.microsoft.com/office/drawing/2014/main" id="{07816E39-08A3-45AB-A80A-F6C8DB169AC7}"/>
              </a:ext>
            </a:extLst>
          </p:cNvPr>
          <p:cNvSpPr>
            <a:spLocks xmlns:a="http://schemas.openxmlformats.org/drawingml/2006/main" noGrp="1"/>
          </p:cNvSpPr>
          <p:nvPr/>
        </p:nvSpPr>
        <p:spPr>
          <a:xfrm xmlns:a="http://schemas.openxmlformats.org/drawingml/2006/main">
            <a:off x="8001000" y="403860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8F4EC"/>
                </a:solidFill>
              </a:defRPr>
            </a:pPr>
            <a:r>
              <a:rPr sz="1050" b="1" i="0">
                <a:solidFill>
                  <a:srgbClr val="F8F4EC"/>
                </a:solidFill>
              </a:rPr>
              <a:t>Db2 lineage + canonical model</a:t>
            </a:r>
          </a:p>
        </p:txBody>
      </p:sp>
      <p:sp>
        <p:nvSpPr>
          <p:cNvPr id="63" name="">
            <a:extLst xmlns:a="http://schemas.openxmlformats.org/drawingml/2006/main">
              <a:ext uri="{FF2B5EF4-FFF2-40B4-BE49-F238E27FC236}">
                <a16:creationId xmlns:a16="http://schemas.microsoft.com/office/drawing/2014/main" id="{5DCC4669-CD90-4506-ABB6-03F51BB44A3C}"/>
              </a:ext>
            </a:extLst>
          </p:cNvPr>
          <p:cNvSpPr>
            <a:spLocks xmlns:a="http://schemas.openxmlformats.org/drawingml/2006/main" noGrp="1"/>
          </p:cNvSpPr>
          <p:nvPr/>
        </p:nvSpPr>
        <p:spPr>
          <a:xfrm xmlns:a="http://schemas.openxmlformats.org/drawingml/2006/main">
            <a:off x="7658100" y="4524375"/>
            <a:ext cx="228600" cy="228600"/>
          </a:xfrm>
          <a:prstGeom xmlns:a="http://schemas.openxmlformats.org/drawingml/2006/main" prst="ellipse">
            <a:avLst/>
          </a:prstGeom>
          <a:solidFill xmlns:a="http://schemas.openxmlformats.org/drawingml/2006/main">
            <a:srgbClr val="2A1D0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4" name="">
            <a:extLst xmlns:a="http://schemas.openxmlformats.org/drawingml/2006/main">
              <a:ext uri="{FF2B5EF4-FFF2-40B4-BE49-F238E27FC236}">
                <a16:creationId xmlns:a16="http://schemas.microsoft.com/office/drawing/2014/main" id="{36AD89C4-0715-486C-AAE5-2B602D1B2C01}"/>
              </a:ext>
            </a:extLst>
          </p:cNvPr>
          <p:cNvSpPr>
            <a:spLocks xmlns:a="http://schemas.openxmlformats.org/drawingml/2006/main" noGrp="1"/>
          </p:cNvSpPr>
          <p:nvPr/>
        </p:nvSpPr>
        <p:spPr>
          <a:xfrm xmlns:a="http://schemas.openxmlformats.org/drawingml/2006/main">
            <a:off x="7658100" y="458152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F2B84B"/>
                </a:solidFill>
              </a:defRPr>
            </a:pPr>
            <a:r>
              <a:rPr sz="675" b="1" i="0">
                <a:solidFill>
                  <a:srgbClr val="F2B84B"/>
                </a:solidFill>
              </a:rPr>
              <a:t>2</a:t>
            </a:r>
          </a:p>
        </p:txBody>
      </p:sp>
      <p:sp>
        <p:nvSpPr>
          <p:cNvPr id="65" name="">
            <a:extLst xmlns:a="http://schemas.openxmlformats.org/drawingml/2006/main">
              <a:ext uri="{FF2B5EF4-FFF2-40B4-BE49-F238E27FC236}">
                <a16:creationId xmlns:a16="http://schemas.microsoft.com/office/drawing/2014/main" id="{B4AED4D8-7498-4BA5-A461-BA5ADDD23603}"/>
              </a:ext>
            </a:extLst>
          </p:cNvPr>
          <p:cNvSpPr>
            <a:spLocks xmlns:a="http://schemas.openxmlformats.org/drawingml/2006/main" noGrp="1"/>
          </p:cNvSpPr>
          <p:nvPr/>
        </p:nvSpPr>
        <p:spPr>
          <a:xfrm xmlns:a="http://schemas.openxmlformats.org/drawingml/2006/main">
            <a:off x="8001000" y="451485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PostgreSQL / Oracle checks</a:t>
            </a:r>
          </a:p>
        </p:txBody>
      </p:sp>
      <p:sp>
        <p:nvSpPr>
          <p:cNvPr id="66" name="">
            <a:extLst xmlns:a="http://schemas.openxmlformats.org/drawingml/2006/main">
              <a:ext uri="{FF2B5EF4-FFF2-40B4-BE49-F238E27FC236}">
                <a16:creationId xmlns:a16="http://schemas.microsoft.com/office/drawing/2014/main" id="{4DFE5C72-3EB6-4C68-92D9-6AE7686886F9}"/>
              </a:ext>
            </a:extLst>
          </p:cNvPr>
          <p:cNvSpPr>
            <a:spLocks xmlns:a="http://schemas.openxmlformats.org/drawingml/2006/main" noGrp="1"/>
          </p:cNvSpPr>
          <p:nvPr/>
        </p:nvSpPr>
        <p:spPr>
          <a:xfrm xmlns:a="http://schemas.openxmlformats.org/drawingml/2006/main">
            <a:off x="7658100" y="5000625"/>
            <a:ext cx="228600" cy="228600"/>
          </a:xfrm>
          <a:prstGeom xmlns:a="http://schemas.openxmlformats.org/drawingml/2006/main" prst="ellipse">
            <a:avLst/>
          </a:prstGeom>
          <a:solidFill xmlns:a="http://schemas.openxmlformats.org/drawingml/2006/main">
            <a:srgbClr val="2A1D0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7" name="">
            <a:extLst xmlns:a="http://schemas.openxmlformats.org/drawingml/2006/main">
              <a:ext uri="{FF2B5EF4-FFF2-40B4-BE49-F238E27FC236}">
                <a16:creationId xmlns:a16="http://schemas.microsoft.com/office/drawing/2014/main" id="{27EB0D14-BC16-4621-B8AA-B90D38BEE27E}"/>
              </a:ext>
            </a:extLst>
          </p:cNvPr>
          <p:cNvSpPr>
            <a:spLocks xmlns:a="http://schemas.openxmlformats.org/drawingml/2006/main" noGrp="1"/>
          </p:cNvSpPr>
          <p:nvPr/>
        </p:nvSpPr>
        <p:spPr>
          <a:xfrm xmlns:a="http://schemas.openxmlformats.org/drawingml/2006/main">
            <a:off x="7658100" y="505777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F2B84B"/>
                </a:solidFill>
              </a:defRPr>
            </a:pPr>
            <a:r>
              <a:rPr sz="675" b="1" i="0">
                <a:solidFill>
                  <a:srgbClr val="F2B84B"/>
                </a:solidFill>
              </a:rPr>
              <a:t>3</a:t>
            </a:r>
          </a:p>
        </p:txBody>
      </p:sp>
      <p:sp>
        <p:nvSpPr>
          <p:cNvPr id="68" name="">
            <a:extLst xmlns:a="http://schemas.openxmlformats.org/drawingml/2006/main">
              <a:ext uri="{FF2B5EF4-FFF2-40B4-BE49-F238E27FC236}">
                <a16:creationId xmlns:a16="http://schemas.microsoft.com/office/drawing/2014/main" id="{A6C2DC30-0738-4AAC-9D6D-AB9622ABA96B}"/>
              </a:ext>
            </a:extLst>
          </p:cNvPr>
          <p:cNvSpPr>
            <a:spLocks xmlns:a="http://schemas.openxmlformats.org/drawingml/2006/main" noGrp="1"/>
          </p:cNvSpPr>
          <p:nvPr/>
        </p:nvSpPr>
        <p:spPr>
          <a:xfrm xmlns:a="http://schemas.openxmlformats.org/drawingml/2006/main">
            <a:off x="8001000" y="499110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Rehearsal, divergence + rollback</a:t>
            </a:r>
          </a:p>
        </p:txBody>
      </p:sp>
      <p:sp>
        <p:nvSpPr>
          <p:cNvPr id="69" name="">
            <a:extLst xmlns:a="http://schemas.openxmlformats.org/drawingml/2006/main">
              <a:ext uri="{FF2B5EF4-FFF2-40B4-BE49-F238E27FC236}">
                <a16:creationId xmlns:a16="http://schemas.microsoft.com/office/drawing/2014/main" id="{1557386B-1F92-46A5-A1C5-46608069D574}"/>
              </a:ext>
            </a:extLst>
          </p:cNvPr>
          <p:cNvSpPr>
            <a:spLocks xmlns:a="http://schemas.openxmlformats.org/drawingml/2006/main" noGrp="1"/>
          </p:cNvSpPr>
          <p:nvPr/>
        </p:nvSpPr>
        <p:spPr>
          <a:xfrm xmlns:a="http://schemas.openxmlformats.org/drawingml/2006/main">
            <a:off x="7639050" y="5410200"/>
            <a:ext cx="1257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Customer value</a:t>
            </a:r>
          </a:p>
        </p:txBody>
      </p:sp>
      <p:sp>
        <p:nvSpPr>
          <p:cNvPr id="70" name="">
            <a:extLst xmlns:a="http://schemas.openxmlformats.org/drawingml/2006/main">
              <a:ext uri="{FF2B5EF4-FFF2-40B4-BE49-F238E27FC236}">
                <a16:creationId xmlns:a16="http://schemas.microsoft.com/office/drawing/2014/main" id="{AB93AA3B-1358-4D6C-B512-F07A7B946CDF}"/>
              </a:ext>
            </a:extLst>
          </p:cNvPr>
          <p:cNvSpPr>
            <a:spLocks xmlns:a="http://schemas.openxmlformats.org/drawingml/2006/main" noGrp="1"/>
          </p:cNvSpPr>
          <p:nvPr/>
        </p:nvSpPr>
        <p:spPr>
          <a:xfrm xmlns:a="http://schemas.openxmlformats.org/drawingml/2006/main">
            <a:off x="8953500" y="5381625"/>
            <a:ext cx="2324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F8F4EC"/>
                </a:solidFill>
              </a:defRPr>
            </a:pPr>
            <a:r>
              <a:rPr sz="900" b="1" i="0">
                <a:solidFill>
                  <a:srgbClr val="F8F4EC"/>
                </a:solidFill>
              </a:rPr>
              <a:t>One shared truth surface</a:t>
            </a:r>
          </a:p>
        </p:txBody>
      </p:sp>
      <p:sp>
        <p:nvSpPr>
          <p:cNvPr id="71" name="">
            <a:extLst xmlns:a="http://schemas.openxmlformats.org/drawingml/2006/main">
              <a:ext uri="{FF2B5EF4-FFF2-40B4-BE49-F238E27FC236}">
                <a16:creationId xmlns:a16="http://schemas.microsoft.com/office/drawing/2014/main" id="{5AE40216-CDB2-4AF8-9848-89DBDED769EA}"/>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3" name="">
            <a:extLst xmlns:a="http://schemas.openxmlformats.org/drawingml/2006/main">
              <a:ext uri="{FF2B5EF4-FFF2-40B4-BE49-F238E27FC236}">
                <a16:creationId xmlns:a16="http://schemas.microsoft.com/office/drawing/2014/main" id="{C519A3A8-BF4C-432F-85B0-D4D95A7C6E3E}"/>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4" name="">
            <a:extLst xmlns:a="http://schemas.openxmlformats.org/drawingml/2006/main">
              <a:ext uri="{FF2B5EF4-FFF2-40B4-BE49-F238E27FC236}">
                <a16:creationId xmlns:a16="http://schemas.microsoft.com/office/drawing/2014/main" id="{91A681CB-B2BA-43EE-B5F8-00F34852B6A6}"/>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22</a:t>
            </a:r>
          </a:p>
        </p:txBody>
      </p:sp>
      <p:pic>
        <p:nvPicPr>
          <p:cNvPr id="250" name=""/>
          <p:cNvPicPr>
            <a:picLocks xmlns:a="http://schemas.openxmlformats.org/drawingml/2006/main" noChangeAspect="1"/>
          </p:cNvPicPr>
          <p:nvPr/>
        </p:nvPicPr>
        <p:blipFill>
          <a:blip xmlns:r="http://schemas.openxmlformats.org/officeDocument/2006/relationships" xmlns:a="http://schemas.openxmlformats.org/drawingml/2006/main" r:embed="R06c8952ee9c943af">
            <a:extLst>
              <a:ext uri="{96DAC541-7B7A-43D3-8B79-37D633B846F1}">
                <asvg:svgBlip xmlns:asvg="http://schemas.microsoft.com/office/drawing/2016/SVG/main" r:embed="R10d9c5e3781e443c"/>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251" name=""/>
          <p:cNvPicPr>
            <a:picLocks xmlns:a="http://schemas.openxmlformats.org/drawingml/2006/main" noChangeAspect="1"/>
          </p:cNvPicPr>
          <p:nvPr/>
        </p:nvPicPr>
        <p:blipFill>
          <a:blip xmlns:r="http://schemas.openxmlformats.org/officeDocument/2006/relationships" xmlns:a="http://schemas.openxmlformats.org/drawingml/2006/main" r:embed="R06d4671c68ec4b8b">
            <a:extLst>
              <a:ext uri="{96DAC541-7B7A-43D3-8B79-37D633B846F1}">
                <asvg:svgBlip xmlns:asvg="http://schemas.microsoft.com/office/drawing/2016/SVG/main" r:embed="Rad4b30e276f1438d"/>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1551279729"/>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75" name="">
            <a:extLst xmlns:a="http://schemas.openxmlformats.org/drawingml/2006/main">
              <a:ext uri="{FF2B5EF4-FFF2-40B4-BE49-F238E27FC236}">
                <a16:creationId xmlns:a16="http://schemas.microsoft.com/office/drawing/2014/main" id="{B5662D30-FEDE-442A-BD32-B917EBFCEED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1ACEB1C4-71A9-4308-AE86-D547E0C02B7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gradFill xmlns:a="http://schemas.openxmlformats.org/drawingml/2006/main">
            <a:gsLst>
              <a:gs pos="0">
                <a:srgbClr val="D68A17"/>
              </a:gs>
              <a:gs pos="100000">
                <a:srgbClr val="F2B84B"/>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FC316084-831C-4D36-8A98-F4A5364AA1D3}"/>
              </a:ext>
            </a:extLst>
          </p:cNvPr>
          <p:cNvSpPr>
            <a:spLocks xmlns:a="http://schemas.openxmlformats.org/drawingml/2006/main" noGrp="1"/>
          </p:cNvSpPr>
          <p:nvPr/>
        </p:nvSpPr>
        <p:spPr>
          <a:xfrm xmlns:a="http://schemas.openxmlformats.org/drawingml/2006/main">
            <a:off x="10763250" y="171450"/>
            <a:ext cx="1200150" cy="1200150"/>
          </a:xfrm>
          <a:prstGeom xmlns:a="http://schemas.openxmlformats.org/drawingml/2006/main" prst="ellipse">
            <a:avLst/>
          </a:prstGeom>
          <a:solidFill xmlns:a="http://schemas.openxmlformats.org/drawingml/2006/main">
            <a:srgbClr val="F2B84B">
              <a:alpha val="8000"/>
            </a:srgbClr>
          </a:solidFill>
          <a:ln xmlns:a="http://schemas.openxmlformats.org/drawingml/2006/main" w="9525">
            <a:solidFill>
              <a:srgbClr val="F2B84B">
                <a:alpha val="12000"/>
              </a:srgbClr>
            </a:solidFill>
            <a:prstDash val="solid"/>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69464813-FF53-4478-8DE0-0FACB0B45956}"/>
              </a:ext>
            </a:extLst>
          </p:cNvPr>
          <p:cNvSpPr>
            <a:spLocks xmlns:a="http://schemas.openxmlformats.org/drawingml/2006/main" noGrp="1"/>
          </p:cNvSpPr>
          <p:nvPr/>
        </p:nvSpPr>
        <p:spPr>
          <a:xfrm xmlns:a="http://schemas.openxmlformats.org/drawingml/2006/main">
            <a:off x="171450" y="5619750"/>
            <a:ext cx="1028700" cy="1028700"/>
          </a:xfrm>
          <a:prstGeom xmlns:a="http://schemas.openxmlformats.org/drawingml/2006/main" prst="ellipse">
            <a:avLst/>
          </a:prstGeom>
          <a:solidFill xmlns:a="http://schemas.openxmlformats.org/drawingml/2006/main">
            <a:srgbClr val="D68A17">
              <a:alpha val="6000"/>
            </a:srgbClr>
          </a:solidFill>
          <a:ln xmlns:a="http://schemas.openxmlformats.org/drawingml/2006/main" w="9525">
            <a:solidFill>
              <a:srgbClr val="D68A17">
                <a:alpha val="10000"/>
              </a:srgbClr>
            </a:solidFill>
            <a:prstDash val="solid"/>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B18C1B33-8876-4C6B-864E-D311A16E3F1E}"/>
              </a:ext>
            </a:extLst>
          </p:cNvPr>
          <p:cNvSpPr>
            <a:spLocks xmlns:a="http://schemas.openxmlformats.org/drawingml/2006/main" noGrp="1"/>
          </p:cNvSpPr>
          <p:nvPr/>
        </p:nvSpPr>
        <p:spPr>
          <a:xfrm xmlns:a="http://schemas.openxmlformats.org/drawingml/2006/main">
            <a:off x="552450" y="323850"/>
            <a:ext cx="657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F2B84B"/>
                </a:solidFill>
              </a:defRPr>
            </a:pPr>
            <a:r>
              <a:rPr sz="975" b="1" i="0">
                <a:solidFill>
                  <a:srgbClr val="F2B84B"/>
                </a:solidFill>
              </a:rPr>
              <a:t>UI MODE · RUNTIME</a:t>
            </a:r>
          </a:p>
        </p:txBody>
      </p:sp>
      <p:sp>
        <p:nvSpPr>
          <p:cNvPr id="6" name="">
            <a:extLst xmlns:a="http://schemas.openxmlformats.org/drawingml/2006/main">
              <a:ext uri="{FF2B5EF4-FFF2-40B4-BE49-F238E27FC236}">
                <a16:creationId xmlns:a16="http://schemas.microsoft.com/office/drawing/2014/main" id="{2BFDB04F-EDFF-43E7-86BE-417E07B5221B}"/>
              </a:ext>
            </a:extLst>
          </p:cNvPr>
          <p:cNvSpPr>
            <a:spLocks xmlns:a="http://schemas.openxmlformats.org/drawingml/2006/main" noGrp="1"/>
          </p:cNvSpPr>
          <p:nvPr/>
        </p:nvSpPr>
        <p:spPr>
          <a:xfrm xmlns:a="http://schemas.openxmlformats.org/drawingml/2006/main">
            <a:off x="552450" y="6667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i="0">
                <a:solidFill>
                  <a:srgbClr val="F8F4EC"/>
                </a:solidFill>
              </a:defRPr>
            </a:pPr>
            <a:r>
              <a:rPr sz="2700" b="1" i="0">
                <a:solidFill>
                  <a:srgbClr val="F8F4EC"/>
                </a:solidFill>
              </a:rPr>
              <a:t>What did the system actually observe at runtime?</a:t>
            </a:r>
          </a:p>
        </p:txBody>
      </p:sp>
      <p:sp>
        <p:nvSpPr>
          <p:cNvPr id="7" name="">
            <a:extLst xmlns:a="http://schemas.openxmlformats.org/drawingml/2006/main">
              <a:ext uri="{FF2B5EF4-FFF2-40B4-BE49-F238E27FC236}">
                <a16:creationId xmlns:a16="http://schemas.microsoft.com/office/drawing/2014/main" id="{C4C867B6-45D7-4320-A885-335A0ABEAC33}"/>
              </a:ext>
            </a:extLst>
          </p:cNvPr>
          <p:cNvSpPr>
            <a:spLocks xmlns:a="http://schemas.openxmlformats.org/drawingml/2006/main" noGrp="1"/>
          </p:cNvSpPr>
          <p:nvPr/>
        </p:nvSpPr>
        <p:spPr>
          <a:xfrm xmlns:a="http://schemas.openxmlformats.org/drawingml/2006/main">
            <a:off x="552450" y="1257300"/>
            <a:ext cx="8191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22A1BE1E-5112-48D4-9953-D65299747F69}"/>
              </a:ext>
            </a:extLst>
          </p:cNvPr>
          <p:cNvSpPr>
            <a:spLocks xmlns:a="http://schemas.openxmlformats.org/drawingml/2006/main" noGrp="1"/>
          </p:cNvSpPr>
          <p:nvPr/>
        </p:nvSpPr>
        <p:spPr>
          <a:xfrm xmlns:a="http://schemas.openxmlformats.org/drawingml/2006/main">
            <a:off x="1600200" y="1152525"/>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C5BDAF"/>
                </a:solidFill>
              </a:defRPr>
            </a:pPr>
            <a:r>
              <a:rPr sz="1350" b="0" i="0">
                <a:solidFill>
                  <a:srgbClr val="C5BDAF"/>
                </a:solidFill>
              </a:rPr>
              <a:t>Committed product UI contract · graph context remains visible</a:t>
            </a:r>
          </a:p>
        </p:txBody>
      </p:sp>
      <p:sp>
        <p:nvSpPr>
          <p:cNvPr id="9" name="">
            <a:extLst xmlns:a="http://schemas.openxmlformats.org/drawingml/2006/main">
              <a:ext uri="{FF2B5EF4-FFF2-40B4-BE49-F238E27FC236}">
                <a16:creationId xmlns:a16="http://schemas.microsoft.com/office/drawing/2014/main" id="{BE29C401-5605-47B7-A2AC-742879B1A83B}"/>
              </a:ext>
            </a:extLst>
          </p:cNvPr>
          <p:cNvSpPr>
            <a:spLocks xmlns:a="http://schemas.openxmlformats.org/drawingml/2006/main" noGrp="1"/>
          </p:cNvSpPr>
          <p:nvPr/>
        </p:nvSpPr>
        <p:spPr>
          <a:xfrm xmlns:a="http://schemas.openxmlformats.org/drawingml/2006/main">
            <a:off x="457200" y="1676400"/>
            <a:ext cx="11277600" cy="4229100"/>
          </a:xfrm>
          <a:prstGeom xmlns:a="http://schemas.openxmlformats.org/drawingml/2006/main" prst="roundRect">
            <a:avLst>
              <a:gd name="adj" fmla="val 2703"/>
            </a:avLst>
          </a:prstGeom>
          <a:solidFill xmlns:a="http://schemas.openxmlformats.org/drawingml/2006/main">
            <a:srgbClr val="101010"/>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13A539DC-3EBD-40C3-9599-E927EFA6FB37}"/>
              </a:ext>
            </a:extLst>
          </p:cNvPr>
          <p:cNvSpPr>
            <a:spLocks xmlns:a="http://schemas.openxmlformats.org/drawingml/2006/main" noGrp="1"/>
          </p:cNvSpPr>
          <p:nvPr/>
        </p:nvSpPr>
        <p:spPr>
          <a:xfrm xmlns:a="http://schemas.openxmlformats.org/drawingml/2006/main">
            <a:off x="457200" y="1676400"/>
            <a:ext cx="11277600" cy="400050"/>
          </a:xfrm>
          <a:prstGeom xmlns:a="http://schemas.openxmlformats.org/drawingml/2006/main" prst="roundRect">
            <a:avLst>
              <a:gd name="adj" fmla="val 28571"/>
            </a:avLst>
          </a:prstGeom>
          <a:solidFill xmlns:a="http://schemas.openxmlformats.org/drawingml/2006/main">
            <a:srgbClr val="17130D"/>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8F99141F-1807-4D96-BDDF-5AAAED4CCD50}"/>
              </a:ext>
            </a:extLst>
          </p:cNvPr>
          <p:cNvSpPr>
            <a:spLocks xmlns:a="http://schemas.openxmlformats.org/drawingml/2006/main" noGrp="1"/>
          </p:cNvSpPr>
          <p:nvPr/>
        </p:nvSpPr>
        <p:spPr>
          <a:xfrm xmlns:a="http://schemas.openxmlformats.org/drawingml/2006/main">
            <a:off x="647700" y="1800225"/>
            <a:ext cx="1047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F2B84B"/>
                </a:solidFill>
              </a:defRPr>
            </a:pPr>
            <a:r>
              <a:rPr sz="825" b="1" i="0">
                <a:solidFill>
                  <a:srgbClr val="F2B84B"/>
                </a:solidFill>
              </a:rPr>
              <a:t>LIGHTYEAR</a:t>
            </a:r>
          </a:p>
        </p:txBody>
      </p:sp>
      <p:sp>
        <p:nvSpPr>
          <p:cNvPr id="12" name="">
            <a:extLst xmlns:a="http://schemas.openxmlformats.org/drawingml/2006/main">
              <a:ext uri="{FF2B5EF4-FFF2-40B4-BE49-F238E27FC236}">
                <a16:creationId xmlns:a16="http://schemas.microsoft.com/office/drawing/2014/main" id="{16A8E9C0-B6DC-4CF6-81A5-C5A643D7348E}"/>
              </a:ext>
            </a:extLst>
          </p:cNvPr>
          <p:cNvSpPr>
            <a:spLocks xmlns:a="http://schemas.openxmlformats.org/drawingml/2006/main" noGrp="1"/>
          </p:cNvSpPr>
          <p:nvPr/>
        </p:nvSpPr>
        <p:spPr>
          <a:xfrm xmlns:a="http://schemas.openxmlformats.org/drawingml/2006/main">
            <a:off x="8458200" y="1800225"/>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C5BDAF"/>
                </a:solidFill>
              </a:defRPr>
            </a:pPr>
            <a:r>
              <a:rPr sz="750" b="0" i="0">
                <a:solidFill>
                  <a:srgbClr val="C5BDAF"/>
                </a:solidFill>
              </a:rPr>
              <a:t>Composite estate · 11,328 nodes · read-only</a:t>
            </a:r>
          </a:p>
        </p:txBody>
      </p:sp>
      <p:sp>
        <p:nvSpPr>
          <p:cNvPr id="13" name="">
            <a:extLst xmlns:a="http://schemas.openxmlformats.org/drawingml/2006/main">
              <a:ext uri="{FF2B5EF4-FFF2-40B4-BE49-F238E27FC236}">
                <a16:creationId xmlns:a16="http://schemas.microsoft.com/office/drawing/2014/main" id="{31B7F36A-4EB9-45CF-978B-BA51ADF54A50}"/>
              </a:ext>
            </a:extLst>
          </p:cNvPr>
          <p:cNvSpPr>
            <a:spLocks xmlns:a="http://schemas.openxmlformats.org/drawingml/2006/main" noGrp="1"/>
          </p:cNvSpPr>
          <p:nvPr/>
        </p:nvSpPr>
        <p:spPr>
          <a:xfrm xmlns:a="http://schemas.openxmlformats.org/drawingml/2006/main">
            <a:off x="609600" y="2228850"/>
            <a:ext cx="6667500" cy="3467100"/>
          </a:xfrm>
          <a:prstGeom xmlns:a="http://schemas.openxmlformats.org/drawingml/2006/main" prst="roundRect">
            <a:avLst>
              <a:gd name="adj" fmla="val 3297"/>
            </a:avLst>
          </a:prstGeom>
          <a:solidFill xmlns:a="http://schemas.openxmlformats.org/drawingml/2006/main">
            <a:srgbClr val="050505"/>
          </a:solidFill>
          <a:ln xmlns:a="http://schemas.openxmlformats.org/drawingml/2006/main" w="9525">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DF6A9FB2-8586-47FD-937E-8E730422DA37}"/>
              </a:ext>
            </a:extLst>
          </p:cNvPr>
          <p:cNvSpPr>
            <a:spLocks xmlns:a="http://schemas.openxmlformats.org/drawingml/2006/main" noGrp="1"/>
          </p:cNvSpPr>
          <p:nvPr/>
        </p:nvSpPr>
        <p:spPr>
          <a:xfrm xmlns:a="http://schemas.openxmlformats.org/drawingml/2006/main">
            <a:off x="819150" y="2390775"/>
            <a:ext cx="1809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GRAPH CONTEXT</a:t>
            </a:r>
          </a:p>
        </p:txBody>
      </p:sp>
      <p:sp>
        <p:nvSpPr>
          <p:cNvPr id="15" name="">
            <a:extLst xmlns:a="http://schemas.openxmlformats.org/drawingml/2006/main">
              <a:ext uri="{FF2B5EF4-FFF2-40B4-BE49-F238E27FC236}">
                <a16:creationId xmlns:a16="http://schemas.microsoft.com/office/drawing/2014/main" id="{12F8AB70-C802-4567-BABE-6D464A0770DC}"/>
              </a:ext>
            </a:extLst>
          </p:cNvPr>
          <p:cNvSpPr>
            <a:spLocks xmlns:a="http://schemas.openxmlformats.org/drawingml/2006/main" noGrp="1"/>
          </p:cNvSpPr>
          <p:nvPr/>
        </p:nvSpPr>
        <p:spPr>
          <a:xfrm xmlns:a="http://schemas.openxmlformats.org/drawingml/2006/main">
            <a:off x="838200" y="3648075"/>
            <a:ext cx="1428750" cy="628650"/>
          </a:xfrm>
          <a:prstGeom xmlns:a="http://schemas.openxmlformats.org/drawingml/2006/main" prst="roundRect">
            <a:avLst>
              <a:gd name="adj" fmla="val 18182"/>
            </a:avLst>
          </a:prstGeom>
          <a:solidFill xmlns:a="http://schemas.openxmlformats.org/drawingml/2006/main">
            <a:srgbClr val="2A1D0B"/>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6" name="">
            <a:extLst xmlns:a="http://schemas.openxmlformats.org/drawingml/2006/main">
              <a:ext uri="{FF2B5EF4-FFF2-40B4-BE49-F238E27FC236}">
                <a16:creationId xmlns:a16="http://schemas.microsoft.com/office/drawing/2014/main" id="{27C01026-9981-4B26-AAB4-6A7E8CF72252}"/>
              </a:ext>
            </a:extLst>
          </p:cNvPr>
          <p:cNvSpPr>
            <a:spLocks xmlns:a="http://schemas.openxmlformats.org/drawingml/2006/main" noGrp="1"/>
          </p:cNvSpPr>
          <p:nvPr/>
        </p:nvSpPr>
        <p:spPr>
          <a:xfrm xmlns:a="http://schemas.openxmlformats.org/drawingml/2006/main">
            <a:off x="933450" y="3743325"/>
            <a:ext cx="1238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ACCTPL1</a:t>
            </a:r>
          </a:p>
        </p:txBody>
      </p:sp>
      <p:sp>
        <p:nvSpPr>
          <p:cNvPr id="17" name="">
            <a:extLst xmlns:a="http://schemas.openxmlformats.org/drawingml/2006/main">
              <a:ext uri="{FF2B5EF4-FFF2-40B4-BE49-F238E27FC236}">
                <a16:creationId xmlns:a16="http://schemas.microsoft.com/office/drawing/2014/main" id="{3DC220E3-C743-4DFF-841A-650399894721}"/>
              </a:ext>
            </a:extLst>
          </p:cNvPr>
          <p:cNvSpPr>
            <a:spLocks xmlns:a="http://schemas.openxmlformats.org/drawingml/2006/main" noGrp="1"/>
          </p:cNvSpPr>
          <p:nvPr/>
        </p:nvSpPr>
        <p:spPr>
          <a:xfrm xmlns:a="http://schemas.openxmlformats.org/drawingml/2006/main">
            <a:off x="933450" y="400050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PL/I program</a:t>
            </a:r>
          </a:p>
        </p:txBody>
      </p:sp>
      <p:sp>
        <p:nvSpPr>
          <p:cNvPr id="18" name="">
            <a:extLst xmlns:a="http://schemas.openxmlformats.org/drawingml/2006/main">
              <a:ext uri="{FF2B5EF4-FFF2-40B4-BE49-F238E27FC236}">
                <a16:creationId xmlns:a16="http://schemas.microsoft.com/office/drawing/2014/main" id="{AFDC90D5-7A48-4153-B032-93F3A65CB248}"/>
              </a:ext>
            </a:extLst>
          </p:cNvPr>
          <p:cNvSpPr>
            <a:spLocks xmlns:a="http://schemas.openxmlformats.org/drawingml/2006/main" noGrp="1"/>
          </p:cNvSpPr>
          <p:nvPr/>
        </p:nvSpPr>
        <p:spPr>
          <a:xfrm xmlns:a="http://schemas.openxmlformats.org/drawingml/2006/main">
            <a:off x="3219450" y="302895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9" name="">
            <a:extLst xmlns:a="http://schemas.openxmlformats.org/drawingml/2006/main">
              <a:ext uri="{FF2B5EF4-FFF2-40B4-BE49-F238E27FC236}">
                <a16:creationId xmlns:a16="http://schemas.microsoft.com/office/drawing/2014/main" id="{86802147-7155-48E7-89CF-BBA4F353AF36}"/>
              </a:ext>
            </a:extLst>
          </p:cNvPr>
          <p:cNvSpPr>
            <a:spLocks xmlns:a="http://schemas.openxmlformats.org/drawingml/2006/main" noGrp="1"/>
          </p:cNvSpPr>
          <p:nvPr/>
        </p:nvSpPr>
        <p:spPr>
          <a:xfrm xmlns:a="http://schemas.openxmlformats.org/drawingml/2006/main">
            <a:off x="3314700" y="31242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CBACT04C</a:t>
            </a:r>
          </a:p>
        </p:txBody>
      </p:sp>
      <p:sp>
        <p:nvSpPr>
          <p:cNvPr id="20" name="">
            <a:extLst xmlns:a="http://schemas.openxmlformats.org/drawingml/2006/main">
              <a:ext uri="{FF2B5EF4-FFF2-40B4-BE49-F238E27FC236}">
                <a16:creationId xmlns:a16="http://schemas.microsoft.com/office/drawing/2014/main" id="{9BA40F87-4359-43D8-81E5-F6934962C065}"/>
              </a:ext>
            </a:extLst>
          </p:cNvPr>
          <p:cNvSpPr>
            <a:spLocks xmlns:a="http://schemas.openxmlformats.org/drawingml/2006/main" noGrp="1"/>
          </p:cNvSpPr>
          <p:nvPr/>
        </p:nvSpPr>
        <p:spPr>
          <a:xfrm xmlns:a="http://schemas.openxmlformats.org/drawingml/2006/main">
            <a:off x="3314700" y="338137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COBOL program</a:t>
            </a:r>
          </a:p>
        </p:txBody>
      </p:sp>
      <p:sp>
        <p:nvSpPr>
          <p:cNvPr id="21" name="">
            <a:extLst xmlns:a="http://schemas.openxmlformats.org/drawingml/2006/main">
              <a:ext uri="{FF2B5EF4-FFF2-40B4-BE49-F238E27FC236}">
                <a16:creationId xmlns:a16="http://schemas.microsoft.com/office/drawing/2014/main" id="{8BD47DD1-DE18-4D45-84E5-7F6F71DD5D9A}"/>
              </a:ext>
            </a:extLst>
          </p:cNvPr>
          <p:cNvSpPr>
            <a:spLocks xmlns:a="http://schemas.openxmlformats.org/drawingml/2006/main" noGrp="1"/>
          </p:cNvSpPr>
          <p:nvPr/>
        </p:nvSpPr>
        <p:spPr>
          <a:xfrm xmlns:a="http://schemas.openxmlformats.org/drawingml/2006/main">
            <a:off x="3219450" y="426720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0723E711-F2B0-4516-97C0-1653BDFB649D}"/>
              </a:ext>
            </a:extLst>
          </p:cNvPr>
          <p:cNvSpPr>
            <a:spLocks xmlns:a="http://schemas.openxmlformats.org/drawingml/2006/main" noGrp="1"/>
          </p:cNvSpPr>
          <p:nvPr/>
        </p:nvSpPr>
        <p:spPr>
          <a:xfrm xmlns:a="http://schemas.openxmlformats.org/drawingml/2006/main">
            <a:off x="3314700" y="436245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SELECT</a:t>
            </a:r>
          </a:p>
        </p:txBody>
      </p:sp>
      <p:sp>
        <p:nvSpPr>
          <p:cNvPr id="23" name="">
            <a:extLst xmlns:a="http://schemas.openxmlformats.org/drawingml/2006/main">
              <a:ext uri="{FF2B5EF4-FFF2-40B4-BE49-F238E27FC236}">
                <a16:creationId xmlns:a16="http://schemas.microsoft.com/office/drawing/2014/main" id="{37642C1F-1267-41DB-88B6-B50B235CB19B}"/>
              </a:ext>
            </a:extLst>
          </p:cNvPr>
          <p:cNvSpPr>
            <a:spLocks xmlns:a="http://schemas.openxmlformats.org/drawingml/2006/main" noGrp="1"/>
          </p:cNvSpPr>
          <p:nvPr/>
        </p:nvSpPr>
        <p:spPr>
          <a:xfrm xmlns:a="http://schemas.openxmlformats.org/drawingml/2006/main">
            <a:off x="3314700" y="46196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Db2 SQL statement</a:t>
            </a:r>
          </a:p>
        </p:txBody>
      </p:sp>
      <p:sp>
        <p:nvSpPr>
          <p:cNvPr id="24" name="">
            <a:extLst xmlns:a="http://schemas.openxmlformats.org/drawingml/2006/main">
              <a:ext uri="{FF2B5EF4-FFF2-40B4-BE49-F238E27FC236}">
                <a16:creationId xmlns:a16="http://schemas.microsoft.com/office/drawing/2014/main" id="{48F68875-D87D-4343-A712-A0E8A2F49B89}"/>
              </a:ext>
            </a:extLst>
          </p:cNvPr>
          <p:cNvSpPr>
            <a:spLocks xmlns:a="http://schemas.openxmlformats.org/drawingml/2006/main" noGrp="1"/>
          </p:cNvSpPr>
          <p:nvPr/>
        </p:nvSpPr>
        <p:spPr>
          <a:xfrm xmlns:a="http://schemas.openxmlformats.org/drawingml/2006/main">
            <a:off x="5600700" y="302895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5" name="">
            <a:extLst xmlns:a="http://schemas.openxmlformats.org/drawingml/2006/main">
              <a:ext uri="{FF2B5EF4-FFF2-40B4-BE49-F238E27FC236}">
                <a16:creationId xmlns:a16="http://schemas.microsoft.com/office/drawing/2014/main" id="{AC6CCE9D-01AF-4119-8A34-22A423BF447B}"/>
              </a:ext>
            </a:extLst>
          </p:cNvPr>
          <p:cNvSpPr>
            <a:spLocks xmlns:a="http://schemas.openxmlformats.org/drawingml/2006/main" noGrp="1"/>
          </p:cNvSpPr>
          <p:nvPr/>
        </p:nvSpPr>
        <p:spPr>
          <a:xfrm xmlns:a="http://schemas.openxmlformats.org/drawingml/2006/main">
            <a:off x="5695950" y="31242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Evidence</a:t>
            </a:r>
          </a:p>
        </p:txBody>
      </p:sp>
      <p:sp>
        <p:nvSpPr>
          <p:cNvPr id="26" name="">
            <a:extLst xmlns:a="http://schemas.openxmlformats.org/drawingml/2006/main">
              <a:ext uri="{FF2B5EF4-FFF2-40B4-BE49-F238E27FC236}">
                <a16:creationId xmlns:a16="http://schemas.microsoft.com/office/drawing/2014/main" id="{DF478533-9345-408F-96CB-E27BC4C872CD}"/>
              </a:ext>
            </a:extLst>
          </p:cNvPr>
          <p:cNvSpPr>
            <a:spLocks xmlns:a="http://schemas.openxmlformats.org/drawingml/2006/main" noGrp="1"/>
          </p:cNvSpPr>
          <p:nvPr/>
        </p:nvSpPr>
        <p:spPr>
          <a:xfrm xmlns:a="http://schemas.openxmlformats.org/drawingml/2006/main">
            <a:off x="5695950" y="338137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source capsules + hash</a:t>
            </a:r>
          </a:p>
        </p:txBody>
      </p:sp>
      <p:sp>
        <p:nvSpPr>
          <p:cNvPr id="27" name="">
            <a:extLst xmlns:a="http://schemas.openxmlformats.org/drawingml/2006/main">
              <a:ext uri="{FF2B5EF4-FFF2-40B4-BE49-F238E27FC236}">
                <a16:creationId xmlns:a16="http://schemas.microsoft.com/office/drawing/2014/main" id="{61E8C06F-3FEA-4D92-9247-C5D510A99DEA}"/>
              </a:ext>
            </a:extLst>
          </p:cNvPr>
          <p:cNvSpPr>
            <a:spLocks xmlns:a="http://schemas.openxmlformats.org/drawingml/2006/main" noGrp="1"/>
          </p:cNvSpPr>
          <p:nvPr/>
        </p:nvSpPr>
        <p:spPr>
          <a:xfrm xmlns:a="http://schemas.openxmlformats.org/drawingml/2006/main">
            <a:off x="5600700" y="426720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8" name="">
            <a:extLst xmlns:a="http://schemas.openxmlformats.org/drawingml/2006/main">
              <a:ext uri="{FF2B5EF4-FFF2-40B4-BE49-F238E27FC236}">
                <a16:creationId xmlns:a16="http://schemas.microsoft.com/office/drawing/2014/main" id="{72C40518-67D8-4D36-A469-D70769DF6909}"/>
              </a:ext>
            </a:extLst>
          </p:cNvPr>
          <p:cNvSpPr>
            <a:spLocks xmlns:a="http://schemas.openxmlformats.org/drawingml/2006/main" noGrp="1"/>
          </p:cNvSpPr>
          <p:nvPr/>
        </p:nvSpPr>
        <p:spPr>
          <a:xfrm xmlns:a="http://schemas.openxmlformats.org/drawingml/2006/main">
            <a:off x="5695950" y="436245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AUTHFRDS</a:t>
            </a:r>
          </a:p>
        </p:txBody>
      </p:sp>
      <p:sp>
        <p:nvSpPr>
          <p:cNvPr id="29" name="">
            <a:extLst xmlns:a="http://schemas.openxmlformats.org/drawingml/2006/main">
              <a:ext uri="{FF2B5EF4-FFF2-40B4-BE49-F238E27FC236}">
                <a16:creationId xmlns:a16="http://schemas.microsoft.com/office/drawing/2014/main" id="{E2DC8E4E-9879-49B4-9E03-FAB46C99B361}"/>
              </a:ext>
            </a:extLst>
          </p:cNvPr>
          <p:cNvSpPr>
            <a:spLocks xmlns:a="http://schemas.openxmlformats.org/drawingml/2006/main" noGrp="1"/>
          </p:cNvSpPr>
          <p:nvPr/>
        </p:nvSpPr>
        <p:spPr>
          <a:xfrm xmlns:a="http://schemas.openxmlformats.org/drawingml/2006/main">
            <a:off x="5695950" y="46196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Db2 table</a:t>
            </a:r>
          </a:p>
        </p:txBody>
      </p:sp>
      <p:cxnSp>
        <p:nvCxnSpPr>
          <p:cNvPr id="206" name=""/>
          <p:cNvCxnSpPr>
            <a:stCxn xmlns:a="http://schemas.openxmlformats.org/drawingml/2006/main" id="15" idx="3"/>
            <a:endCxn xmlns:a="http://schemas.openxmlformats.org/drawingml/2006/main" id="18" idx="1"/>
          </p:cNvCxnSpPr>
          <p:nvPr/>
        </p:nvCxnSpPr>
        <p:spPr>
          <a:xfrm xmlns:a="http://schemas.openxmlformats.org/drawingml/2006/main" flipV="1">
            <a:off x="2266950" y="3343275"/>
            <a:ext cx="952500" cy="619125"/>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7" name=""/>
          <p:cNvCxnSpPr>
            <a:stCxn xmlns:a="http://schemas.openxmlformats.org/drawingml/2006/main" id="15" idx="3"/>
            <a:endCxn xmlns:a="http://schemas.openxmlformats.org/drawingml/2006/main" id="21" idx="1"/>
          </p:cNvCxnSpPr>
          <p:nvPr/>
        </p:nvCxnSpPr>
        <p:spPr>
          <a:xfrm xmlns:a="http://schemas.openxmlformats.org/drawingml/2006/main">
            <a:off x="2266950" y="3962400"/>
            <a:ext cx="952500" cy="619125"/>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8" name=""/>
          <p:cNvCxnSpPr>
            <a:stCxn xmlns:a="http://schemas.openxmlformats.org/drawingml/2006/main" id="18" idx="3"/>
            <a:endCxn xmlns:a="http://schemas.openxmlformats.org/drawingml/2006/main" id="24" idx="1"/>
          </p:cNvCxnSpPr>
          <p:nvPr/>
        </p:nvCxnSpPr>
        <p:spPr>
          <a:xfrm xmlns:a="http://schemas.openxmlformats.org/drawingml/2006/main">
            <a:off x="4743450" y="3343275"/>
            <a:ext cx="857250" cy="0"/>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9" name=""/>
          <p:cNvCxnSpPr>
            <a:stCxn xmlns:a="http://schemas.openxmlformats.org/drawingml/2006/main" id="21" idx="3"/>
            <a:endCxn xmlns:a="http://schemas.openxmlformats.org/drawingml/2006/main" id="27" idx="1"/>
          </p:cNvCxnSpPr>
          <p:nvPr/>
        </p:nvCxnSpPr>
        <p:spPr>
          <a:xfrm xmlns:a="http://schemas.openxmlformats.org/drawingml/2006/main">
            <a:off x="4743450" y="4581525"/>
            <a:ext cx="857250" cy="0"/>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sp>
        <p:nvSpPr>
          <p:cNvPr id="34" name="">
            <a:extLst xmlns:a="http://schemas.openxmlformats.org/drawingml/2006/main">
              <a:ext uri="{FF2B5EF4-FFF2-40B4-BE49-F238E27FC236}">
                <a16:creationId xmlns:a16="http://schemas.microsoft.com/office/drawing/2014/main" id="{372FE392-0A42-448D-ABEE-1666B74A2F41}"/>
              </a:ext>
            </a:extLst>
          </p:cNvPr>
          <p:cNvSpPr>
            <a:spLocks xmlns:a="http://schemas.openxmlformats.org/drawingml/2006/main" noGrp="1"/>
          </p:cNvSpPr>
          <p:nvPr/>
        </p:nvSpPr>
        <p:spPr>
          <a:xfrm xmlns:a="http://schemas.openxmlformats.org/drawingml/2006/main">
            <a:off x="2400300" y="3286125"/>
            <a:ext cx="723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CALLS</a:t>
            </a:r>
          </a:p>
        </p:txBody>
      </p:sp>
      <p:sp>
        <p:nvSpPr>
          <p:cNvPr id="35" name="">
            <a:extLst xmlns:a="http://schemas.openxmlformats.org/drawingml/2006/main">
              <a:ext uri="{FF2B5EF4-FFF2-40B4-BE49-F238E27FC236}">
                <a16:creationId xmlns:a16="http://schemas.microsoft.com/office/drawing/2014/main" id="{22869354-EBEE-4596-8C65-6EA5A0B92E44}"/>
              </a:ext>
            </a:extLst>
          </p:cNvPr>
          <p:cNvSpPr>
            <a:spLocks xmlns:a="http://schemas.openxmlformats.org/drawingml/2006/main" noGrp="1"/>
          </p:cNvSpPr>
          <p:nvPr/>
        </p:nvSpPr>
        <p:spPr>
          <a:xfrm xmlns:a="http://schemas.openxmlformats.org/drawingml/2006/main">
            <a:off x="2305050" y="445770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ISSUES_SQL</a:t>
            </a:r>
          </a:p>
        </p:txBody>
      </p:sp>
      <p:sp>
        <p:nvSpPr>
          <p:cNvPr id="36" name="">
            <a:extLst xmlns:a="http://schemas.openxmlformats.org/drawingml/2006/main">
              <a:ext uri="{FF2B5EF4-FFF2-40B4-BE49-F238E27FC236}">
                <a16:creationId xmlns:a16="http://schemas.microsoft.com/office/drawing/2014/main" id="{AF93B4D0-7F7F-4617-9C59-AEB6BFCBC1F7}"/>
              </a:ext>
            </a:extLst>
          </p:cNvPr>
          <p:cNvSpPr>
            <a:spLocks xmlns:a="http://schemas.openxmlformats.org/drawingml/2006/main" noGrp="1"/>
          </p:cNvSpPr>
          <p:nvPr/>
        </p:nvSpPr>
        <p:spPr>
          <a:xfrm xmlns:a="http://schemas.openxmlformats.org/drawingml/2006/main">
            <a:off x="4838700" y="445770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READS</a:t>
            </a:r>
          </a:p>
        </p:txBody>
      </p:sp>
      <p:sp>
        <p:nvSpPr>
          <p:cNvPr id="37" name="">
            <a:extLst xmlns:a="http://schemas.openxmlformats.org/drawingml/2006/main">
              <a:ext uri="{FF2B5EF4-FFF2-40B4-BE49-F238E27FC236}">
                <a16:creationId xmlns:a16="http://schemas.microsoft.com/office/drawing/2014/main" id="{5521D90B-8B19-4411-8129-04EFA603952F}"/>
              </a:ext>
            </a:extLst>
          </p:cNvPr>
          <p:cNvSpPr>
            <a:spLocks xmlns:a="http://schemas.openxmlformats.org/drawingml/2006/main" noGrp="1"/>
          </p:cNvSpPr>
          <p:nvPr/>
        </p:nvSpPr>
        <p:spPr>
          <a:xfrm xmlns:a="http://schemas.openxmlformats.org/drawingml/2006/main">
            <a:off x="7429500" y="2228850"/>
            <a:ext cx="4152900" cy="3467100"/>
          </a:xfrm>
          <a:prstGeom xmlns:a="http://schemas.openxmlformats.org/drawingml/2006/main" prst="roundRect">
            <a:avLst>
              <a:gd name="adj" fmla="val 3297"/>
            </a:avLst>
          </a:prstGeom>
          <a:solidFill xmlns:a="http://schemas.openxmlformats.org/drawingml/2006/main">
            <a:srgbClr val="17130D"/>
          </a:solidFill>
          <a:ln xmlns:a="http://schemas.openxmlformats.org/drawingml/2006/main" w="9525">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8" name="">
            <a:extLst xmlns:a="http://schemas.openxmlformats.org/drawingml/2006/main">
              <a:ext uri="{FF2B5EF4-FFF2-40B4-BE49-F238E27FC236}">
                <a16:creationId xmlns:a16="http://schemas.microsoft.com/office/drawing/2014/main" id="{6D93753F-ED6F-40C8-8B8F-ABCF24ECF8B9}"/>
              </a:ext>
            </a:extLst>
          </p:cNvPr>
          <p:cNvSpPr>
            <a:spLocks xmlns:a="http://schemas.openxmlformats.org/drawingml/2006/main" noGrp="1"/>
          </p:cNvSpPr>
          <p:nvPr/>
        </p:nvSpPr>
        <p:spPr>
          <a:xfrm xmlns:a="http://schemas.openxmlformats.org/drawingml/2006/main">
            <a:off x="7581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9" name="">
            <a:extLst xmlns:a="http://schemas.openxmlformats.org/drawingml/2006/main">
              <a:ext uri="{FF2B5EF4-FFF2-40B4-BE49-F238E27FC236}">
                <a16:creationId xmlns:a16="http://schemas.microsoft.com/office/drawing/2014/main" id="{94C83404-A4A6-4F43-967E-874E29781EB1}"/>
              </a:ext>
            </a:extLst>
          </p:cNvPr>
          <p:cNvSpPr>
            <a:spLocks xmlns:a="http://schemas.openxmlformats.org/drawingml/2006/main" noGrp="1"/>
          </p:cNvSpPr>
          <p:nvPr/>
        </p:nvSpPr>
        <p:spPr>
          <a:xfrm xmlns:a="http://schemas.openxmlformats.org/drawingml/2006/main">
            <a:off x="7620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Inspector</a:t>
            </a:r>
          </a:p>
        </p:txBody>
      </p:sp>
      <p:sp>
        <p:nvSpPr>
          <p:cNvPr id="40" name="">
            <a:extLst xmlns:a="http://schemas.openxmlformats.org/drawingml/2006/main">
              <a:ext uri="{FF2B5EF4-FFF2-40B4-BE49-F238E27FC236}">
                <a16:creationId xmlns:a16="http://schemas.microsoft.com/office/drawing/2014/main" id="{1DBD0701-49F3-43CA-9263-4AB41B866A5F}"/>
              </a:ext>
            </a:extLst>
          </p:cNvPr>
          <p:cNvSpPr>
            <a:spLocks xmlns:a="http://schemas.openxmlformats.org/drawingml/2006/main" noGrp="1"/>
          </p:cNvSpPr>
          <p:nvPr/>
        </p:nvSpPr>
        <p:spPr>
          <a:xfrm xmlns:a="http://schemas.openxmlformats.org/drawingml/2006/main">
            <a:off x="8343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1" name="">
            <a:extLst xmlns:a="http://schemas.openxmlformats.org/drawingml/2006/main">
              <a:ext uri="{FF2B5EF4-FFF2-40B4-BE49-F238E27FC236}">
                <a16:creationId xmlns:a16="http://schemas.microsoft.com/office/drawing/2014/main" id="{4401DD11-FCEB-4220-95CD-A2325E568807}"/>
              </a:ext>
            </a:extLst>
          </p:cNvPr>
          <p:cNvSpPr>
            <a:spLocks xmlns:a="http://schemas.openxmlformats.org/drawingml/2006/main" noGrp="1"/>
          </p:cNvSpPr>
          <p:nvPr/>
        </p:nvSpPr>
        <p:spPr>
          <a:xfrm xmlns:a="http://schemas.openxmlformats.org/drawingml/2006/main">
            <a:off x="8382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Ask graph</a:t>
            </a:r>
          </a:p>
        </p:txBody>
      </p:sp>
      <p:sp>
        <p:nvSpPr>
          <p:cNvPr id="42" name="">
            <a:extLst xmlns:a="http://schemas.openxmlformats.org/drawingml/2006/main">
              <a:ext uri="{FF2B5EF4-FFF2-40B4-BE49-F238E27FC236}">
                <a16:creationId xmlns:a16="http://schemas.microsoft.com/office/drawing/2014/main" id="{E43B9FDF-2909-4EFE-AB5E-C478775BBC27}"/>
              </a:ext>
            </a:extLst>
          </p:cNvPr>
          <p:cNvSpPr>
            <a:spLocks xmlns:a="http://schemas.openxmlformats.org/drawingml/2006/main" noGrp="1"/>
          </p:cNvSpPr>
          <p:nvPr/>
        </p:nvSpPr>
        <p:spPr>
          <a:xfrm xmlns:a="http://schemas.openxmlformats.org/drawingml/2006/main">
            <a:off x="9105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3" name="">
            <a:extLst xmlns:a="http://schemas.openxmlformats.org/drawingml/2006/main">
              <a:ext uri="{FF2B5EF4-FFF2-40B4-BE49-F238E27FC236}">
                <a16:creationId xmlns:a16="http://schemas.microsoft.com/office/drawing/2014/main" id="{A3429342-D3F0-47E1-B763-A6532D0EEA53}"/>
              </a:ext>
            </a:extLst>
          </p:cNvPr>
          <p:cNvSpPr>
            <a:spLocks xmlns:a="http://schemas.openxmlformats.org/drawingml/2006/main" noGrp="1"/>
          </p:cNvSpPr>
          <p:nvPr/>
        </p:nvSpPr>
        <p:spPr>
          <a:xfrm xmlns:a="http://schemas.openxmlformats.org/drawingml/2006/main">
            <a:off x="9144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Factory</a:t>
            </a:r>
          </a:p>
        </p:txBody>
      </p:sp>
      <p:sp>
        <p:nvSpPr>
          <p:cNvPr id="44" name="">
            <a:extLst xmlns:a="http://schemas.openxmlformats.org/drawingml/2006/main">
              <a:ext uri="{FF2B5EF4-FFF2-40B4-BE49-F238E27FC236}">
                <a16:creationId xmlns:a16="http://schemas.microsoft.com/office/drawing/2014/main" id="{FC92CDC7-BC5E-4D7D-B223-FA6BDA106049}"/>
              </a:ext>
            </a:extLst>
          </p:cNvPr>
          <p:cNvSpPr>
            <a:spLocks xmlns:a="http://schemas.openxmlformats.org/drawingml/2006/main" noGrp="1"/>
          </p:cNvSpPr>
          <p:nvPr/>
        </p:nvSpPr>
        <p:spPr>
          <a:xfrm xmlns:a="http://schemas.openxmlformats.org/drawingml/2006/main">
            <a:off x="9867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5" name="">
            <a:extLst xmlns:a="http://schemas.openxmlformats.org/drawingml/2006/main">
              <a:ext uri="{FF2B5EF4-FFF2-40B4-BE49-F238E27FC236}">
                <a16:creationId xmlns:a16="http://schemas.microsoft.com/office/drawing/2014/main" id="{DD9DC5B2-6306-4329-BF5B-B7ADCECF47D5}"/>
              </a:ext>
            </a:extLst>
          </p:cNvPr>
          <p:cNvSpPr>
            <a:spLocks xmlns:a="http://schemas.openxmlformats.org/drawingml/2006/main" noGrp="1"/>
          </p:cNvSpPr>
          <p:nvPr/>
        </p:nvSpPr>
        <p:spPr>
          <a:xfrm xmlns:a="http://schemas.openxmlformats.org/drawingml/2006/main">
            <a:off x="9906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Portfolio</a:t>
            </a:r>
          </a:p>
        </p:txBody>
      </p:sp>
      <p:sp>
        <p:nvSpPr>
          <p:cNvPr id="46" name="">
            <a:extLst xmlns:a="http://schemas.openxmlformats.org/drawingml/2006/main">
              <a:ext uri="{FF2B5EF4-FFF2-40B4-BE49-F238E27FC236}">
                <a16:creationId xmlns:a16="http://schemas.microsoft.com/office/drawing/2014/main" id="{68979BD4-04D8-497F-AE13-6716255C4432}"/>
              </a:ext>
            </a:extLst>
          </p:cNvPr>
          <p:cNvSpPr>
            <a:spLocks xmlns:a="http://schemas.openxmlformats.org/drawingml/2006/main" noGrp="1"/>
          </p:cNvSpPr>
          <p:nvPr/>
        </p:nvSpPr>
        <p:spPr>
          <a:xfrm xmlns:a="http://schemas.openxmlformats.org/drawingml/2006/main">
            <a:off x="10629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7" name="">
            <a:extLst xmlns:a="http://schemas.openxmlformats.org/drawingml/2006/main">
              <a:ext uri="{FF2B5EF4-FFF2-40B4-BE49-F238E27FC236}">
                <a16:creationId xmlns:a16="http://schemas.microsoft.com/office/drawing/2014/main" id="{87C87929-E309-4DD4-BEB1-81E810BC82BB}"/>
              </a:ext>
            </a:extLst>
          </p:cNvPr>
          <p:cNvSpPr>
            <a:spLocks xmlns:a="http://schemas.openxmlformats.org/drawingml/2006/main" noGrp="1"/>
          </p:cNvSpPr>
          <p:nvPr/>
        </p:nvSpPr>
        <p:spPr>
          <a:xfrm xmlns:a="http://schemas.openxmlformats.org/drawingml/2006/main">
            <a:off x="10668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Recovery</a:t>
            </a:r>
          </a:p>
        </p:txBody>
      </p:sp>
      <p:sp>
        <p:nvSpPr>
          <p:cNvPr id="48" name="">
            <a:extLst xmlns:a="http://schemas.openxmlformats.org/drawingml/2006/main">
              <a:ext uri="{FF2B5EF4-FFF2-40B4-BE49-F238E27FC236}">
                <a16:creationId xmlns:a16="http://schemas.microsoft.com/office/drawing/2014/main" id="{4670D3ED-5E83-4FA1-BBED-25126FCDC37B}"/>
              </a:ext>
            </a:extLst>
          </p:cNvPr>
          <p:cNvSpPr>
            <a:spLocks xmlns:a="http://schemas.openxmlformats.org/drawingml/2006/main" noGrp="1"/>
          </p:cNvSpPr>
          <p:nvPr/>
        </p:nvSpPr>
        <p:spPr>
          <a:xfrm xmlns:a="http://schemas.openxmlformats.org/drawingml/2006/main">
            <a:off x="7581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9" name="">
            <a:extLst xmlns:a="http://schemas.openxmlformats.org/drawingml/2006/main">
              <a:ext uri="{FF2B5EF4-FFF2-40B4-BE49-F238E27FC236}">
                <a16:creationId xmlns:a16="http://schemas.microsoft.com/office/drawing/2014/main" id="{D92CAAB4-A425-4924-95A0-B58CB88E049A}"/>
              </a:ext>
            </a:extLst>
          </p:cNvPr>
          <p:cNvSpPr>
            <a:spLocks xmlns:a="http://schemas.openxmlformats.org/drawingml/2006/main" noGrp="1"/>
          </p:cNvSpPr>
          <p:nvPr/>
        </p:nvSpPr>
        <p:spPr>
          <a:xfrm xmlns:a="http://schemas.openxmlformats.org/drawingml/2006/main">
            <a:off x="7620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Quality</a:t>
            </a:r>
          </a:p>
        </p:txBody>
      </p:sp>
      <p:sp>
        <p:nvSpPr>
          <p:cNvPr id="50" name="">
            <a:extLst xmlns:a="http://schemas.openxmlformats.org/drawingml/2006/main">
              <a:ext uri="{FF2B5EF4-FFF2-40B4-BE49-F238E27FC236}">
                <a16:creationId xmlns:a16="http://schemas.microsoft.com/office/drawing/2014/main" id="{91FED96D-6704-4BE3-B2C6-C931BE604824}"/>
              </a:ext>
            </a:extLst>
          </p:cNvPr>
          <p:cNvSpPr>
            <a:spLocks xmlns:a="http://schemas.openxmlformats.org/drawingml/2006/main" noGrp="1"/>
          </p:cNvSpPr>
          <p:nvPr/>
        </p:nvSpPr>
        <p:spPr>
          <a:xfrm xmlns:a="http://schemas.openxmlformats.org/drawingml/2006/main">
            <a:off x="8343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1" name="">
            <a:extLst xmlns:a="http://schemas.openxmlformats.org/drawingml/2006/main">
              <a:ext uri="{FF2B5EF4-FFF2-40B4-BE49-F238E27FC236}">
                <a16:creationId xmlns:a16="http://schemas.microsoft.com/office/drawing/2014/main" id="{02721F53-CB49-4E73-A324-F5F196D25D50}"/>
              </a:ext>
            </a:extLst>
          </p:cNvPr>
          <p:cNvSpPr>
            <a:spLocks xmlns:a="http://schemas.openxmlformats.org/drawingml/2006/main" noGrp="1"/>
          </p:cNvSpPr>
          <p:nvPr/>
        </p:nvSpPr>
        <p:spPr>
          <a:xfrm xmlns:a="http://schemas.openxmlformats.org/drawingml/2006/main">
            <a:off x="8382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Memory</a:t>
            </a:r>
          </a:p>
        </p:txBody>
      </p:sp>
      <p:sp>
        <p:nvSpPr>
          <p:cNvPr id="52" name="">
            <a:extLst xmlns:a="http://schemas.openxmlformats.org/drawingml/2006/main">
              <a:ext uri="{FF2B5EF4-FFF2-40B4-BE49-F238E27FC236}">
                <a16:creationId xmlns:a16="http://schemas.microsoft.com/office/drawing/2014/main" id="{4E76C9E8-2DAF-49B5-A1F5-89068771BD14}"/>
              </a:ext>
            </a:extLst>
          </p:cNvPr>
          <p:cNvSpPr>
            <a:spLocks xmlns:a="http://schemas.openxmlformats.org/drawingml/2006/main" noGrp="1"/>
          </p:cNvSpPr>
          <p:nvPr/>
        </p:nvSpPr>
        <p:spPr>
          <a:xfrm xmlns:a="http://schemas.openxmlformats.org/drawingml/2006/main">
            <a:off x="9105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3" name="">
            <a:extLst xmlns:a="http://schemas.openxmlformats.org/drawingml/2006/main">
              <a:ext uri="{FF2B5EF4-FFF2-40B4-BE49-F238E27FC236}">
                <a16:creationId xmlns:a16="http://schemas.microsoft.com/office/drawing/2014/main" id="{3D3CC685-FB00-40A2-8215-F1FAE479B834}"/>
              </a:ext>
            </a:extLst>
          </p:cNvPr>
          <p:cNvSpPr>
            <a:spLocks xmlns:a="http://schemas.openxmlformats.org/drawingml/2006/main" noGrp="1"/>
          </p:cNvSpPr>
          <p:nvPr/>
        </p:nvSpPr>
        <p:spPr>
          <a:xfrm xmlns:a="http://schemas.openxmlformats.org/drawingml/2006/main">
            <a:off x="9144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Data</a:t>
            </a:r>
          </a:p>
        </p:txBody>
      </p:sp>
      <p:sp>
        <p:nvSpPr>
          <p:cNvPr id="54" name="">
            <a:extLst xmlns:a="http://schemas.openxmlformats.org/drawingml/2006/main">
              <a:ext uri="{FF2B5EF4-FFF2-40B4-BE49-F238E27FC236}">
                <a16:creationId xmlns:a16="http://schemas.microsoft.com/office/drawing/2014/main" id="{C6C7E600-77E1-4276-A7CB-8B2441E71EEC}"/>
              </a:ext>
            </a:extLst>
          </p:cNvPr>
          <p:cNvSpPr>
            <a:spLocks xmlns:a="http://schemas.openxmlformats.org/drawingml/2006/main" noGrp="1"/>
          </p:cNvSpPr>
          <p:nvPr/>
        </p:nvSpPr>
        <p:spPr>
          <a:xfrm xmlns:a="http://schemas.openxmlformats.org/drawingml/2006/main">
            <a:off x="9867900" y="2667000"/>
            <a:ext cx="704850" cy="228600"/>
          </a:xfrm>
          <a:prstGeom xmlns:a="http://schemas.openxmlformats.org/drawingml/2006/main" prst="roundRect">
            <a:avLst>
              <a:gd name="adj" fmla="val 50000"/>
            </a:avLst>
          </a:prstGeom>
          <a:solidFill xmlns:a="http://schemas.openxmlformats.org/drawingml/2006/main">
            <a:srgbClr val="F2B84B"/>
          </a:solidFill>
          <a:ln xmlns:a="http://schemas.openxmlformats.org/drawingml/2006/main" w="762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55" name="">
            <a:extLst xmlns:a="http://schemas.openxmlformats.org/drawingml/2006/main">
              <a:ext uri="{FF2B5EF4-FFF2-40B4-BE49-F238E27FC236}">
                <a16:creationId xmlns:a16="http://schemas.microsoft.com/office/drawing/2014/main" id="{80F86BA6-8916-4434-843C-BB8B07E48A3D}"/>
              </a:ext>
            </a:extLst>
          </p:cNvPr>
          <p:cNvSpPr>
            <a:spLocks xmlns:a="http://schemas.openxmlformats.org/drawingml/2006/main" noGrp="1"/>
          </p:cNvSpPr>
          <p:nvPr/>
        </p:nvSpPr>
        <p:spPr>
          <a:xfrm xmlns:a="http://schemas.openxmlformats.org/drawingml/2006/main">
            <a:off x="9906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1" i="0">
                <a:solidFill>
                  <a:srgbClr val="050505"/>
                </a:solidFill>
              </a:defRPr>
            </a:pPr>
            <a:r>
              <a:rPr sz="600" b="1" i="0">
                <a:solidFill>
                  <a:srgbClr val="050505"/>
                </a:solidFill>
              </a:rPr>
              <a:t>Runtime</a:t>
            </a:r>
          </a:p>
        </p:txBody>
      </p:sp>
      <p:sp>
        <p:nvSpPr>
          <p:cNvPr id="56" name="">
            <a:extLst xmlns:a="http://schemas.openxmlformats.org/drawingml/2006/main">
              <a:ext uri="{FF2B5EF4-FFF2-40B4-BE49-F238E27FC236}">
                <a16:creationId xmlns:a16="http://schemas.microsoft.com/office/drawing/2014/main" id="{EBD7FF8A-3D1B-4058-AD24-986A3B1A4E3C}"/>
              </a:ext>
            </a:extLst>
          </p:cNvPr>
          <p:cNvSpPr>
            <a:spLocks xmlns:a="http://schemas.openxmlformats.org/drawingml/2006/main" noGrp="1"/>
          </p:cNvSpPr>
          <p:nvPr/>
        </p:nvSpPr>
        <p:spPr>
          <a:xfrm xmlns:a="http://schemas.openxmlformats.org/drawingml/2006/main">
            <a:off x="10629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7" name="">
            <a:extLst xmlns:a="http://schemas.openxmlformats.org/drawingml/2006/main">
              <a:ext uri="{FF2B5EF4-FFF2-40B4-BE49-F238E27FC236}">
                <a16:creationId xmlns:a16="http://schemas.microsoft.com/office/drawing/2014/main" id="{3D08284A-0023-4AFE-920C-CA150A8A9C91}"/>
              </a:ext>
            </a:extLst>
          </p:cNvPr>
          <p:cNvSpPr>
            <a:spLocks xmlns:a="http://schemas.openxmlformats.org/drawingml/2006/main" noGrp="1"/>
          </p:cNvSpPr>
          <p:nvPr/>
        </p:nvSpPr>
        <p:spPr>
          <a:xfrm xmlns:a="http://schemas.openxmlformats.org/drawingml/2006/main">
            <a:off x="10668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Audit</a:t>
            </a:r>
          </a:p>
        </p:txBody>
      </p:sp>
      <p:sp>
        <p:nvSpPr>
          <p:cNvPr id="58" name="">
            <a:extLst xmlns:a="http://schemas.openxmlformats.org/drawingml/2006/main">
              <a:ext uri="{FF2B5EF4-FFF2-40B4-BE49-F238E27FC236}">
                <a16:creationId xmlns:a16="http://schemas.microsoft.com/office/drawing/2014/main" id="{2AC6128C-4708-459E-9909-6A5F3199ABE7}"/>
              </a:ext>
            </a:extLst>
          </p:cNvPr>
          <p:cNvSpPr>
            <a:spLocks xmlns:a="http://schemas.openxmlformats.org/drawingml/2006/main" noGrp="1"/>
          </p:cNvSpPr>
          <p:nvPr/>
        </p:nvSpPr>
        <p:spPr>
          <a:xfrm xmlns:a="http://schemas.openxmlformats.org/drawingml/2006/main">
            <a:off x="7639050" y="3105150"/>
            <a:ext cx="3619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RUNTIME EVIDENCE PLANE</a:t>
            </a:r>
          </a:p>
        </p:txBody>
      </p:sp>
      <p:sp>
        <p:nvSpPr>
          <p:cNvPr id="59" name="">
            <a:extLst xmlns:a="http://schemas.openxmlformats.org/drawingml/2006/main">
              <a:ext uri="{FF2B5EF4-FFF2-40B4-BE49-F238E27FC236}">
                <a16:creationId xmlns:a16="http://schemas.microsoft.com/office/drawing/2014/main" id="{813C1E10-64F9-4EC8-AC3C-C6A12521AF24}"/>
              </a:ext>
            </a:extLst>
          </p:cNvPr>
          <p:cNvSpPr>
            <a:spLocks xmlns:a="http://schemas.openxmlformats.org/drawingml/2006/main" noGrp="1"/>
          </p:cNvSpPr>
          <p:nvPr/>
        </p:nvSpPr>
        <p:spPr>
          <a:xfrm xmlns:a="http://schemas.openxmlformats.org/drawingml/2006/main">
            <a:off x="7639050" y="3352800"/>
            <a:ext cx="361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F8F4EC"/>
                </a:solidFill>
              </a:defRPr>
            </a:pPr>
            <a:r>
              <a:rPr sz="1650" b="1" i="0">
                <a:solidFill>
                  <a:srgbClr val="F8F4EC"/>
                </a:solidFill>
              </a:rPr>
              <a:t>Static claims meet observed behavior</a:t>
            </a:r>
          </a:p>
        </p:txBody>
      </p:sp>
      <p:sp>
        <p:nvSpPr>
          <p:cNvPr id="60" name="">
            <a:extLst xmlns:a="http://schemas.openxmlformats.org/drawingml/2006/main">
              <a:ext uri="{FF2B5EF4-FFF2-40B4-BE49-F238E27FC236}">
                <a16:creationId xmlns:a16="http://schemas.microsoft.com/office/drawing/2014/main" id="{1B2CFB6A-0C6F-4EBC-841F-3FA596BFA22F}"/>
              </a:ext>
            </a:extLst>
          </p:cNvPr>
          <p:cNvSpPr>
            <a:spLocks xmlns:a="http://schemas.openxmlformats.org/drawingml/2006/main" noGrp="1"/>
          </p:cNvSpPr>
          <p:nvPr/>
        </p:nvSpPr>
        <p:spPr>
          <a:xfrm xmlns:a="http://schemas.openxmlformats.org/drawingml/2006/main">
            <a:off x="7658100" y="4048125"/>
            <a:ext cx="228600" cy="228600"/>
          </a:xfrm>
          <a:prstGeom xmlns:a="http://schemas.openxmlformats.org/drawingml/2006/main" prst="ellipse">
            <a:avLst/>
          </a:prstGeom>
          <a:solidFill xmlns:a="http://schemas.openxmlformats.org/drawingml/2006/main">
            <a:srgbClr val="F2B84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1" name="">
            <a:extLst xmlns:a="http://schemas.openxmlformats.org/drawingml/2006/main">
              <a:ext uri="{FF2B5EF4-FFF2-40B4-BE49-F238E27FC236}">
                <a16:creationId xmlns:a16="http://schemas.microsoft.com/office/drawing/2014/main" id="{7016DF94-6181-4C4B-8ED1-8BC84EBC9A63}"/>
              </a:ext>
            </a:extLst>
          </p:cNvPr>
          <p:cNvSpPr>
            <a:spLocks xmlns:a="http://schemas.openxmlformats.org/drawingml/2006/main" noGrp="1"/>
          </p:cNvSpPr>
          <p:nvPr/>
        </p:nvSpPr>
        <p:spPr>
          <a:xfrm xmlns:a="http://schemas.openxmlformats.org/drawingml/2006/main">
            <a:off x="7658100" y="410527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050505"/>
                </a:solidFill>
              </a:defRPr>
            </a:pPr>
            <a:r>
              <a:rPr sz="675" b="1" i="0">
                <a:solidFill>
                  <a:srgbClr val="050505"/>
                </a:solidFill>
              </a:rPr>
              <a:t>1</a:t>
            </a:r>
          </a:p>
        </p:txBody>
      </p:sp>
      <p:sp>
        <p:nvSpPr>
          <p:cNvPr id="62" name="">
            <a:extLst xmlns:a="http://schemas.openxmlformats.org/drawingml/2006/main">
              <a:ext uri="{FF2B5EF4-FFF2-40B4-BE49-F238E27FC236}">
                <a16:creationId xmlns:a16="http://schemas.microsoft.com/office/drawing/2014/main" id="{77FACE9B-CB76-474E-971B-A72E59431785}"/>
              </a:ext>
            </a:extLst>
          </p:cNvPr>
          <p:cNvSpPr>
            <a:spLocks xmlns:a="http://schemas.openxmlformats.org/drawingml/2006/main" noGrp="1"/>
          </p:cNvSpPr>
          <p:nvPr/>
        </p:nvSpPr>
        <p:spPr>
          <a:xfrm xmlns:a="http://schemas.openxmlformats.org/drawingml/2006/main">
            <a:off x="8001000" y="403860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8F4EC"/>
                </a:solidFill>
              </a:defRPr>
            </a:pPr>
            <a:r>
              <a:rPr sz="1050" b="1" i="0">
                <a:solidFill>
                  <a:srgbClr val="F8F4EC"/>
                </a:solidFill>
              </a:rPr>
              <a:t>Observed operations bound to graph IDs</a:t>
            </a:r>
          </a:p>
        </p:txBody>
      </p:sp>
      <p:sp>
        <p:nvSpPr>
          <p:cNvPr id="63" name="">
            <a:extLst xmlns:a="http://schemas.openxmlformats.org/drawingml/2006/main">
              <a:ext uri="{FF2B5EF4-FFF2-40B4-BE49-F238E27FC236}">
                <a16:creationId xmlns:a16="http://schemas.microsoft.com/office/drawing/2014/main" id="{611AD645-0827-4A07-B7D3-9697F2B8EF55}"/>
              </a:ext>
            </a:extLst>
          </p:cNvPr>
          <p:cNvSpPr>
            <a:spLocks xmlns:a="http://schemas.openxmlformats.org/drawingml/2006/main" noGrp="1"/>
          </p:cNvSpPr>
          <p:nvPr/>
        </p:nvSpPr>
        <p:spPr>
          <a:xfrm xmlns:a="http://schemas.openxmlformats.org/drawingml/2006/main">
            <a:off x="7658100" y="4524375"/>
            <a:ext cx="228600" cy="228600"/>
          </a:xfrm>
          <a:prstGeom xmlns:a="http://schemas.openxmlformats.org/drawingml/2006/main" prst="ellipse">
            <a:avLst/>
          </a:prstGeom>
          <a:solidFill xmlns:a="http://schemas.openxmlformats.org/drawingml/2006/main">
            <a:srgbClr val="2A1D0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4" name="">
            <a:extLst xmlns:a="http://schemas.openxmlformats.org/drawingml/2006/main">
              <a:ext uri="{FF2B5EF4-FFF2-40B4-BE49-F238E27FC236}">
                <a16:creationId xmlns:a16="http://schemas.microsoft.com/office/drawing/2014/main" id="{359821C3-21E9-40AC-9C69-4FCF4129A8BD}"/>
              </a:ext>
            </a:extLst>
          </p:cNvPr>
          <p:cNvSpPr>
            <a:spLocks xmlns:a="http://schemas.openxmlformats.org/drawingml/2006/main" noGrp="1"/>
          </p:cNvSpPr>
          <p:nvPr/>
        </p:nvSpPr>
        <p:spPr>
          <a:xfrm xmlns:a="http://schemas.openxmlformats.org/drawingml/2006/main">
            <a:off x="7658100" y="458152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F2B84B"/>
                </a:solidFill>
              </a:defRPr>
            </a:pPr>
            <a:r>
              <a:rPr sz="675" b="1" i="0">
                <a:solidFill>
                  <a:srgbClr val="F2B84B"/>
                </a:solidFill>
              </a:rPr>
              <a:t>2</a:t>
            </a:r>
          </a:p>
        </p:txBody>
      </p:sp>
      <p:sp>
        <p:nvSpPr>
          <p:cNvPr id="65" name="">
            <a:extLst xmlns:a="http://schemas.openxmlformats.org/drawingml/2006/main">
              <a:ext uri="{FF2B5EF4-FFF2-40B4-BE49-F238E27FC236}">
                <a16:creationId xmlns:a16="http://schemas.microsoft.com/office/drawing/2014/main" id="{AEDFE8B7-8EFF-4260-A283-76135E1CE005}"/>
              </a:ext>
            </a:extLst>
          </p:cNvPr>
          <p:cNvSpPr>
            <a:spLocks xmlns:a="http://schemas.openxmlformats.org/drawingml/2006/main" noGrp="1"/>
          </p:cNvSpPr>
          <p:nvPr/>
        </p:nvSpPr>
        <p:spPr>
          <a:xfrm xmlns:a="http://schemas.openxmlformats.org/drawingml/2006/main">
            <a:off x="8001000" y="451485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Evidence class + source identity</a:t>
            </a:r>
          </a:p>
        </p:txBody>
      </p:sp>
      <p:sp>
        <p:nvSpPr>
          <p:cNvPr id="66" name="">
            <a:extLst xmlns:a="http://schemas.openxmlformats.org/drawingml/2006/main">
              <a:ext uri="{FF2B5EF4-FFF2-40B4-BE49-F238E27FC236}">
                <a16:creationId xmlns:a16="http://schemas.microsoft.com/office/drawing/2014/main" id="{0FBF8FB9-68DE-4AFF-A7A5-B3D2E30D846C}"/>
              </a:ext>
            </a:extLst>
          </p:cNvPr>
          <p:cNvSpPr>
            <a:spLocks xmlns:a="http://schemas.openxmlformats.org/drawingml/2006/main" noGrp="1"/>
          </p:cNvSpPr>
          <p:nvPr/>
        </p:nvSpPr>
        <p:spPr>
          <a:xfrm xmlns:a="http://schemas.openxmlformats.org/drawingml/2006/main">
            <a:off x="7658100" y="5000625"/>
            <a:ext cx="228600" cy="228600"/>
          </a:xfrm>
          <a:prstGeom xmlns:a="http://schemas.openxmlformats.org/drawingml/2006/main" prst="ellipse">
            <a:avLst/>
          </a:prstGeom>
          <a:solidFill xmlns:a="http://schemas.openxmlformats.org/drawingml/2006/main">
            <a:srgbClr val="2A1D0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7" name="">
            <a:extLst xmlns:a="http://schemas.openxmlformats.org/drawingml/2006/main">
              <a:ext uri="{FF2B5EF4-FFF2-40B4-BE49-F238E27FC236}">
                <a16:creationId xmlns:a16="http://schemas.microsoft.com/office/drawing/2014/main" id="{8E85BE82-60EB-42A7-A616-5DDACE3FFF1E}"/>
              </a:ext>
            </a:extLst>
          </p:cNvPr>
          <p:cNvSpPr>
            <a:spLocks xmlns:a="http://schemas.openxmlformats.org/drawingml/2006/main" noGrp="1"/>
          </p:cNvSpPr>
          <p:nvPr/>
        </p:nvSpPr>
        <p:spPr>
          <a:xfrm xmlns:a="http://schemas.openxmlformats.org/drawingml/2006/main">
            <a:off x="7658100" y="505777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F2B84B"/>
                </a:solidFill>
              </a:defRPr>
            </a:pPr>
            <a:r>
              <a:rPr sz="675" b="1" i="0">
                <a:solidFill>
                  <a:srgbClr val="F2B84B"/>
                </a:solidFill>
              </a:rPr>
              <a:t>3</a:t>
            </a:r>
          </a:p>
        </p:txBody>
      </p:sp>
      <p:sp>
        <p:nvSpPr>
          <p:cNvPr id="68" name="">
            <a:extLst xmlns:a="http://schemas.openxmlformats.org/drawingml/2006/main">
              <a:ext uri="{FF2B5EF4-FFF2-40B4-BE49-F238E27FC236}">
                <a16:creationId xmlns:a16="http://schemas.microsoft.com/office/drawing/2014/main" id="{2BDE6B7B-F9BA-482A-8415-4976A0E21EB0}"/>
              </a:ext>
            </a:extLst>
          </p:cNvPr>
          <p:cNvSpPr>
            <a:spLocks xmlns:a="http://schemas.openxmlformats.org/drawingml/2006/main" noGrp="1"/>
          </p:cNvSpPr>
          <p:nvPr/>
        </p:nvSpPr>
        <p:spPr>
          <a:xfrm xmlns:a="http://schemas.openxmlformats.org/drawingml/2006/main">
            <a:off x="8001000" y="499110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Limits remain visible</a:t>
            </a:r>
          </a:p>
        </p:txBody>
      </p:sp>
      <p:sp>
        <p:nvSpPr>
          <p:cNvPr id="69" name="">
            <a:extLst xmlns:a="http://schemas.openxmlformats.org/drawingml/2006/main">
              <a:ext uri="{FF2B5EF4-FFF2-40B4-BE49-F238E27FC236}">
                <a16:creationId xmlns:a16="http://schemas.microsoft.com/office/drawing/2014/main" id="{9473290F-4710-40A7-86D6-BC101B494664}"/>
              </a:ext>
            </a:extLst>
          </p:cNvPr>
          <p:cNvSpPr>
            <a:spLocks xmlns:a="http://schemas.openxmlformats.org/drawingml/2006/main" noGrp="1"/>
          </p:cNvSpPr>
          <p:nvPr/>
        </p:nvSpPr>
        <p:spPr>
          <a:xfrm xmlns:a="http://schemas.openxmlformats.org/drawingml/2006/main">
            <a:off x="7639050" y="5410200"/>
            <a:ext cx="1257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Customer value</a:t>
            </a:r>
          </a:p>
        </p:txBody>
      </p:sp>
      <p:sp>
        <p:nvSpPr>
          <p:cNvPr id="70" name="">
            <a:extLst xmlns:a="http://schemas.openxmlformats.org/drawingml/2006/main">
              <a:ext uri="{FF2B5EF4-FFF2-40B4-BE49-F238E27FC236}">
                <a16:creationId xmlns:a16="http://schemas.microsoft.com/office/drawing/2014/main" id="{7D0F051F-1628-46E1-BE9B-8D00554EE92C}"/>
              </a:ext>
            </a:extLst>
          </p:cNvPr>
          <p:cNvSpPr>
            <a:spLocks xmlns:a="http://schemas.openxmlformats.org/drawingml/2006/main" noGrp="1"/>
          </p:cNvSpPr>
          <p:nvPr/>
        </p:nvSpPr>
        <p:spPr>
          <a:xfrm xmlns:a="http://schemas.openxmlformats.org/drawingml/2006/main">
            <a:off x="8953500" y="5381625"/>
            <a:ext cx="2324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F8F4EC"/>
                </a:solidFill>
              </a:defRPr>
            </a:pPr>
            <a:r>
              <a:rPr sz="900" b="1" i="0">
                <a:solidFill>
                  <a:srgbClr val="F8F4EC"/>
                </a:solidFill>
              </a:rPr>
              <a:t>One shared truth surface</a:t>
            </a:r>
          </a:p>
        </p:txBody>
      </p:sp>
      <p:sp>
        <p:nvSpPr>
          <p:cNvPr id="71" name="">
            <a:extLst xmlns:a="http://schemas.openxmlformats.org/drawingml/2006/main">
              <a:ext uri="{FF2B5EF4-FFF2-40B4-BE49-F238E27FC236}">
                <a16:creationId xmlns:a16="http://schemas.microsoft.com/office/drawing/2014/main" id="{E936B598-06FF-442B-8C16-C49AABA6047E}"/>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3" name="">
            <a:extLst xmlns:a="http://schemas.openxmlformats.org/drawingml/2006/main">
              <a:ext uri="{FF2B5EF4-FFF2-40B4-BE49-F238E27FC236}">
                <a16:creationId xmlns:a16="http://schemas.microsoft.com/office/drawing/2014/main" id="{2ADB0552-B742-4A02-8AF4-DF44D2D999D8}"/>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4" name="">
            <a:extLst xmlns:a="http://schemas.openxmlformats.org/drawingml/2006/main">
              <a:ext uri="{FF2B5EF4-FFF2-40B4-BE49-F238E27FC236}">
                <a16:creationId xmlns:a16="http://schemas.microsoft.com/office/drawing/2014/main" id="{EA28417B-6EE3-4349-A7EC-39B6B3465D89}"/>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23</a:t>
            </a:r>
          </a:p>
        </p:txBody>
      </p:sp>
      <p:pic>
        <p:nvPicPr>
          <p:cNvPr id="250" name=""/>
          <p:cNvPicPr>
            <a:picLocks xmlns:a="http://schemas.openxmlformats.org/drawingml/2006/main" noChangeAspect="1"/>
          </p:cNvPicPr>
          <p:nvPr/>
        </p:nvPicPr>
        <p:blipFill>
          <a:blip xmlns:r="http://schemas.openxmlformats.org/officeDocument/2006/relationships" xmlns:a="http://schemas.openxmlformats.org/drawingml/2006/main" r:embed="Rcb4fa69af45a4d4d">
            <a:extLst>
              <a:ext uri="{96DAC541-7B7A-43D3-8B79-37D633B846F1}">
                <asvg:svgBlip xmlns:asvg="http://schemas.microsoft.com/office/drawing/2016/SVG/main" r:embed="Rf1df5477cc2c405c"/>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251" name=""/>
          <p:cNvPicPr>
            <a:picLocks xmlns:a="http://schemas.openxmlformats.org/drawingml/2006/main" noChangeAspect="1"/>
          </p:cNvPicPr>
          <p:nvPr/>
        </p:nvPicPr>
        <p:blipFill>
          <a:blip xmlns:r="http://schemas.openxmlformats.org/officeDocument/2006/relationships" xmlns:a="http://schemas.openxmlformats.org/drawingml/2006/main" r:embed="R652ccbcf59974d83">
            <a:extLst>
              <a:ext uri="{96DAC541-7B7A-43D3-8B79-37D633B846F1}">
                <asvg:svgBlip xmlns:asvg="http://schemas.microsoft.com/office/drawing/2016/SVG/main" r:embed="Rfaeb61dd6a5b4b82"/>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1915807900"/>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75" name="">
            <a:extLst xmlns:a="http://schemas.openxmlformats.org/drawingml/2006/main">
              <a:ext uri="{FF2B5EF4-FFF2-40B4-BE49-F238E27FC236}">
                <a16:creationId xmlns:a16="http://schemas.microsoft.com/office/drawing/2014/main" id="{17C016CB-7F30-4E66-B76D-F93D59F2BBA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
            <a:extLst xmlns:a="http://schemas.openxmlformats.org/drawingml/2006/main">
              <a:ext uri="{FF2B5EF4-FFF2-40B4-BE49-F238E27FC236}">
                <a16:creationId xmlns:a16="http://schemas.microsoft.com/office/drawing/2014/main" id="{3AE929B3-6597-4A02-98D7-A6C8C9961E9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gradFill xmlns:a="http://schemas.openxmlformats.org/drawingml/2006/main">
            <a:gsLst>
              <a:gs pos="0">
                <a:srgbClr val="D68A17"/>
              </a:gs>
              <a:gs pos="100000">
                <a:srgbClr val="F2B84B"/>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3E645602-B988-46FF-BC21-14BD7C410028}"/>
              </a:ext>
            </a:extLst>
          </p:cNvPr>
          <p:cNvSpPr>
            <a:spLocks xmlns:a="http://schemas.openxmlformats.org/drawingml/2006/main" noGrp="1"/>
          </p:cNvSpPr>
          <p:nvPr/>
        </p:nvSpPr>
        <p:spPr>
          <a:xfrm xmlns:a="http://schemas.openxmlformats.org/drawingml/2006/main">
            <a:off x="10763250" y="171450"/>
            <a:ext cx="1200150" cy="1200150"/>
          </a:xfrm>
          <a:prstGeom xmlns:a="http://schemas.openxmlformats.org/drawingml/2006/main" prst="ellipse">
            <a:avLst/>
          </a:prstGeom>
          <a:solidFill xmlns:a="http://schemas.openxmlformats.org/drawingml/2006/main">
            <a:srgbClr val="F2B84B">
              <a:alpha val="8000"/>
            </a:srgbClr>
          </a:solidFill>
          <a:ln xmlns:a="http://schemas.openxmlformats.org/drawingml/2006/main" w="9525">
            <a:solidFill>
              <a:srgbClr val="F2B84B">
                <a:alpha val="12000"/>
              </a:srgbClr>
            </a:solidFill>
            <a:prstDash val="solid"/>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00814DC9-5E29-4F45-A561-45F5D77E4354}"/>
              </a:ext>
            </a:extLst>
          </p:cNvPr>
          <p:cNvSpPr>
            <a:spLocks xmlns:a="http://schemas.openxmlformats.org/drawingml/2006/main" noGrp="1"/>
          </p:cNvSpPr>
          <p:nvPr/>
        </p:nvSpPr>
        <p:spPr>
          <a:xfrm xmlns:a="http://schemas.openxmlformats.org/drawingml/2006/main">
            <a:off x="171450" y="5619750"/>
            <a:ext cx="1028700" cy="1028700"/>
          </a:xfrm>
          <a:prstGeom xmlns:a="http://schemas.openxmlformats.org/drawingml/2006/main" prst="ellipse">
            <a:avLst/>
          </a:prstGeom>
          <a:solidFill xmlns:a="http://schemas.openxmlformats.org/drawingml/2006/main">
            <a:srgbClr val="D68A17">
              <a:alpha val="6000"/>
            </a:srgbClr>
          </a:solidFill>
          <a:ln xmlns:a="http://schemas.openxmlformats.org/drawingml/2006/main" w="9525">
            <a:solidFill>
              <a:srgbClr val="D68A17">
                <a:alpha val="10000"/>
              </a:srgbClr>
            </a:solidFill>
            <a:prstDash val="solid"/>
          </a:ln>
        </p:spPr>
        <p:txBody>
          <a:bodyPr xmlns:a="http://schemas.openxmlformats.org/drawingml/2006/main"/>
          <a:lstStyle xmlns:a="http://schemas.openxmlformats.org/drawingml/2006/main"/>
          <a:p xmlns:a="http://schemas.openxmlformats.org/drawingml/2006/main"/>
        </p:txBody>
      </p:sp>
      <p:sp>
        <p:nvSpPr>
          <p:cNvPr id="5" name="">
            <a:extLst xmlns:a="http://schemas.openxmlformats.org/drawingml/2006/main">
              <a:ext uri="{FF2B5EF4-FFF2-40B4-BE49-F238E27FC236}">
                <a16:creationId xmlns:a16="http://schemas.microsoft.com/office/drawing/2014/main" id="{EE39631B-8D1D-43B4-98B8-464D12B86B8B}"/>
              </a:ext>
            </a:extLst>
          </p:cNvPr>
          <p:cNvSpPr>
            <a:spLocks xmlns:a="http://schemas.openxmlformats.org/drawingml/2006/main" noGrp="1"/>
          </p:cNvSpPr>
          <p:nvPr/>
        </p:nvSpPr>
        <p:spPr>
          <a:xfrm xmlns:a="http://schemas.openxmlformats.org/drawingml/2006/main">
            <a:off x="552450" y="323850"/>
            <a:ext cx="657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F2B84B"/>
                </a:solidFill>
              </a:defRPr>
            </a:pPr>
            <a:r>
              <a:rPr sz="975" b="1" i="0">
                <a:solidFill>
                  <a:srgbClr val="F2B84B"/>
                </a:solidFill>
              </a:rPr>
              <a:t>UI MODE · AUDIT</a:t>
            </a:r>
          </a:p>
        </p:txBody>
      </p:sp>
      <p:sp>
        <p:nvSpPr>
          <p:cNvPr id="6" name="">
            <a:extLst xmlns:a="http://schemas.openxmlformats.org/drawingml/2006/main">
              <a:ext uri="{FF2B5EF4-FFF2-40B4-BE49-F238E27FC236}">
                <a16:creationId xmlns:a16="http://schemas.microsoft.com/office/drawing/2014/main" id="{CA6AD31E-65C7-452F-8ED4-E2D43B861746}"/>
              </a:ext>
            </a:extLst>
          </p:cNvPr>
          <p:cNvSpPr>
            <a:spLocks xmlns:a="http://schemas.openxmlformats.org/drawingml/2006/main" noGrp="1"/>
          </p:cNvSpPr>
          <p:nvPr/>
        </p:nvSpPr>
        <p:spPr>
          <a:xfrm xmlns:a="http://schemas.openxmlformats.org/drawingml/2006/main">
            <a:off x="552450" y="666750"/>
            <a:ext cx="1090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i="0">
                <a:solidFill>
                  <a:srgbClr val="F8F4EC"/>
                </a:solidFill>
              </a:defRPr>
            </a:pPr>
            <a:r>
              <a:rPr sz="2325" b="1" i="0">
                <a:solidFill>
                  <a:srgbClr val="F8F4EC"/>
                </a:solidFill>
              </a:rPr>
              <a:t>Can a reviewer replay the evidence behind a release decision?</a:t>
            </a:r>
          </a:p>
        </p:txBody>
      </p:sp>
      <p:sp>
        <p:nvSpPr>
          <p:cNvPr id="7" name="">
            <a:extLst xmlns:a="http://schemas.openxmlformats.org/drawingml/2006/main">
              <a:ext uri="{FF2B5EF4-FFF2-40B4-BE49-F238E27FC236}">
                <a16:creationId xmlns:a16="http://schemas.microsoft.com/office/drawing/2014/main" id="{48D49D69-BF23-493C-83E3-3FE5EBCFA56B}"/>
              </a:ext>
            </a:extLst>
          </p:cNvPr>
          <p:cNvSpPr>
            <a:spLocks xmlns:a="http://schemas.openxmlformats.org/drawingml/2006/main" noGrp="1"/>
          </p:cNvSpPr>
          <p:nvPr/>
        </p:nvSpPr>
        <p:spPr>
          <a:xfrm xmlns:a="http://schemas.openxmlformats.org/drawingml/2006/main">
            <a:off x="552450" y="1257300"/>
            <a:ext cx="8191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40D781F9-7970-4FD5-A67E-A889E6E0D376}"/>
              </a:ext>
            </a:extLst>
          </p:cNvPr>
          <p:cNvSpPr>
            <a:spLocks xmlns:a="http://schemas.openxmlformats.org/drawingml/2006/main" noGrp="1"/>
          </p:cNvSpPr>
          <p:nvPr/>
        </p:nvSpPr>
        <p:spPr>
          <a:xfrm xmlns:a="http://schemas.openxmlformats.org/drawingml/2006/main">
            <a:off x="1600200" y="1152525"/>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C5BDAF"/>
                </a:solidFill>
              </a:defRPr>
            </a:pPr>
            <a:r>
              <a:rPr sz="1350" b="0" i="0">
                <a:solidFill>
                  <a:srgbClr val="C5BDAF"/>
                </a:solidFill>
              </a:rPr>
              <a:t>Committed product UI contract · graph context remains visible</a:t>
            </a:r>
          </a:p>
        </p:txBody>
      </p:sp>
      <p:sp>
        <p:nvSpPr>
          <p:cNvPr id="9" name="">
            <a:extLst xmlns:a="http://schemas.openxmlformats.org/drawingml/2006/main">
              <a:ext uri="{FF2B5EF4-FFF2-40B4-BE49-F238E27FC236}">
                <a16:creationId xmlns:a16="http://schemas.microsoft.com/office/drawing/2014/main" id="{7E471E1D-7623-463E-A745-E49AEF19E017}"/>
              </a:ext>
            </a:extLst>
          </p:cNvPr>
          <p:cNvSpPr>
            <a:spLocks xmlns:a="http://schemas.openxmlformats.org/drawingml/2006/main" noGrp="1"/>
          </p:cNvSpPr>
          <p:nvPr/>
        </p:nvSpPr>
        <p:spPr>
          <a:xfrm xmlns:a="http://schemas.openxmlformats.org/drawingml/2006/main">
            <a:off x="457200" y="1676400"/>
            <a:ext cx="11277600" cy="4229100"/>
          </a:xfrm>
          <a:prstGeom xmlns:a="http://schemas.openxmlformats.org/drawingml/2006/main" prst="roundRect">
            <a:avLst>
              <a:gd name="adj" fmla="val 2703"/>
            </a:avLst>
          </a:prstGeom>
          <a:solidFill xmlns:a="http://schemas.openxmlformats.org/drawingml/2006/main">
            <a:srgbClr val="101010"/>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D4CDBFD6-0E49-48A2-9892-DBD41C629BCD}"/>
              </a:ext>
            </a:extLst>
          </p:cNvPr>
          <p:cNvSpPr>
            <a:spLocks xmlns:a="http://schemas.openxmlformats.org/drawingml/2006/main" noGrp="1"/>
          </p:cNvSpPr>
          <p:nvPr/>
        </p:nvSpPr>
        <p:spPr>
          <a:xfrm xmlns:a="http://schemas.openxmlformats.org/drawingml/2006/main">
            <a:off x="457200" y="1676400"/>
            <a:ext cx="11277600" cy="400050"/>
          </a:xfrm>
          <a:prstGeom xmlns:a="http://schemas.openxmlformats.org/drawingml/2006/main" prst="roundRect">
            <a:avLst>
              <a:gd name="adj" fmla="val 28571"/>
            </a:avLst>
          </a:prstGeom>
          <a:solidFill xmlns:a="http://schemas.openxmlformats.org/drawingml/2006/main">
            <a:srgbClr val="17130D"/>
          </a:solidFill>
          <a:ln xmlns:a="http://schemas.openxmlformats.org/drawingml/2006/main" w="1143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BC64EA3F-AFFE-4B72-83AC-6A3D96281B9A}"/>
              </a:ext>
            </a:extLst>
          </p:cNvPr>
          <p:cNvSpPr>
            <a:spLocks xmlns:a="http://schemas.openxmlformats.org/drawingml/2006/main" noGrp="1"/>
          </p:cNvSpPr>
          <p:nvPr/>
        </p:nvSpPr>
        <p:spPr>
          <a:xfrm xmlns:a="http://schemas.openxmlformats.org/drawingml/2006/main">
            <a:off x="647700" y="1800225"/>
            <a:ext cx="1047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F2B84B"/>
                </a:solidFill>
              </a:defRPr>
            </a:pPr>
            <a:r>
              <a:rPr sz="825" b="1" i="0">
                <a:solidFill>
                  <a:srgbClr val="F2B84B"/>
                </a:solidFill>
              </a:rPr>
              <a:t>LIGHTYEAR</a:t>
            </a:r>
          </a:p>
        </p:txBody>
      </p:sp>
      <p:sp>
        <p:nvSpPr>
          <p:cNvPr id="12" name="">
            <a:extLst xmlns:a="http://schemas.openxmlformats.org/drawingml/2006/main">
              <a:ext uri="{FF2B5EF4-FFF2-40B4-BE49-F238E27FC236}">
                <a16:creationId xmlns:a16="http://schemas.microsoft.com/office/drawing/2014/main" id="{647B5770-EE7B-4BFF-90DC-DC6852E88B68}"/>
              </a:ext>
            </a:extLst>
          </p:cNvPr>
          <p:cNvSpPr>
            <a:spLocks xmlns:a="http://schemas.openxmlformats.org/drawingml/2006/main" noGrp="1"/>
          </p:cNvSpPr>
          <p:nvPr/>
        </p:nvSpPr>
        <p:spPr>
          <a:xfrm xmlns:a="http://schemas.openxmlformats.org/drawingml/2006/main">
            <a:off x="8458200" y="1800225"/>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C5BDAF"/>
                </a:solidFill>
              </a:defRPr>
            </a:pPr>
            <a:r>
              <a:rPr sz="750" b="0" i="0">
                <a:solidFill>
                  <a:srgbClr val="C5BDAF"/>
                </a:solidFill>
              </a:rPr>
              <a:t>Composite estate · 11,328 nodes · read-only</a:t>
            </a:r>
          </a:p>
        </p:txBody>
      </p:sp>
      <p:sp>
        <p:nvSpPr>
          <p:cNvPr id="13" name="">
            <a:extLst xmlns:a="http://schemas.openxmlformats.org/drawingml/2006/main">
              <a:ext uri="{FF2B5EF4-FFF2-40B4-BE49-F238E27FC236}">
                <a16:creationId xmlns:a16="http://schemas.microsoft.com/office/drawing/2014/main" id="{9568C197-36C3-4A3D-AB7B-A1B05BB87F4F}"/>
              </a:ext>
            </a:extLst>
          </p:cNvPr>
          <p:cNvSpPr>
            <a:spLocks xmlns:a="http://schemas.openxmlformats.org/drawingml/2006/main" noGrp="1"/>
          </p:cNvSpPr>
          <p:nvPr/>
        </p:nvSpPr>
        <p:spPr>
          <a:xfrm xmlns:a="http://schemas.openxmlformats.org/drawingml/2006/main">
            <a:off x="609600" y="2228850"/>
            <a:ext cx="6667500" cy="3467100"/>
          </a:xfrm>
          <a:prstGeom xmlns:a="http://schemas.openxmlformats.org/drawingml/2006/main" prst="roundRect">
            <a:avLst>
              <a:gd name="adj" fmla="val 3297"/>
            </a:avLst>
          </a:prstGeom>
          <a:solidFill xmlns:a="http://schemas.openxmlformats.org/drawingml/2006/main">
            <a:srgbClr val="050505"/>
          </a:solidFill>
          <a:ln xmlns:a="http://schemas.openxmlformats.org/drawingml/2006/main" w="9525">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39235D33-081E-4A46-A97A-470B223E3C1A}"/>
              </a:ext>
            </a:extLst>
          </p:cNvPr>
          <p:cNvSpPr>
            <a:spLocks xmlns:a="http://schemas.openxmlformats.org/drawingml/2006/main" noGrp="1"/>
          </p:cNvSpPr>
          <p:nvPr/>
        </p:nvSpPr>
        <p:spPr>
          <a:xfrm xmlns:a="http://schemas.openxmlformats.org/drawingml/2006/main">
            <a:off x="819150" y="2390775"/>
            <a:ext cx="1809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GRAPH CONTEXT</a:t>
            </a:r>
          </a:p>
        </p:txBody>
      </p:sp>
      <p:sp>
        <p:nvSpPr>
          <p:cNvPr id="15" name="">
            <a:extLst xmlns:a="http://schemas.openxmlformats.org/drawingml/2006/main">
              <a:ext uri="{FF2B5EF4-FFF2-40B4-BE49-F238E27FC236}">
                <a16:creationId xmlns:a16="http://schemas.microsoft.com/office/drawing/2014/main" id="{D3FD578C-544F-4B3E-B0EE-1003835738C9}"/>
              </a:ext>
            </a:extLst>
          </p:cNvPr>
          <p:cNvSpPr>
            <a:spLocks xmlns:a="http://schemas.openxmlformats.org/drawingml/2006/main" noGrp="1"/>
          </p:cNvSpPr>
          <p:nvPr/>
        </p:nvSpPr>
        <p:spPr>
          <a:xfrm xmlns:a="http://schemas.openxmlformats.org/drawingml/2006/main">
            <a:off x="838200" y="3648075"/>
            <a:ext cx="1428750" cy="628650"/>
          </a:xfrm>
          <a:prstGeom xmlns:a="http://schemas.openxmlformats.org/drawingml/2006/main" prst="roundRect">
            <a:avLst>
              <a:gd name="adj" fmla="val 18182"/>
            </a:avLst>
          </a:prstGeom>
          <a:solidFill xmlns:a="http://schemas.openxmlformats.org/drawingml/2006/main">
            <a:srgbClr val="2A1D0B"/>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6" name="">
            <a:extLst xmlns:a="http://schemas.openxmlformats.org/drawingml/2006/main">
              <a:ext uri="{FF2B5EF4-FFF2-40B4-BE49-F238E27FC236}">
                <a16:creationId xmlns:a16="http://schemas.microsoft.com/office/drawing/2014/main" id="{E0FCE0C5-2894-435D-A56F-93E25B9227DE}"/>
              </a:ext>
            </a:extLst>
          </p:cNvPr>
          <p:cNvSpPr>
            <a:spLocks xmlns:a="http://schemas.openxmlformats.org/drawingml/2006/main" noGrp="1"/>
          </p:cNvSpPr>
          <p:nvPr/>
        </p:nvSpPr>
        <p:spPr>
          <a:xfrm xmlns:a="http://schemas.openxmlformats.org/drawingml/2006/main">
            <a:off x="933450" y="3743325"/>
            <a:ext cx="1238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ACCTPL1</a:t>
            </a:r>
          </a:p>
        </p:txBody>
      </p:sp>
      <p:sp>
        <p:nvSpPr>
          <p:cNvPr id="17" name="">
            <a:extLst xmlns:a="http://schemas.openxmlformats.org/drawingml/2006/main">
              <a:ext uri="{FF2B5EF4-FFF2-40B4-BE49-F238E27FC236}">
                <a16:creationId xmlns:a16="http://schemas.microsoft.com/office/drawing/2014/main" id="{DAF099E0-7932-4C7F-82D5-6068EE114DA9}"/>
              </a:ext>
            </a:extLst>
          </p:cNvPr>
          <p:cNvSpPr>
            <a:spLocks xmlns:a="http://schemas.openxmlformats.org/drawingml/2006/main" noGrp="1"/>
          </p:cNvSpPr>
          <p:nvPr/>
        </p:nvSpPr>
        <p:spPr>
          <a:xfrm xmlns:a="http://schemas.openxmlformats.org/drawingml/2006/main">
            <a:off x="933450" y="400050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PL/I program</a:t>
            </a:r>
          </a:p>
        </p:txBody>
      </p:sp>
      <p:sp>
        <p:nvSpPr>
          <p:cNvPr id="18" name="">
            <a:extLst xmlns:a="http://schemas.openxmlformats.org/drawingml/2006/main">
              <a:ext uri="{FF2B5EF4-FFF2-40B4-BE49-F238E27FC236}">
                <a16:creationId xmlns:a16="http://schemas.microsoft.com/office/drawing/2014/main" id="{36AD2BBC-5D93-4D03-A927-0EC09AD6782F}"/>
              </a:ext>
            </a:extLst>
          </p:cNvPr>
          <p:cNvSpPr>
            <a:spLocks xmlns:a="http://schemas.openxmlformats.org/drawingml/2006/main" noGrp="1"/>
          </p:cNvSpPr>
          <p:nvPr/>
        </p:nvSpPr>
        <p:spPr>
          <a:xfrm xmlns:a="http://schemas.openxmlformats.org/drawingml/2006/main">
            <a:off x="3219450" y="302895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19" name="">
            <a:extLst xmlns:a="http://schemas.openxmlformats.org/drawingml/2006/main">
              <a:ext uri="{FF2B5EF4-FFF2-40B4-BE49-F238E27FC236}">
                <a16:creationId xmlns:a16="http://schemas.microsoft.com/office/drawing/2014/main" id="{4CFA2D30-43E4-47A3-8A20-8B7ECE0C05A1}"/>
              </a:ext>
            </a:extLst>
          </p:cNvPr>
          <p:cNvSpPr>
            <a:spLocks xmlns:a="http://schemas.openxmlformats.org/drawingml/2006/main" noGrp="1"/>
          </p:cNvSpPr>
          <p:nvPr/>
        </p:nvSpPr>
        <p:spPr>
          <a:xfrm xmlns:a="http://schemas.openxmlformats.org/drawingml/2006/main">
            <a:off x="3314700" y="31242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CBACT04C</a:t>
            </a:r>
          </a:p>
        </p:txBody>
      </p:sp>
      <p:sp>
        <p:nvSpPr>
          <p:cNvPr id="20" name="">
            <a:extLst xmlns:a="http://schemas.openxmlformats.org/drawingml/2006/main">
              <a:ext uri="{FF2B5EF4-FFF2-40B4-BE49-F238E27FC236}">
                <a16:creationId xmlns:a16="http://schemas.microsoft.com/office/drawing/2014/main" id="{B7AB1062-08F7-4749-8D0E-E53F046AC2A8}"/>
              </a:ext>
            </a:extLst>
          </p:cNvPr>
          <p:cNvSpPr>
            <a:spLocks xmlns:a="http://schemas.openxmlformats.org/drawingml/2006/main" noGrp="1"/>
          </p:cNvSpPr>
          <p:nvPr/>
        </p:nvSpPr>
        <p:spPr>
          <a:xfrm xmlns:a="http://schemas.openxmlformats.org/drawingml/2006/main">
            <a:off x="3314700" y="338137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COBOL program</a:t>
            </a:r>
          </a:p>
        </p:txBody>
      </p:sp>
      <p:sp>
        <p:nvSpPr>
          <p:cNvPr id="21" name="">
            <a:extLst xmlns:a="http://schemas.openxmlformats.org/drawingml/2006/main">
              <a:ext uri="{FF2B5EF4-FFF2-40B4-BE49-F238E27FC236}">
                <a16:creationId xmlns:a16="http://schemas.microsoft.com/office/drawing/2014/main" id="{376E07AF-B16B-4DD9-9A37-E5D0A3E804D1}"/>
              </a:ext>
            </a:extLst>
          </p:cNvPr>
          <p:cNvSpPr>
            <a:spLocks xmlns:a="http://schemas.openxmlformats.org/drawingml/2006/main" noGrp="1"/>
          </p:cNvSpPr>
          <p:nvPr/>
        </p:nvSpPr>
        <p:spPr>
          <a:xfrm xmlns:a="http://schemas.openxmlformats.org/drawingml/2006/main">
            <a:off x="3219450" y="426720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9D30F267-9948-4A55-9770-75EE7586E8F2}"/>
              </a:ext>
            </a:extLst>
          </p:cNvPr>
          <p:cNvSpPr>
            <a:spLocks xmlns:a="http://schemas.openxmlformats.org/drawingml/2006/main" noGrp="1"/>
          </p:cNvSpPr>
          <p:nvPr/>
        </p:nvSpPr>
        <p:spPr>
          <a:xfrm xmlns:a="http://schemas.openxmlformats.org/drawingml/2006/main">
            <a:off x="3314700" y="436245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SELECT</a:t>
            </a:r>
          </a:p>
        </p:txBody>
      </p:sp>
      <p:sp>
        <p:nvSpPr>
          <p:cNvPr id="23" name="">
            <a:extLst xmlns:a="http://schemas.openxmlformats.org/drawingml/2006/main">
              <a:ext uri="{FF2B5EF4-FFF2-40B4-BE49-F238E27FC236}">
                <a16:creationId xmlns:a16="http://schemas.microsoft.com/office/drawing/2014/main" id="{98F45498-1FAB-487F-BFDA-13AA986684CF}"/>
              </a:ext>
            </a:extLst>
          </p:cNvPr>
          <p:cNvSpPr>
            <a:spLocks xmlns:a="http://schemas.openxmlformats.org/drawingml/2006/main" noGrp="1"/>
          </p:cNvSpPr>
          <p:nvPr/>
        </p:nvSpPr>
        <p:spPr>
          <a:xfrm xmlns:a="http://schemas.openxmlformats.org/drawingml/2006/main">
            <a:off x="3314700" y="46196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Db2 SQL statement</a:t>
            </a:r>
          </a:p>
        </p:txBody>
      </p:sp>
      <p:sp>
        <p:nvSpPr>
          <p:cNvPr id="24" name="">
            <a:extLst xmlns:a="http://schemas.openxmlformats.org/drawingml/2006/main">
              <a:ext uri="{FF2B5EF4-FFF2-40B4-BE49-F238E27FC236}">
                <a16:creationId xmlns:a16="http://schemas.microsoft.com/office/drawing/2014/main" id="{00366F36-0EBD-4D73-8F49-3F90BC7997E7}"/>
              </a:ext>
            </a:extLst>
          </p:cNvPr>
          <p:cNvSpPr>
            <a:spLocks xmlns:a="http://schemas.openxmlformats.org/drawingml/2006/main" noGrp="1"/>
          </p:cNvSpPr>
          <p:nvPr/>
        </p:nvSpPr>
        <p:spPr>
          <a:xfrm xmlns:a="http://schemas.openxmlformats.org/drawingml/2006/main">
            <a:off x="5600700" y="302895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5" name="">
            <a:extLst xmlns:a="http://schemas.openxmlformats.org/drawingml/2006/main">
              <a:ext uri="{FF2B5EF4-FFF2-40B4-BE49-F238E27FC236}">
                <a16:creationId xmlns:a16="http://schemas.microsoft.com/office/drawing/2014/main" id="{2C449B8F-7363-4B2B-9827-1F0D5597AF1B}"/>
              </a:ext>
            </a:extLst>
          </p:cNvPr>
          <p:cNvSpPr>
            <a:spLocks xmlns:a="http://schemas.openxmlformats.org/drawingml/2006/main" noGrp="1"/>
          </p:cNvSpPr>
          <p:nvPr/>
        </p:nvSpPr>
        <p:spPr>
          <a:xfrm xmlns:a="http://schemas.openxmlformats.org/drawingml/2006/main">
            <a:off x="5695950" y="31242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Evidence</a:t>
            </a:r>
          </a:p>
        </p:txBody>
      </p:sp>
      <p:sp>
        <p:nvSpPr>
          <p:cNvPr id="26" name="">
            <a:extLst xmlns:a="http://schemas.openxmlformats.org/drawingml/2006/main">
              <a:ext uri="{FF2B5EF4-FFF2-40B4-BE49-F238E27FC236}">
                <a16:creationId xmlns:a16="http://schemas.microsoft.com/office/drawing/2014/main" id="{8439EE5A-9A04-41EF-B70D-6BA4B2E9E232}"/>
              </a:ext>
            </a:extLst>
          </p:cNvPr>
          <p:cNvSpPr>
            <a:spLocks xmlns:a="http://schemas.openxmlformats.org/drawingml/2006/main" noGrp="1"/>
          </p:cNvSpPr>
          <p:nvPr/>
        </p:nvSpPr>
        <p:spPr>
          <a:xfrm xmlns:a="http://schemas.openxmlformats.org/drawingml/2006/main">
            <a:off x="5695950" y="338137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source capsules + hash</a:t>
            </a:r>
          </a:p>
        </p:txBody>
      </p:sp>
      <p:sp>
        <p:nvSpPr>
          <p:cNvPr id="27" name="">
            <a:extLst xmlns:a="http://schemas.openxmlformats.org/drawingml/2006/main">
              <a:ext uri="{FF2B5EF4-FFF2-40B4-BE49-F238E27FC236}">
                <a16:creationId xmlns:a16="http://schemas.microsoft.com/office/drawing/2014/main" id="{472EDBEC-CD00-4A71-B286-DD489D69FBBF}"/>
              </a:ext>
            </a:extLst>
          </p:cNvPr>
          <p:cNvSpPr>
            <a:spLocks xmlns:a="http://schemas.openxmlformats.org/drawingml/2006/main" noGrp="1"/>
          </p:cNvSpPr>
          <p:nvPr/>
        </p:nvSpPr>
        <p:spPr>
          <a:xfrm xmlns:a="http://schemas.openxmlformats.org/drawingml/2006/main">
            <a:off x="5600700" y="4267200"/>
            <a:ext cx="1524000" cy="628650"/>
          </a:xfrm>
          <a:prstGeom xmlns:a="http://schemas.openxmlformats.org/drawingml/2006/main" prst="roundRect">
            <a:avLst>
              <a:gd name="adj" fmla="val 18182"/>
            </a:avLst>
          </a:prstGeom>
          <a:solidFill xmlns:a="http://schemas.openxmlformats.org/drawingml/2006/main">
            <a:srgbClr val="17130D"/>
          </a:solidFill>
          <a:ln xmlns:a="http://schemas.openxmlformats.org/drawingml/2006/main" w="12383">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28" name="">
            <a:extLst xmlns:a="http://schemas.openxmlformats.org/drawingml/2006/main">
              <a:ext uri="{FF2B5EF4-FFF2-40B4-BE49-F238E27FC236}">
                <a16:creationId xmlns:a16="http://schemas.microsoft.com/office/drawing/2014/main" id="{3B87AD99-8E2C-477D-81F1-144B4DCBAA43}"/>
              </a:ext>
            </a:extLst>
          </p:cNvPr>
          <p:cNvSpPr>
            <a:spLocks xmlns:a="http://schemas.openxmlformats.org/drawingml/2006/main" noGrp="1"/>
          </p:cNvSpPr>
          <p:nvPr/>
        </p:nvSpPr>
        <p:spPr>
          <a:xfrm xmlns:a="http://schemas.openxmlformats.org/drawingml/2006/main">
            <a:off x="5695950" y="436245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8F4EC"/>
                </a:solidFill>
              </a:defRPr>
            </a:pPr>
            <a:r>
              <a:rPr sz="1200" b="1" i="0">
                <a:solidFill>
                  <a:srgbClr val="F8F4EC"/>
                </a:solidFill>
              </a:rPr>
              <a:t>AUTHFRDS</a:t>
            </a:r>
          </a:p>
        </p:txBody>
      </p:sp>
      <p:sp>
        <p:nvSpPr>
          <p:cNvPr id="29" name="">
            <a:extLst xmlns:a="http://schemas.openxmlformats.org/drawingml/2006/main">
              <a:ext uri="{FF2B5EF4-FFF2-40B4-BE49-F238E27FC236}">
                <a16:creationId xmlns:a16="http://schemas.microsoft.com/office/drawing/2014/main" id="{7A6E777A-2DE2-4DFB-A8C2-D9D6BD80C577}"/>
              </a:ext>
            </a:extLst>
          </p:cNvPr>
          <p:cNvSpPr>
            <a:spLocks xmlns:a="http://schemas.openxmlformats.org/drawingml/2006/main" noGrp="1"/>
          </p:cNvSpPr>
          <p:nvPr/>
        </p:nvSpPr>
        <p:spPr>
          <a:xfrm xmlns:a="http://schemas.openxmlformats.org/drawingml/2006/main">
            <a:off x="5695950" y="4619625"/>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0" i="0">
                <a:solidFill>
                  <a:srgbClr val="C5BDAF"/>
                </a:solidFill>
              </a:defRPr>
            </a:pPr>
            <a:r>
              <a:rPr sz="750" b="0" i="0">
                <a:solidFill>
                  <a:srgbClr val="C5BDAF"/>
                </a:solidFill>
              </a:rPr>
              <a:t>Db2 table</a:t>
            </a:r>
          </a:p>
        </p:txBody>
      </p:sp>
      <p:cxnSp>
        <p:nvCxnSpPr>
          <p:cNvPr id="206" name=""/>
          <p:cNvCxnSpPr>
            <a:stCxn xmlns:a="http://schemas.openxmlformats.org/drawingml/2006/main" id="15" idx="3"/>
            <a:endCxn xmlns:a="http://schemas.openxmlformats.org/drawingml/2006/main" id="18" idx="1"/>
          </p:cNvCxnSpPr>
          <p:nvPr/>
        </p:nvCxnSpPr>
        <p:spPr>
          <a:xfrm xmlns:a="http://schemas.openxmlformats.org/drawingml/2006/main" flipV="1">
            <a:off x="2266950" y="3343275"/>
            <a:ext cx="952500" cy="619125"/>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7" name=""/>
          <p:cNvCxnSpPr>
            <a:stCxn xmlns:a="http://schemas.openxmlformats.org/drawingml/2006/main" id="15" idx="3"/>
            <a:endCxn xmlns:a="http://schemas.openxmlformats.org/drawingml/2006/main" id="21" idx="1"/>
          </p:cNvCxnSpPr>
          <p:nvPr/>
        </p:nvCxnSpPr>
        <p:spPr>
          <a:xfrm xmlns:a="http://schemas.openxmlformats.org/drawingml/2006/main">
            <a:off x="2266950" y="3962400"/>
            <a:ext cx="952500" cy="619125"/>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8" name=""/>
          <p:cNvCxnSpPr>
            <a:stCxn xmlns:a="http://schemas.openxmlformats.org/drawingml/2006/main" id="18" idx="3"/>
            <a:endCxn xmlns:a="http://schemas.openxmlformats.org/drawingml/2006/main" id="24" idx="1"/>
          </p:cNvCxnSpPr>
          <p:nvPr/>
        </p:nvCxnSpPr>
        <p:spPr>
          <a:xfrm xmlns:a="http://schemas.openxmlformats.org/drawingml/2006/main">
            <a:off x="4743450" y="3343275"/>
            <a:ext cx="857250" cy="0"/>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cxnSp>
        <p:nvCxnSpPr>
          <p:cNvPr id="209" name=""/>
          <p:cNvCxnSpPr>
            <a:stCxn xmlns:a="http://schemas.openxmlformats.org/drawingml/2006/main" id="21" idx="3"/>
            <a:endCxn xmlns:a="http://schemas.openxmlformats.org/drawingml/2006/main" id="27" idx="1"/>
          </p:cNvCxnSpPr>
          <p:nvPr/>
        </p:nvCxnSpPr>
        <p:spPr>
          <a:xfrm xmlns:a="http://schemas.openxmlformats.org/drawingml/2006/main">
            <a:off x="4743450" y="4581525"/>
            <a:ext cx="857250" cy="0"/>
          </a:xfrm>
          <a:prstGeom xmlns:a="http://schemas.openxmlformats.org/drawingml/2006/main" prst="straightConnector1">
            <a:avLst/>
          </a:prstGeom>
          <a:ln xmlns:a="http://schemas.openxmlformats.org/drawingml/2006/main" w="20955">
            <a:solidFill>
              <a:srgbClr val="8E6B35"/>
            </a:solidFill>
            <a:prstDash val="solid"/>
            <a:tailEnd type="arrow" w="med" len="med"/>
          </a:ln>
        </p:spPr>
      </p:cxnSp>
      <p:sp>
        <p:nvSpPr>
          <p:cNvPr id="34" name="">
            <a:extLst xmlns:a="http://schemas.openxmlformats.org/drawingml/2006/main">
              <a:ext uri="{FF2B5EF4-FFF2-40B4-BE49-F238E27FC236}">
                <a16:creationId xmlns:a16="http://schemas.microsoft.com/office/drawing/2014/main" id="{60CF304F-B772-4E5B-98E3-CB018DD5ADC5}"/>
              </a:ext>
            </a:extLst>
          </p:cNvPr>
          <p:cNvSpPr>
            <a:spLocks xmlns:a="http://schemas.openxmlformats.org/drawingml/2006/main" noGrp="1"/>
          </p:cNvSpPr>
          <p:nvPr/>
        </p:nvSpPr>
        <p:spPr>
          <a:xfrm xmlns:a="http://schemas.openxmlformats.org/drawingml/2006/main">
            <a:off x="2400300" y="3286125"/>
            <a:ext cx="723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CALLS</a:t>
            </a:r>
          </a:p>
        </p:txBody>
      </p:sp>
      <p:sp>
        <p:nvSpPr>
          <p:cNvPr id="35" name="">
            <a:extLst xmlns:a="http://schemas.openxmlformats.org/drawingml/2006/main">
              <a:ext uri="{FF2B5EF4-FFF2-40B4-BE49-F238E27FC236}">
                <a16:creationId xmlns:a16="http://schemas.microsoft.com/office/drawing/2014/main" id="{CA982F1D-02EC-48B7-BAF7-15568846D928}"/>
              </a:ext>
            </a:extLst>
          </p:cNvPr>
          <p:cNvSpPr>
            <a:spLocks xmlns:a="http://schemas.openxmlformats.org/drawingml/2006/main" noGrp="1"/>
          </p:cNvSpPr>
          <p:nvPr/>
        </p:nvSpPr>
        <p:spPr>
          <a:xfrm xmlns:a="http://schemas.openxmlformats.org/drawingml/2006/main">
            <a:off x="2305050" y="445770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ISSUES_SQL</a:t>
            </a:r>
          </a:p>
        </p:txBody>
      </p:sp>
      <p:sp>
        <p:nvSpPr>
          <p:cNvPr id="36" name="">
            <a:extLst xmlns:a="http://schemas.openxmlformats.org/drawingml/2006/main">
              <a:ext uri="{FF2B5EF4-FFF2-40B4-BE49-F238E27FC236}">
                <a16:creationId xmlns:a16="http://schemas.microsoft.com/office/drawing/2014/main" id="{6E2F4EAD-A55B-4F5A-9B1C-B31495CDF9AC}"/>
              </a:ext>
            </a:extLst>
          </p:cNvPr>
          <p:cNvSpPr>
            <a:spLocks xmlns:a="http://schemas.openxmlformats.org/drawingml/2006/main" noGrp="1"/>
          </p:cNvSpPr>
          <p:nvPr/>
        </p:nvSpPr>
        <p:spPr>
          <a:xfrm xmlns:a="http://schemas.openxmlformats.org/drawingml/2006/main">
            <a:off x="4838700" y="445770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i="0">
                <a:solidFill>
                  <a:srgbClr val="F2B84B"/>
                </a:solidFill>
              </a:defRPr>
            </a:pPr>
            <a:r>
              <a:rPr sz="750" b="1" i="0">
                <a:solidFill>
                  <a:srgbClr val="F2B84B"/>
                </a:solidFill>
              </a:rPr>
              <a:t>READS</a:t>
            </a:r>
          </a:p>
        </p:txBody>
      </p:sp>
      <p:sp>
        <p:nvSpPr>
          <p:cNvPr id="37" name="">
            <a:extLst xmlns:a="http://schemas.openxmlformats.org/drawingml/2006/main">
              <a:ext uri="{FF2B5EF4-FFF2-40B4-BE49-F238E27FC236}">
                <a16:creationId xmlns:a16="http://schemas.microsoft.com/office/drawing/2014/main" id="{18E658DB-6420-4603-9053-A6C607D97A49}"/>
              </a:ext>
            </a:extLst>
          </p:cNvPr>
          <p:cNvSpPr>
            <a:spLocks xmlns:a="http://schemas.openxmlformats.org/drawingml/2006/main" noGrp="1"/>
          </p:cNvSpPr>
          <p:nvPr/>
        </p:nvSpPr>
        <p:spPr>
          <a:xfrm xmlns:a="http://schemas.openxmlformats.org/drawingml/2006/main">
            <a:off x="7429500" y="2228850"/>
            <a:ext cx="4152900" cy="3467100"/>
          </a:xfrm>
          <a:prstGeom xmlns:a="http://schemas.openxmlformats.org/drawingml/2006/main" prst="roundRect">
            <a:avLst>
              <a:gd name="adj" fmla="val 3297"/>
            </a:avLst>
          </a:prstGeom>
          <a:solidFill xmlns:a="http://schemas.openxmlformats.org/drawingml/2006/main">
            <a:srgbClr val="17130D"/>
          </a:solidFill>
          <a:ln xmlns:a="http://schemas.openxmlformats.org/drawingml/2006/main" w="9525">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8" name="">
            <a:extLst xmlns:a="http://schemas.openxmlformats.org/drawingml/2006/main">
              <a:ext uri="{FF2B5EF4-FFF2-40B4-BE49-F238E27FC236}">
                <a16:creationId xmlns:a16="http://schemas.microsoft.com/office/drawing/2014/main" id="{C52A8D9A-D8EA-4F74-83D3-0EF4DFD36827}"/>
              </a:ext>
            </a:extLst>
          </p:cNvPr>
          <p:cNvSpPr>
            <a:spLocks xmlns:a="http://schemas.openxmlformats.org/drawingml/2006/main" noGrp="1"/>
          </p:cNvSpPr>
          <p:nvPr/>
        </p:nvSpPr>
        <p:spPr>
          <a:xfrm xmlns:a="http://schemas.openxmlformats.org/drawingml/2006/main">
            <a:off x="7581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39" name="">
            <a:extLst xmlns:a="http://schemas.openxmlformats.org/drawingml/2006/main">
              <a:ext uri="{FF2B5EF4-FFF2-40B4-BE49-F238E27FC236}">
                <a16:creationId xmlns:a16="http://schemas.microsoft.com/office/drawing/2014/main" id="{8CAF280D-3DC9-4C8B-A5BE-7975B1B3555C}"/>
              </a:ext>
            </a:extLst>
          </p:cNvPr>
          <p:cNvSpPr>
            <a:spLocks xmlns:a="http://schemas.openxmlformats.org/drawingml/2006/main" noGrp="1"/>
          </p:cNvSpPr>
          <p:nvPr/>
        </p:nvSpPr>
        <p:spPr>
          <a:xfrm xmlns:a="http://schemas.openxmlformats.org/drawingml/2006/main">
            <a:off x="7620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Inspector</a:t>
            </a:r>
          </a:p>
        </p:txBody>
      </p:sp>
      <p:sp>
        <p:nvSpPr>
          <p:cNvPr id="40" name="">
            <a:extLst xmlns:a="http://schemas.openxmlformats.org/drawingml/2006/main">
              <a:ext uri="{FF2B5EF4-FFF2-40B4-BE49-F238E27FC236}">
                <a16:creationId xmlns:a16="http://schemas.microsoft.com/office/drawing/2014/main" id="{C083D9DC-549A-493D-94B1-BE8AADBC144E}"/>
              </a:ext>
            </a:extLst>
          </p:cNvPr>
          <p:cNvSpPr>
            <a:spLocks xmlns:a="http://schemas.openxmlformats.org/drawingml/2006/main" noGrp="1"/>
          </p:cNvSpPr>
          <p:nvPr/>
        </p:nvSpPr>
        <p:spPr>
          <a:xfrm xmlns:a="http://schemas.openxmlformats.org/drawingml/2006/main">
            <a:off x="8343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1" name="">
            <a:extLst xmlns:a="http://schemas.openxmlformats.org/drawingml/2006/main">
              <a:ext uri="{FF2B5EF4-FFF2-40B4-BE49-F238E27FC236}">
                <a16:creationId xmlns:a16="http://schemas.microsoft.com/office/drawing/2014/main" id="{6D5D400B-94F4-4B91-8C1A-E1A99A4EAA3C}"/>
              </a:ext>
            </a:extLst>
          </p:cNvPr>
          <p:cNvSpPr>
            <a:spLocks xmlns:a="http://schemas.openxmlformats.org/drawingml/2006/main" noGrp="1"/>
          </p:cNvSpPr>
          <p:nvPr/>
        </p:nvSpPr>
        <p:spPr>
          <a:xfrm xmlns:a="http://schemas.openxmlformats.org/drawingml/2006/main">
            <a:off x="8382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Ask graph</a:t>
            </a:r>
          </a:p>
        </p:txBody>
      </p:sp>
      <p:sp>
        <p:nvSpPr>
          <p:cNvPr id="42" name="">
            <a:extLst xmlns:a="http://schemas.openxmlformats.org/drawingml/2006/main">
              <a:ext uri="{FF2B5EF4-FFF2-40B4-BE49-F238E27FC236}">
                <a16:creationId xmlns:a16="http://schemas.microsoft.com/office/drawing/2014/main" id="{D33A38E9-D498-477F-8E0E-FB1B16709878}"/>
              </a:ext>
            </a:extLst>
          </p:cNvPr>
          <p:cNvSpPr>
            <a:spLocks xmlns:a="http://schemas.openxmlformats.org/drawingml/2006/main" noGrp="1"/>
          </p:cNvSpPr>
          <p:nvPr/>
        </p:nvSpPr>
        <p:spPr>
          <a:xfrm xmlns:a="http://schemas.openxmlformats.org/drawingml/2006/main">
            <a:off x="9105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3" name="">
            <a:extLst xmlns:a="http://schemas.openxmlformats.org/drawingml/2006/main">
              <a:ext uri="{FF2B5EF4-FFF2-40B4-BE49-F238E27FC236}">
                <a16:creationId xmlns:a16="http://schemas.microsoft.com/office/drawing/2014/main" id="{D80025E8-3804-4D34-B73E-85E00E9035DF}"/>
              </a:ext>
            </a:extLst>
          </p:cNvPr>
          <p:cNvSpPr>
            <a:spLocks xmlns:a="http://schemas.openxmlformats.org/drawingml/2006/main" noGrp="1"/>
          </p:cNvSpPr>
          <p:nvPr/>
        </p:nvSpPr>
        <p:spPr>
          <a:xfrm xmlns:a="http://schemas.openxmlformats.org/drawingml/2006/main">
            <a:off x="9144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Factory</a:t>
            </a:r>
          </a:p>
        </p:txBody>
      </p:sp>
      <p:sp>
        <p:nvSpPr>
          <p:cNvPr id="44" name="">
            <a:extLst xmlns:a="http://schemas.openxmlformats.org/drawingml/2006/main">
              <a:ext uri="{FF2B5EF4-FFF2-40B4-BE49-F238E27FC236}">
                <a16:creationId xmlns:a16="http://schemas.microsoft.com/office/drawing/2014/main" id="{03069C28-F149-4547-9E8C-D2039E1EC83E}"/>
              </a:ext>
            </a:extLst>
          </p:cNvPr>
          <p:cNvSpPr>
            <a:spLocks xmlns:a="http://schemas.openxmlformats.org/drawingml/2006/main" noGrp="1"/>
          </p:cNvSpPr>
          <p:nvPr/>
        </p:nvSpPr>
        <p:spPr>
          <a:xfrm xmlns:a="http://schemas.openxmlformats.org/drawingml/2006/main">
            <a:off x="9867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5" name="">
            <a:extLst xmlns:a="http://schemas.openxmlformats.org/drawingml/2006/main">
              <a:ext uri="{FF2B5EF4-FFF2-40B4-BE49-F238E27FC236}">
                <a16:creationId xmlns:a16="http://schemas.microsoft.com/office/drawing/2014/main" id="{CFFB8F78-62D1-4D00-BFAE-052A0D350D3A}"/>
              </a:ext>
            </a:extLst>
          </p:cNvPr>
          <p:cNvSpPr>
            <a:spLocks xmlns:a="http://schemas.openxmlformats.org/drawingml/2006/main" noGrp="1"/>
          </p:cNvSpPr>
          <p:nvPr/>
        </p:nvSpPr>
        <p:spPr>
          <a:xfrm xmlns:a="http://schemas.openxmlformats.org/drawingml/2006/main">
            <a:off x="9906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Portfolio</a:t>
            </a:r>
          </a:p>
        </p:txBody>
      </p:sp>
      <p:sp>
        <p:nvSpPr>
          <p:cNvPr id="46" name="">
            <a:extLst xmlns:a="http://schemas.openxmlformats.org/drawingml/2006/main">
              <a:ext uri="{FF2B5EF4-FFF2-40B4-BE49-F238E27FC236}">
                <a16:creationId xmlns:a16="http://schemas.microsoft.com/office/drawing/2014/main" id="{05472462-4328-47A2-A168-D47186658846}"/>
              </a:ext>
            </a:extLst>
          </p:cNvPr>
          <p:cNvSpPr>
            <a:spLocks xmlns:a="http://schemas.openxmlformats.org/drawingml/2006/main" noGrp="1"/>
          </p:cNvSpPr>
          <p:nvPr/>
        </p:nvSpPr>
        <p:spPr>
          <a:xfrm xmlns:a="http://schemas.openxmlformats.org/drawingml/2006/main">
            <a:off x="10629900" y="23622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7" name="">
            <a:extLst xmlns:a="http://schemas.openxmlformats.org/drawingml/2006/main">
              <a:ext uri="{FF2B5EF4-FFF2-40B4-BE49-F238E27FC236}">
                <a16:creationId xmlns:a16="http://schemas.microsoft.com/office/drawing/2014/main" id="{D700793B-AEC3-460B-BDF7-3C61A25706E2}"/>
              </a:ext>
            </a:extLst>
          </p:cNvPr>
          <p:cNvSpPr>
            <a:spLocks xmlns:a="http://schemas.openxmlformats.org/drawingml/2006/main" noGrp="1"/>
          </p:cNvSpPr>
          <p:nvPr/>
        </p:nvSpPr>
        <p:spPr>
          <a:xfrm xmlns:a="http://schemas.openxmlformats.org/drawingml/2006/main">
            <a:off x="10668000" y="24193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Recovery</a:t>
            </a:r>
          </a:p>
        </p:txBody>
      </p:sp>
      <p:sp>
        <p:nvSpPr>
          <p:cNvPr id="48" name="">
            <a:extLst xmlns:a="http://schemas.openxmlformats.org/drawingml/2006/main">
              <a:ext uri="{FF2B5EF4-FFF2-40B4-BE49-F238E27FC236}">
                <a16:creationId xmlns:a16="http://schemas.microsoft.com/office/drawing/2014/main" id="{80D80FCA-2600-4492-B242-F6470DA8AEEB}"/>
              </a:ext>
            </a:extLst>
          </p:cNvPr>
          <p:cNvSpPr>
            <a:spLocks xmlns:a="http://schemas.openxmlformats.org/drawingml/2006/main" noGrp="1"/>
          </p:cNvSpPr>
          <p:nvPr/>
        </p:nvSpPr>
        <p:spPr>
          <a:xfrm xmlns:a="http://schemas.openxmlformats.org/drawingml/2006/main">
            <a:off x="7581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49" name="">
            <a:extLst xmlns:a="http://schemas.openxmlformats.org/drawingml/2006/main">
              <a:ext uri="{FF2B5EF4-FFF2-40B4-BE49-F238E27FC236}">
                <a16:creationId xmlns:a16="http://schemas.microsoft.com/office/drawing/2014/main" id="{E5A078D3-FEAB-4739-8D12-F1F008CC7DE4}"/>
              </a:ext>
            </a:extLst>
          </p:cNvPr>
          <p:cNvSpPr>
            <a:spLocks xmlns:a="http://schemas.openxmlformats.org/drawingml/2006/main" noGrp="1"/>
          </p:cNvSpPr>
          <p:nvPr/>
        </p:nvSpPr>
        <p:spPr>
          <a:xfrm xmlns:a="http://schemas.openxmlformats.org/drawingml/2006/main">
            <a:off x="7620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Quality</a:t>
            </a:r>
          </a:p>
        </p:txBody>
      </p:sp>
      <p:sp>
        <p:nvSpPr>
          <p:cNvPr id="50" name="">
            <a:extLst xmlns:a="http://schemas.openxmlformats.org/drawingml/2006/main">
              <a:ext uri="{FF2B5EF4-FFF2-40B4-BE49-F238E27FC236}">
                <a16:creationId xmlns:a16="http://schemas.microsoft.com/office/drawing/2014/main" id="{2E301428-DA5B-4DBA-B82A-7054558962BD}"/>
              </a:ext>
            </a:extLst>
          </p:cNvPr>
          <p:cNvSpPr>
            <a:spLocks xmlns:a="http://schemas.openxmlformats.org/drawingml/2006/main" noGrp="1"/>
          </p:cNvSpPr>
          <p:nvPr/>
        </p:nvSpPr>
        <p:spPr>
          <a:xfrm xmlns:a="http://schemas.openxmlformats.org/drawingml/2006/main">
            <a:off x="8343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1" name="">
            <a:extLst xmlns:a="http://schemas.openxmlformats.org/drawingml/2006/main">
              <a:ext uri="{FF2B5EF4-FFF2-40B4-BE49-F238E27FC236}">
                <a16:creationId xmlns:a16="http://schemas.microsoft.com/office/drawing/2014/main" id="{EA82A428-0D33-4240-9D8C-6A1E0B7A7D8B}"/>
              </a:ext>
            </a:extLst>
          </p:cNvPr>
          <p:cNvSpPr>
            <a:spLocks xmlns:a="http://schemas.openxmlformats.org/drawingml/2006/main" noGrp="1"/>
          </p:cNvSpPr>
          <p:nvPr/>
        </p:nvSpPr>
        <p:spPr>
          <a:xfrm xmlns:a="http://schemas.openxmlformats.org/drawingml/2006/main">
            <a:off x="8382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Memory</a:t>
            </a:r>
          </a:p>
        </p:txBody>
      </p:sp>
      <p:sp>
        <p:nvSpPr>
          <p:cNvPr id="52" name="">
            <a:extLst xmlns:a="http://schemas.openxmlformats.org/drawingml/2006/main">
              <a:ext uri="{FF2B5EF4-FFF2-40B4-BE49-F238E27FC236}">
                <a16:creationId xmlns:a16="http://schemas.microsoft.com/office/drawing/2014/main" id="{4643AB2D-9608-4B51-989A-C4DE0183EC56}"/>
              </a:ext>
            </a:extLst>
          </p:cNvPr>
          <p:cNvSpPr>
            <a:spLocks xmlns:a="http://schemas.openxmlformats.org/drawingml/2006/main" noGrp="1"/>
          </p:cNvSpPr>
          <p:nvPr/>
        </p:nvSpPr>
        <p:spPr>
          <a:xfrm xmlns:a="http://schemas.openxmlformats.org/drawingml/2006/main">
            <a:off x="9105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3" name="">
            <a:extLst xmlns:a="http://schemas.openxmlformats.org/drawingml/2006/main">
              <a:ext uri="{FF2B5EF4-FFF2-40B4-BE49-F238E27FC236}">
                <a16:creationId xmlns:a16="http://schemas.microsoft.com/office/drawing/2014/main" id="{55B33A9F-296F-4EC4-A950-9AA617B8C717}"/>
              </a:ext>
            </a:extLst>
          </p:cNvPr>
          <p:cNvSpPr>
            <a:spLocks xmlns:a="http://schemas.openxmlformats.org/drawingml/2006/main" noGrp="1"/>
          </p:cNvSpPr>
          <p:nvPr/>
        </p:nvSpPr>
        <p:spPr>
          <a:xfrm xmlns:a="http://schemas.openxmlformats.org/drawingml/2006/main">
            <a:off x="9144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Data</a:t>
            </a:r>
          </a:p>
        </p:txBody>
      </p:sp>
      <p:sp>
        <p:nvSpPr>
          <p:cNvPr id="54" name="">
            <a:extLst xmlns:a="http://schemas.openxmlformats.org/drawingml/2006/main">
              <a:ext uri="{FF2B5EF4-FFF2-40B4-BE49-F238E27FC236}">
                <a16:creationId xmlns:a16="http://schemas.microsoft.com/office/drawing/2014/main" id="{ABBAC902-CF07-4D2F-8763-8CE0752CE4E1}"/>
              </a:ext>
            </a:extLst>
          </p:cNvPr>
          <p:cNvSpPr>
            <a:spLocks xmlns:a="http://schemas.openxmlformats.org/drawingml/2006/main" noGrp="1"/>
          </p:cNvSpPr>
          <p:nvPr/>
        </p:nvSpPr>
        <p:spPr>
          <a:xfrm xmlns:a="http://schemas.openxmlformats.org/drawingml/2006/main">
            <a:off x="9867900" y="2667000"/>
            <a:ext cx="704850" cy="2286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7620">
            <a:solidFill>
              <a:srgbClr val="8E6B35"/>
            </a:solidFill>
            <a:prstDash val="solid"/>
          </a:ln>
        </p:spPr>
        <p:txBody>
          <a:bodyPr xmlns:a="http://schemas.openxmlformats.org/drawingml/2006/main"/>
          <a:lstStyle xmlns:a="http://schemas.openxmlformats.org/drawingml/2006/main"/>
          <a:p xmlns:a="http://schemas.openxmlformats.org/drawingml/2006/main"/>
        </p:txBody>
      </p:sp>
      <p:sp>
        <p:nvSpPr>
          <p:cNvPr id="55" name="">
            <a:extLst xmlns:a="http://schemas.openxmlformats.org/drawingml/2006/main">
              <a:ext uri="{FF2B5EF4-FFF2-40B4-BE49-F238E27FC236}">
                <a16:creationId xmlns:a16="http://schemas.microsoft.com/office/drawing/2014/main" id="{F1450F28-7DB3-4F1D-9C6C-1A4A3BFB83FD}"/>
              </a:ext>
            </a:extLst>
          </p:cNvPr>
          <p:cNvSpPr>
            <a:spLocks xmlns:a="http://schemas.openxmlformats.org/drawingml/2006/main" noGrp="1"/>
          </p:cNvSpPr>
          <p:nvPr/>
        </p:nvSpPr>
        <p:spPr>
          <a:xfrm xmlns:a="http://schemas.openxmlformats.org/drawingml/2006/main">
            <a:off x="9906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0" i="0">
                <a:solidFill>
                  <a:srgbClr val="C5BDAF"/>
                </a:solidFill>
              </a:defRPr>
            </a:pPr>
            <a:r>
              <a:rPr sz="600" b="0" i="0">
                <a:solidFill>
                  <a:srgbClr val="C5BDAF"/>
                </a:solidFill>
              </a:rPr>
              <a:t>Runtime</a:t>
            </a:r>
          </a:p>
        </p:txBody>
      </p:sp>
      <p:sp>
        <p:nvSpPr>
          <p:cNvPr id="56" name="">
            <a:extLst xmlns:a="http://schemas.openxmlformats.org/drawingml/2006/main">
              <a:ext uri="{FF2B5EF4-FFF2-40B4-BE49-F238E27FC236}">
                <a16:creationId xmlns:a16="http://schemas.microsoft.com/office/drawing/2014/main" id="{EB39FD7C-C03B-45AD-9CA7-2DE8EC38813C}"/>
              </a:ext>
            </a:extLst>
          </p:cNvPr>
          <p:cNvSpPr>
            <a:spLocks xmlns:a="http://schemas.openxmlformats.org/drawingml/2006/main" noGrp="1"/>
          </p:cNvSpPr>
          <p:nvPr/>
        </p:nvSpPr>
        <p:spPr>
          <a:xfrm xmlns:a="http://schemas.openxmlformats.org/drawingml/2006/main">
            <a:off x="10629900" y="2667000"/>
            <a:ext cx="704850" cy="228600"/>
          </a:xfrm>
          <a:prstGeom xmlns:a="http://schemas.openxmlformats.org/drawingml/2006/main" prst="roundRect">
            <a:avLst>
              <a:gd name="adj" fmla="val 50000"/>
            </a:avLst>
          </a:prstGeom>
          <a:solidFill xmlns:a="http://schemas.openxmlformats.org/drawingml/2006/main">
            <a:srgbClr val="F2B84B"/>
          </a:solidFill>
          <a:ln xmlns:a="http://schemas.openxmlformats.org/drawingml/2006/main" w="762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57" name="">
            <a:extLst xmlns:a="http://schemas.openxmlformats.org/drawingml/2006/main">
              <a:ext uri="{FF2B5EF4-FFF2-40B4-BE49-F238E27FC236}">
                <a16:creationId xmlns:a16="http://schemas.microsoft.com/office/drawing/2014/main" id="{E8BC825F-342F-4222-84E1-4E2BDE0724AA}"/>
              </a:ext>
            </a:extLst>
          </p:cNvPr>
          <p:cNvSpPr>
            <a:spLocks xmlns:a="http://schemas.openxmlformats.org/drawingml/2006/main" noGrp="1"/>
          </p:cNvSpPr>
          <p:nvPr/>
        </p:nvSpPr>
        <p:spPr>
          <a:xfrm xmlns:a="http://schemas.openxmlformats.org/drawingml/2006/main">
            <a:off x="10668000" y="2724150"/>
            <a:ext cx="6286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00" b="1" i="0">
                <a:solidFill>
                  <a:srgbClr val="050505"/>
                </a:solidFill>
              </a:defRPr>
            </a:pPr>
            <a:r>
              <a:rPr sz="600" b="1" i="0">
                <a:solidFill>
                  <a:srgbClr val="050505"/>
                </a:solidFill>
              </a:rPr>
              <a:t>Audit</a:t>
            </a:r>
          </a:p>
        </p:txBody>
      </p:sp>
      <p:sp>
        <p:nvSpPr>
          <p:cNvPr id="58" name="">
            <a:extLst xmlns:a="http://schemas.openxmlformats.org/drawingml/2006/main">
              <a:ext uri="{FF2B5EF4-FFF2-40B4-BE49-F238E27FC236}">
                <a16:creationId xmlns:a16="http://schemas.microsoft.com/office/drawing/2014/main" id="{54D87F95-616C-4D5C-ACA0-57A38CC9335F}"/>
              </a:ext>
            </a:extLst>
          </p:cNvPr>
          <p:cNvSpPr>
            <a:spLocks xmlns:a="http://schemas.openxmlformats.org/drawingml/2006/main" noGrp="1"/>
          </p:cNvSpPr>
          <p:nvPr/>
        </p:nvSpPr>
        <p:spPr>
          <a:xfrm xmlns:a="http://schemas.openxmlformats.org/drawingml/2006/main">
            <a:off x="7639050" y="3105150"/>
            <a:ext cx="3619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EVIDENCE CONTROL TOWER</a:t>
            </a:r>
          </a:p>
        </p:txBody>
      </p:sp>
      <p:sp>
        <p:nvSpPr>
          <p:cNvPr id="59" name="">
            <a:extLst xmlns:a="http://schemas.openxmlformats.org/drawingml/2006/main">
              <a:ext uri="{FF2B5EF4-FFF2-40B4-BE49-F238E27FC236}">
                <a16:creationId xmlns:a16="http://schemas.microsoft.com/office/drawing/2014/main" id="{5B3F8334-D8A0-49CD-B689-6D8E89DBDD26}"/>
              </a:ext>
            </a:extLst>
          </p:cNvPr>
          <p:cNvSpPr>
            <a:spLocks xmlns:a="http://schemas.openxmlformats.org/drawingml/2006/main" noGrp="1"/>
          </p:cNvSpPr>
          <p:nvPr/>
        </p:nvSpPr>
        <p:spPr>
          <a:xfrm xmlns:a="http://schemas.openxmlformats.org/drawingml/2006/main">
            <a:off x="7639050" y="3352800"/>
            <a:ext cx="361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F8F4EC"/>
                </a:solidFill>
              </a:defRPr>
            </a:pPr>
            <a:r>
              <a:rPr sz="1650" b="1" i="0">
                <a:solidFill>
                  <a:srgbClr val="F8F4EC"/>
                </a:solidFill>
              </a:rPr>
              <a:t>Every decision must be reconstructable</a:t>
            </a:r>
          </a:p>
        </p:txBody>
      </p:sp>
      <p:sp>
        <p:nvSpPr>
          <p:cNvPr id="60" name="">
            <a:extLst xmlns:a="http://schemas.openxmlformats.org/drawingml/2006/main">
              <a:ext uri="{FF2B5EF4-FFF2-40B4-BE49-F238E27FC236}">
                <a16:creationId xmlns:a16="http://schemas.microsoft.com/office/drawing/2014/main" id="{D5465CFC-2368-4951-AD9F-C9CBC8E27A9C}"/>
              </a:ext>
            </a:extLst>
          </p:cNvPr>
          <p:cNvSpPr>
            <a:spLocks xmlns:a="http://schemas.openxmlformats.org/drawingml/2006/main" noGrp="1"/>
          </p:cNvSpPr>
          <p:nvPr/>
        </p:nvSpPr>
        <p:spPr>
          <a:xfrm xmlns:a="http://schemas.openxmlformats.org/drawingml/2006/main">
            <a:off x="7658100" y="4048125"/>
            <a:ext cx="228600" cy="228600"/>
          </a:xfrm>
          <a:prstGeom xmlns:a="http://schemas.openxmlformats.org/drawingml/2006/main" prst="ellipse">
            <a:avLst/>
          </a:prstGeom>
          <a:solidFill xmlns:a="http://schemas.openxmlformats.org/drawingml/2006/main">
            <a:srgbClr val="F2B84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1" name="">
            <a:extLst xmlns:a="http://schemas.openxmlformats.org/drawingml/2006/main">
              <a:ext uri="{FF2B5EF4-FFF2-40B4-BE49-F238E27FC236}">
                <a16:creationId xmlns:a16="http://schemas.microsoft.com/office/drawing/2014/main" id="{AF297CFA-A198-48DF-AC74-627043CFA29E}"/>
              </a:ext>
            </a:extLst>
          </p:cNvPr>
          <p:cNvSpPr>
            <a:spLocks xmlns:a="http://schemas.openxmlformats.org/drawingml/2006/main" noGrp="1"/>
          </p:cNvSpPr>
          <p:nvPr/>
        </p:nvSpPr>
        <p:spPr>
          <a:xfrm xmlns:a="http://schemas.openxmlformats.org/drawingml/2006/main">
            <a:off x="7658100" y="410527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050505"/>
                </a:solidFill>
              </a:defRPr>
            </a:pPr>
            <a:r>
              <a:rPr sz="675" b="1" i="0">
                <a:solidFill>
                  <a:srgbClr val="050505"/>
                </a:solidFill>
              </a:rPr>
              <a:t>1</a:t>
            </a:r>
          </a:p>
        </p:txBody>
      </p:sp>
      <p:sp>
        <p:nvSpPr>
          <p:cNvPr id="62" name="">
            <a:extLst xmlns:a="http://schemas.openxmlformats.org/drawingml/2006/main">
              <a:ext uri="{FF2B5EF4-FFF2-40B4-BE49-F238E27FC236}">
                <a16:creationId xmlns:a16="http://schemas.microsoft.com/office/drawing/2014/main" id="{72C790A1-69CB-4E07-B9ED-B56B348FEF66}"/>
              </a:ext>
            </a:extLst>
          </p:cNvPr>
          <p:cNvSpPr>
            <a:spLocks xmlns:a="http://schemas.openxmlformats.org/drawingml/2006/main" noGrp="1"/>
          </p:cNvSpPr>
          <p:nvPr/>
        </p:nvSpPr>
        <p:spPr>
          <a:xfrm xmlns:a="http://schemas.openxmlformats.org/drawingml/2006/main">
            <a:off x="8001000" y="403860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8F4EC"/>
                </a:solidFill>
              </a:defRPr>
            </a:pPr>
            <a:r>
              <a:rPr sz="1050" b="1" i="0">
                <a:solidFill>
                  <a:srgbClr val="F8F4EC"/>
                </a:solidFill>
              </a:rPr>
              <a:t>Hash-chained ledger</a:t>
            </a:r>
          </a:p>
        </p:txBody>
      </p:sp>
      <p:sp>
        <p:nvSpPr>
          <p:cNvPr id="63" name="">
            <a:extLst xmlns:a="http://schemas.openxmlformats.org/drawingml/2006/main">
              <a:ext uri="{FF2B5EF4-FFF2-40B4-BE49-F238E27FC236}">
                <a16:creationId xmlns:a16="http://schemas.microsoft.com/office/drawing/2014/main" id="{ECEF5DA1-D349-4C13-8D04-4414B2176D6F}"/>
              </a:ext>
            </a:extLst>
          </p:cNvPr>
          <p:cNvSpPr>
            <a:spLocks xmlns:a="http://schemas.openxmlformats.org/drawingml/2006/main" noGrp="1"/>
          </p:cNvSpPr>
          <p:nvPr/>
        </p:nvSpPr>
        <p:spPr>
          <a:xfrm xmlns:a="http://schemas.openxmlformats.org/drawingml/2006/main">
            <a:off x="7658100" y="4524375"/>
            <a:ext cx="228600" cy="228600"/>
          </a:xfrm>
          <a:prstGeom xmlns:a="http://schemas.openxmlformats.org/drawingml/2006/main" prst="ellipse">
            <a:avLst/>
          </a:prstGeom>
          <a:solidFill xmlns:a="http://schemas.openxmlformats.org/drawingml/2006/main">
            <a:srgbClr val="2A1D0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4" name="">
            <a:extLst xmlns:a="http://schemas.openxmlformats.org/drawingml/2006/main">
              <a:ext uri="{FF2B5EF4-FFF2-40B4-BE49-F238E27FC236}">
                <a16:creationId xmlns:a16="http://schemas.microsoft.com/office/drawing/2014/main" id="{C533D84A-8AC1-434B-80ED-6FE610F29F47}"/>
              </a:ext>
            </a:extLst>
          </p:cNvPr>
          <p:cNvSpPr>
            <a:spLocks xmlns:a="http://schemas.openxmlformats.org/drawingml/2006/main" noGrp="1"/>
          </p:cNvSpPr>
          <p:nvPr/>
        </p:nvSpPr>
        <p:spPr>
          <a:xfrm xmlns:a="http://schemas.openxmlformats.org/drawingml/2006/main">
            <a:off x="7658100" y="458152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F2B84B"/>
                </a:solidFill>
              </a:defRPr>
            </a:pPr>
            <a:r>
              <a:rPr sz="675" b="1" i="0">
                <a:solidFill>
                  <a:srgbClr val="F2B84B"/>
                </a:solidFill>
              </a:rPr>
              <a:t>2</a:t>
            </a:r>
          </a:p>
        </p:txBody>
      </p:sp>
      <p:sp>
        <p:nvSpPr>
          <p:cNvPr id="65" name="">
            <a:extLst xmlns:a="http://schemas.openxmlformats.org/drawingml/2006/main">
              <a:ext uri="{FF2B5EF4-FFF2-40B4-BE49-F238E27FC236}">
                <a16:creationId xmlns:a16="http://schemas.microsoft.com/office/drawing/2014/main" id="{17659850-2B4D-4BAA-A85B-97BF7C5231E0}"/>
              </a:ext>
            </a:extLst>
          </p:cNvPr>
          <p:cNvSpPr>
            <a:spLocks xmlns:a="http://schemas.openxmlformats.org/drawingml/2006/main" noGrp="1"/>
          </p:cNvSpPr>
          <p:nvPr/>
        </p:nvSpPr>
        <p:spPr>
          <a:xfrm xmlns:a="http://schemas.openxmlformats.org/drawingml/2006/main">
            <a:off x="8001000" y="451485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Decision dossiers + checkpoints</a:t>
            </a:r>
          </a:p>
        </p:txBody>
      </p:sp>
      <p:sp>
        <p:nvSpPr>
          <p:cNvPr id="66" name="">
            <a:extLst xmlns:a="http://schemas.openxmlformats.org/drawingml/2006/main">
              <a:ext uri="{FF2B5EF4-FFF2-40B4-BE49-F238E27FC236}">
                <a16:creationId xmlns:a16="http://schemas.microsoft.com/office/drawing/2014/main" id="{ABBA41C8-1CFC-4665-883E-0E27BBCB70E2}"/>
              </a:ext>
            </a:extLst>
          </p:cNvPr>
          <p:cNvSpPr>
            <a:spLocks xmlns:a="http://schemas.openxmlformats.org/drawingml/2006/main" noGrp="1"/>
          </p:cNvSpPr>
          <p:nvPr/>
        </p:nvSpPr>
        <p:spPr>
          <a:xfrm xmlns:a="http://schemas.openxmlformats.org/drawingml/2006/main">
            <a:off x="7658100" y="5000625"/>
            <a:ext cx="228600" cy="228600"/>
          </a:xfrm>
          <a:prstGeom xmlns:a="http://schemas.openxmlformats.org/drawingml/2006/main" prst="ellipse">
            <a:avLst/>
          </a:prstGeom>
          <a:solidFill xmlns:a="http://schemas.openxmlformats.org/drawingml/2006/main">
            <a:srgbClr val="2A1D0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67" name="">
            <a:extLst xmlns:a="http://schemas.openxmlformats.org/drawingml/2006/main">
              <a:ext uri="{FF2B5EF4-FFF2-40B4-BE49-F238E27FC236}">
                <a16:creationId xmlns:a16="http://schemas.microsoft.com/office/drawing/2014/main" id="{E3078018-33D2-4C9D-9ED0-9F7F064C5171}"/>
              </a:ext>
            </a:extLst>
          </p:cNvPr>
          <p:cNvSpPr>
            <a:spLocks xmlns:a="http://schemas.openxmlformats.org/drawingml/2006/main" noGrp="1"/>
          </p:cNvSpPr>
          <p:nvPr/>
        </p:nvSpPr>
        <p:spPr>
          <a:xfrm xmlns:a="http://schemas.openxmlformats.org/drawingml/2006/main">
            <a:off x="7658100" y="5057775"/>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i="0">
                <a:solidFill>
                  <a:srgbClr val="F2B84B"/>
                </a:solidFill>
              </a:defRPr>
            </a:pPr>
            <a:r>
              <a:rPr sz="675" b="1" i="0">
                <a:solidFill>
                  <a:srgbClr val="F2B84B"/>
                </a:solidFill>
              </a:rPr>
              <a:t>3</a:t>
            </a:r>
          </a:p>
        </p:txBody>
      </p:sp>
      <p:sp>
        <p:nvSpPr>
          <p:cNvPr id="68" name="">
            <a:extLst xmlns:a="http://schemas.openxmlformats.org/drawingml/2006/main">
              <a:ext uri="{FF2B5EF4-FFF2-40B4-BE49-F238E27FC236}">
                <a16:creationId xmlns:a16="http://schemas.microsoft.com/office/drawing/2014/main" id="{F99588A2-0DF2-438B-A195-7B151537DDCA}"/>
              </a:ext>
            </a:extLst>
          </p:cNvPr>
          <p:cNvSpPr>
            <a:spLocks xmlns:a="http://schemas.openxmlformats.org/drawingml/2006/main" noGrp="1"/>
          </p:cNvSpPr>
          <p:nvPr/>
        </p:nvSpPr>
        <p:spPr>
          <a:xfrm xmlns:a="http://schemas.openxmlformats.org/drawingml/2006/main">
            <a:off x="8001000" y="499110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C5BDAF"/>
                </a:solidFill>
              </a:defRPr>
            </a:pPr>
            <a:r>
              <a:rPr sz="1050" b="0" i="0">
                <a:solidFill>
                  <a:srgbClr val="C5BDAF"/>
                </a:solidFill>
              </a:rPr>
              <a:t>Tamper and stale-state detection</a:t>
            </a:r>
          </a:p>
        </p:txBody>
      </p:sp>
      <p:sp>
        <p:nvSpPr>
          <p:cNvPr id="69" name="">
            <a:extLst xmlns:a="http://schemas.openxmlformats.org/drawingml/2006/main">
              <a:ext uri="{FF2B5EF4-FFF2-40B4-BE49-F238E27FC236}">
                <a16:creationId xmlns:a16="http://schemas.microsoft.com/office/drawing/2014/main" id="{B1AB20D3-7233-4ACC-869C-5048642A534D}"/>
              </a:ext>
            </a:extLst>
          </p:cNvPr>
          <p:cNvSpPr>
            <a:spLocks xmlns:a="http://schemas.openxmlformats.org/drawingml/2006/main" noGrp="1"/>
          </p:cNvSpPr>
          <p:nvPr/>
        </p:nvSpPr>
        <p:spPr>
          <a:xfrm xmlns:a="http://schemas.openxmlformats.org/drawingml/2006/main">
            <a:off x="7639050" y="5410200"/>
            <a:ext cx="1257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F2B84B"/>
                </a:solidFill>
              </a:defRPr>
            </a:pPr>
            <a:r>
              <a:rPr sz="750" b="1" i="0">
                <a:solidFill>
                  <a:srgbClr val="F2B84B"/>
                </a:solidFill>
              </a:rPr>
              <a:t>Customer value</a:t>
            </a:r>
          </a:p>
        </p:txBody>
      </p:sp>
      <p:sp>
        <p:nvSpPr>
          <p:cNvPr id="70" name="">
            <a:extLst xmlns:a="http://schemas.openxmlformats.org/drawingml/2006/main">
              <a:ext uri="{FF2B5EF4-FFF2-40B4-BE49-F238E27FC236}">
                <a16:creationId xmlns:a16="http://schemas.microsoft.com/office/drawing/2014/main" id="{AFD555CA-3B3E-4988-948B-80B73F5D88A5}"/>
              </a:ext>
            </a:extLst>
          </p:cNvPr>
          <p:cNvSpPr>
            <a:spLocks xmlns:a="http://schemas.openxmlformats.org/drawingml/2006/main" noGrp="1"/>
          </p:cNvSpPr>
          <p:nvPr/>
        </p:nvSpPr>
        <p:spPr>
          <a:xfrm xmlns:a="http://schemas.openxmlformats.org/drawingml/2006/main">
            <a:off x="8953500" y="5381625"/>
            <a:ext cx="2324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F8F4EC"/>
                </a:solidFill>
              </a:defRPr>
            </a:pPr>
            <a:r>
              <a:rPr sz="900" b="1" i="0">
                <a:solidFill>
                  <a:srgbClr val="F8F4EC"/>
                </a:solidFill>
              </a:rPr>
              <a:t>One shared truth surface</a:t>
            </a:r>
          </a:p>
        </p:txBody>
      </p:sp>
      <p:sp>
        <p:nvSpPr>
          <p:cNvPr id="71" name="">
            <a:extLst xmlns:a="http://schemas.openxmlformats.org/drawingml/2006/main">
              <a:ext uri="{FF2B5EF4-FFF2-40B4-BE49-F238E27FC236}">
                <a16:creationId xmlns:a16="http://schemas.microsoft.com/office/drawing/2014/main" id="{B1F9728F-D3B4-4122-9C7C-316FA61B4ED9}"/>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3" name="">
            <a:extLst xmlns:a="http://schemas.openxmlformats.org/drawingml/2006/main">
              <a:ext uri="{FF2B5EF4-FFF2-40B4-BE49-F238E27FC236}">
                <a16:creationId xmlns:a16="http://schemas.microsoft.com/office/drawing/2014/main" id="{E65AFA5B-ECA7-496F-B47D-944D06F0B645}"/>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4" name="">
            <a:extLst xmlns:a="http://schemas.openxmlformats.org/drawingml/2006/main">
              <a:ext uri="{FF2B5EF4-FFF2-40B4-BE49-F238E27FC236}">
                <a16:creationId xmlns:a16="http://schemas.microsoft.com/office/drawing/2014/main" id="{0B3D664D-496B-432B-979A-DD425FF36F02}"/>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24</a:t>
            </a:r>
          </a:p>
        </p:txBody>
      </p:sp>
      <p:pic>
        <p:nvPicPr>
          <p:cNvPr id="250" name=""/>
          <p:cNvPicPr>
            <a:picLocks xmlns:a="http://schemas.openxmlformats.org/drawingml/2006/main" noChangeAspect="1"/>
          </p:cNvPicPr>
          <p:nvPr/>
        </p:nvPicPr>
        <p:blipFill>
          <a:blip xmlns:r="http://schemas.openxmlformats.org/officeDocument/2006/relationships" xmlns:a="http://schemas.openxmlformats.org/drawingml/2006/main" r:embed="R761167120b9a4416">
            <a:extLst>
              <a:ext uri="{96DAC541-7B7A-43D3-8B79-37D633B846F1}">
                <asvg:svgBlip xmlns:asvg="http://schemas.microsoft.com/office/drawing/2016/SVG/main" r:embed="R23476804ee8e44a3"/>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251" name=""/>
          <p:cNvPicPr>
            <a:picLocks xmlns:a="http://schemas.openxmlformats.org/drawingml/2006/main" noChangeAspect="1"/>
          </p:cNvPicPr>
          <p:nvPr/>
        </p:nvPicPr>
        <p:blipFill>
          <a:blip xmlns:r="http://schemas.openxmlformats.org/officeDocument/2006/relationships" xmlns:a="http://schemas.openxmlformats.org/drawingml/2006/main" r:embed="Rfa2ec2e516c04402">
            <a:extLst>
              <a:ext uri="{96DAC541-7B7A-43D3-8B79-37D633B846F1}">
                <asvg:svgBlip xmlns:asvg="http://schemas.microsoft.com/office/drawing/2016/SVG/main" r:embed="Rc5115eb7f49f4822"/>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1206086866"/>
      </p:ext>
    </p:extLst>
  </p:cSld>
</p:sld>
</file>

<file path=ppt/slides/slide2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f383c669d13848d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57BAF60-1FE9-496E-BE8D-70673C2E259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alpha val="91000"/>
            </a:srgb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587E0F71-50D3-4D33-99FD-05CFF0336832}"/>
              </a:ext>
            </a:extLst>
          </p:cNvPr>
          <p:cNvSpPr>
            <a:spLocks xmlns:a="http://schemas.openxmlformats.org/drawingml/2006/main" noGrp="1"/>
          </p:cNvSpPr>
          <p:nvPr/>
        </p:nvSpPr>
        <p:spPr>
          <a:xfrm xmlns:a="http://schemas.openxmlformats.org/drawingml/2006/main">
            <a:off x="6096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2B84B"/>
                </a:solidFill>
              </a:defRPr>
            </a:pPr>
            <a:r>
              <a:rPr sz="1125" b="1" i="0">
                <a:solidFill>
                  <a:srgbClr val="F2B84B"/>
                </a:solidFill>
              </a:rPr>
              <a:t>SYSTEM DESIGN</a:t>
            </a:r>
          </a:p>
        </p:txBody>
      </p:sp>
      <p:sp>
        <p:nvSpPr>
          <p:cNvPr id="4" name="">
            <a:extLst xmlns:a="http://schemas.openxmlformats.org/drawingml/2006/main">
              <a:ext uri="{FF2B5EF4-FFF2-40B4-BE49-F238E27FC236}">
                <a16:creationId xmlns:a16="http://schemas.microsoft.com/office/drawing/2014/main" id="{FB996A4D-FB43-4403-888F-16D3D1DFA39A}"/>
              </a:ext>
            </a:extLst>
          </p:cNvPr>
          <p:cNvSpPr>
            <a:spLocks xmlns:a="http://schemas.openxmlformats.org/drawingml/2006/main" noGrp="1"/>
          </p:cNvSpPr>
          <p:nvPr/>
        </p:nvSpPr>
        <p:spPr>
          <a:xfrm xmlns:a="http://schemas.openxmlformats.org/drawingml/2006/main">
            <a:off x="609600" y="8001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i="0">
                <a:solidFill>
                  <a:srgbClr val="F8F4EC"/>
                </a:solidFill>
              </a:defRPr>
            </a:pPr>
            <a:r>
              <a:rPr sz="2850" b="1" i="0">
                <a:solidFill>
                  <a:srgbClr val="F8F4EC"/>
                </a:solidFill>
              </a:rPr>
              <a:t>A horizontal trust plane spans the modernization stack</a:t>
            </a:r>
          </a:p>
        </p:txBody>
      </p:sp>
      <p:sp>
        <p:nvSpPr>
          <p:cNvPr id="5" name="">
            <a:extLst xmlns:a="http://schemas.openxmlformats.org/drawingml/2006/main">
              <a:ext uri="{FF2B5EF4-FFF2-40B4-BE49-F238E27FC236}">
                <a16:creationId xmlns:a16="http://schemas.microsoft.com/office/drawing/2014/main" id="{B44A1D53-C8DD-4197-8490-7466E74A936E}"/>
              </a:ext>
            </a:extLst>
          </p:cNvPr>
          <p:cNvSpPr>
            <a:spLocks xmlns:a="http://schemas.openxmlformats.org/drawingml/2006/main" noGrp="1"/>
          </p:cNvSpPr>
          <p:nvPr/>
        </p:nvSpPr>
        <p:spPr>
          <a:xfrm xmlns:a="http://schemas.openxmlformats.org/drawingml/2006/main">
            <a:off x="609600" y="1409700"/>
            <a:ext cx="8953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
            <a:extLst xmlns:a="http://schemas.openxmlformats.org/drawingml/2006/main">
              <a:ext uri="{FF2B5EF4-FFF2-40B4-BE49-F238E27FC236}">
                <a16:creationId xmlns:a16="http://schemas.microsoft.com/office/drawing/2014/main" id="{C1DB6804-FFC7-4184-AA0C-6C75EFC2C91B}"/>
              </a:ext>
            </a:extLst>
          </p:cNvPr>
          <p:cNvSpPr>
            <a:spLocks xmlns:a="http://schemas.openxmlformats.org/drawingml/2006/main" noGrp="1"/>
          </p:cNvSpPr>
          <p:nvPr/>
        </p:nvSpPr>
        <p:spPr>
          <a:xfrm xmlns:a="http://schemas.openxmlformats.org/drawingml/2006/main">
            <a:off x="647700" y="2038350"/>
            <a:ext cx="2000250" cy="2286000"/>
          </a:xfrm>
          <a:prstGeom xmlns:a="http://schemas.openxmlformats.org/drawingml/2006/main" prst="roundRect">
            <a:avLst>
              <a:gd name="adj" fmla="val 5714"/>
            </a:avLst>
          </a:prstGeom>
          <a:solidFill xmlns:a="http://schemas.openxmlformats.org/drawingml/2006/main">
            <a:srgbClr val="0B0B0B">
              <a:alpha val="88000"/>
            </a:srgbClr>
          </a:solidFill>
          <a:ln xmlns:a="http://schemas.openxmlformats.org/drawingml/2006/main" w="9525">
            <a:solidFill>
              <a:srgbClr val="6F542D"/>
            </a:solidFill>
            <a:prstDash val="solid"/>
          </a:ln>
        </p:spPr>
        <p:txBody>
          <a:bodyPr xmlns:a="http://schemas.openxmlformats.org/drawingml/2006/main"/>
          <a:lstStyle xmlns:a="http://schemas.openxmlformats.org/drawingml/2006/main"/>
          <a:p xmlns:a="http://schemas.openxmlformats.org/drawingml/2006/main"/>
        </p:txBody>
      </p:sp>
      <p:sp>
        <p:nvSpPr>
          <p:cNvPr id="7" name="">
            <a:extLst xmlns:a="http://schemas.openxmlformats.org/drawingml/2006/main">
              <a:ext uri="{FF2B5EF4-FFF2-40B4-BE49-F238E27FC236}">
                <a16:creationId xmlns:a16="http://schemas.microsoft.com/office/drawing/2014/main" id="{24C1DEEE-B36C-415B-BA05-7CEFD44D301F}"/>
              </a:ext>
            </a:extLst>
          </p:cNvPr>
          <p:cNvSpPr>
            <a:spLocks xmlns:a="http://schemas.openxmlformats.org/drawingml/2006/main" noGrp="1"/>
          </p:cNvSpPr>
          <p:nvPr/>
        </p:nvSpPr>
        <p:spPr>
          <a:xfrm xmlns:a="http://schemas.openxmlformats.org/drawingml/2006/main">
            <a:off x="790575" y="226695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8F4EC"/>
                </a:solidFill>
              </a:defRPr>
            </a:pPr>
            <a:r>
              <a:rPr sz="1650" b="1" i="0">
                <a:solidFill>
                  <a:srgbClr val="F8F4EC"/>
                </a:solidFill>
              </a:rPr>
              <a:t>Legacy estate</a:t>
            </a:r>
          </a:p>
        </p:txBody>
      </p:sp>
      <p:sp>
        <p:nvSpPr>
          <p:cNvPr id="8" name="">
            <a:extLst xmlns:a="http://schemas.openxmlformats.org/drawingml/2006/main">
              <a:ext uri="{FF2B5EF4-FFF2-40B4-BE49-F238E27FC236}">
                <a16:creationId xmlns:a16="http://schemas.microsoft.com/office/drawing/2014/main" id="{F0AC6952-DE19-4A86-9250-2132BF9D3DE0}"/>
              </a:ext>
            </a:extLst>
          </p:cNvPr>
          <p:cNvSpPr>
            <a:spLocks xmlns:a="http://schemas.openxmlformats.org/drawingml/2006/main" noGrp="1"/>
          </p:cNvSpPr>
          <p:nvPr/>
        </p:nvSpPr>
        <p:spPr>
          <a:xfrm xmlns:a="http://schemas.openxmlformats.org/drawingml/2006/main">
            <a:off x="819150" y="2876550"/>
            <a:ext cx="1657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i="0">
                <a:solidFill>
                  <a:srgbClr val="C5BDAF"/>
                </a:solidFill>
              </a:defRPr>
            </a:pPr>
            <a:r>
              <a:rPr sz="1275" b="0" i="0">
                <a:solidFill>
                  <a:srgbClr val="C5BDAF"/>
                </a:solidFill>
              </a:rPr>
              <a:t>COBOL · PL/I · JCL · CICS · IMS · Db2</a:t>
            </a:r>
          </a:p>
        </p:txBody>
      </p:sp>
      <p:sp>
        <p:nvSpPr>
          <p:cNvPr id="9" name="">
            <a:extLst xmlns:a="http://schemas.openxmlformats.org/drawingml/2006/main">
              <a:ext uri="{FF2B5EF4-FFF2-40B4-BE49-F238E27FC236}">
                <a16:creationId xmlns:a16="http://schemas.microsoft.com/office/drawing/2014/main" id="{A49F2FA9-48FE-4007-A138-B95B684ADC1F}"/>
              </a:ext>
            </a:extLst>
          </p:cNvPr>
          <p:cNvSpPr>
            <a:spLocks xmlns:a="http://schemas.openxmlformats.org/drawingml/2006/main" noGrp="1"/>
          </p:cNvSpPr>
          <p:nvPr/>
        </p:nvSpPr>
        <p:spPr>
          <a:xfrm xmlns:a="http://schemas.openxmlformats.org/drawingml/2006/main">
            <a:off x="2895600" y="2038350"/>
            <a:ext cx="2000250" cy="2286000"/>
          </a:xfrm>
          <a:prstGeom xmlns:a="http://schemas.openxmlformats.org/drawingml/2006/main" prst="roundRect">
            <a:avLst>
              <a:gd name="adj" fmla="val 5714"/>
            </a:avLst>
          </a:prstGeom>
          <a:solidFill xmlns:a="http://schemas.openxmlformats.org/drawingml/2006/main">
            <a:srgbClr val="0B0B0B">
              <a:alpha val="88000"/>
            </a:srgbClr>
          </a:solidFill>
          <a:ln xmlns:a="http://schemas.openxmlformats.org/drawingml/2006/main" w="9525">
            <a:solidFill>
              <a:srgbClr val="6F542D"/>
            </a:solidFill>
            <a:prstDash val="solid"/>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09292A4F-C30D-4A9A-935B-340366711609}"/>
              </a:ext>
            </a:extLst>
          </p:cNvPr>
          <p:cNvSpPr>
            <a:spLocks xmlns:a="http://schemas.openxmlformats.org/drawingml/2006/main" noGrp="1"/>
          </p:cNvSpPr>
          <p:nvPr/>
        </p:nvSpPr>
        <p:spPr>
          <a:xfrm xmlns:a="http://schemas.openxmlformats.org/drawingml/2006/main">
            <a:off x="3038475" y="226695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8F4EC"/>
                </a:solidFill>
              </a:defRPr>
            </a:pPr>
            <a:r>
              <a:rPr sz="1650" b="1" i="0">
                <a:solidFill>
                  <a:srgbClr val="F8F4EC"/>
                </a:solidFill>
              </a:rPr>
              <a:t>Semantic model</a:t>
            </a:r>
          </a:p>
        </p:txBody>
      </p:sp>
      <p:sp>
        <p:nvSpPr>
          <p:cNvPr id="11" name="">
            <a:extLst xmlns:a="http://schemas.openxmlformats.org/drawingml/2006/main">
              <a:ext uri="{FF2B5EF4-FFF2-40B4-BE49-F238E27FC236}">
                <a16:creationId xmlns:a16="http://schemas.microsoft.com/office/drawing/2014/main" id="{FE834A89-81C3-416F-AF68-FDC4284ABAFC}"/>
              </a:ext>
            </a:extLst>
          </p:cNvPr>
          <p:cNvSpPr>
            <a:spLocks xmlns:a="http://schemas.openxmlformats.org/drawingml/2006/main" noGrp="1"/>
          </p:cNvSpPr>
          <p:nvPr/>
        </p:nvSpPr>
        <p:spPr>
          <a:xfrm xmlns:a="http://schemas.openxmlformats.org/drawingml/2006/main">
            <a:off x="3067050" y="2876550"/>
            <a:ext cx="1657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i="0">
                <a:solidFill>
                  <a:srgbClr val="C5BDAF"/>
                </a:solidFill>
              </a:defRPr>
            </a:pPr>
            <a:r>
              <a:rPr sz="1275" b="0" i="0">
                <a:solidFill>
                  <a:srgbClr val="C5BDAF"/>
                </a:solidFill>
              </a:rPr>
              <a:t>Canonical graph + extension fragments</a:t>
            </a:r>
          </a:p>
        </p:txBody>
      </p:sp>
      <p:sp>
        <p:nvSpPr>
          <p:cNvPr id="12" name="">
            <a:extLst xmlns:a="http://schemas.openxmlformats.org/drawingml/2006/main">
              <a:ext uri="{FF2B5EF4-FFF2-40B4-BE49-F238E27FC236}">
                <a16:creationId xmlns:a16="http://schemas.microsoft.com/office/drawing/2014/main" id="{234257CD-777F-4391-833F-BFD930B82D04}"/>
              </a:ext>
            </a:extLst>
          </p:cNvPr>
          <p:cNvSpPr>
            <a:spLocks xmlns:a="http://schemas.openxmlformats.org/drawingml/2006/main" noGrp="1"/>
          </p:cNvSpPr>
          <p:nvPr/>
        </p:nvSpPr>
        <p:spPr>
          <a:xfrm xmlns:a="http://schemas.openxmlformats.org/drawingml/2006/main">
            <a:off x="5143500" y="2038350"/>
            <a:ext cx="2000250" cy="2286000"/>
          </a:xfrm>
          <a:prstGeom xmlns:a="http://schemas.openxmlformats.org/drawingml/2006/main" prst="roundRect">
            <a:avLst>
              <a:gd name="adj" fmla="val 5714"/>
            </a:avLst>
          </a:prstGeom>
          <a:solidFill xmlns:a="http://schemas.openxmlformats.org/drawingml/2006/main">
            <a:srgbClr val="0B0B0B">
              <a:alpha val="88000"/>
            </a:srgbClr>
          </a:solidFill>
          <a:ln xmlns:a="http://schemas.openxmlformats.org/drawingml/2006/main" w="9525">
            <a:solidFill>
              <a:srgbClr val="6F542D"/>
            </a:solidFill>
            <a:prstDash val="solid"/>
          </a:ln>
        </p:spPr>
        <p:txBody>
          <a:bodyPr xmlns:a="http://schemas.openxmlformats.org/drawingml/2006/main"/>
          <a:lstStyle xmlns:a="http://schemas.openxmlformats.org/drawingml/2006/main"/>
          <a:p xmlns:a="http://schemas.openxmlformats.org/drawingml/2006/main"/>
        </p:txBody>
      </p:sp>
      <p:sp>
        <p:nvSpPr>
          <p:cNvPr id="13" name="">
            <a:extLst xmlns:a="http://schemas.openxmlformats.org/drawingml/2006/main">
              <a:ext uri="{FF2B5EF4-FFF2-40B4-BE49-F238E27FC236}">
                <a16:creationId xmlns:a16="http://schemas.microsoft.com/office/drawing/2014/main" id="{522EC56D-5D6F-4D17-B050-4EA7A2C717B7}"/>
              </a:ext>
            </a:extLst>
          </p:cNvPr>
          <p:cNvSpPr>
            <a:spLocks xmlns:a="http://schemas.openxmlformats.org/drawingml/2006/main" noGrp="1"/>
          </p:cNvSpPr>
          <p:nvPr/>
        </p:nvSpPr>
        <p:spPr>
          <a:xfrm xmlns:a="http://schemas.openxmlformats.org/drawingml/2006/main">
            <a:off x="5286375" y="226695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8F4EC"/>
                </a:solidFill>
              </a:defRPr>
            </a:pPr>
            <a:r>
              <a:rPr sz="1650" b="1" i="0">
                <a:solidFill>
                  <a:srgbClr val="F8F4EC"/>
                </a:solidFill>
              </a:rPr>
              <a:t>Proof cells</a:t>
            </a:r>
          </a:p>
        </p:txBody>
      </p:sp>
      <p:sp>
        <p:nvSpPr>
          <p:cNvPr id="14" name="">
            <a:extLst xmlns:a="http://schemas.openxmlformats.org/drawingml/2006/main">
              <a:ext uri="{FF2B5EF4-FFF2-40B4-BE49-F238E27FC236}">
                <a16:creationId xmlns:a16="http://schemas.microsoft.com/office/drawing/2014/main" id="{265F2C8A-41F9-47DA-98FA-FD70D96AC88A}"/>
              </a:ext>
            </a:extLst>
          </p:cNvPr>
          <p:cNvSpPr>
            <a:spLocks xmlns:a="http://schemas.openxmlformats.org/drawingml/2006/main" noGrp="1"/>
          </p:cNvSpPr>
          <p:nvPr/>
        </p:nvSpPr>
        <p:spPr>
          <a:xfrm xmlns:a="http://schemas.openxmlformats.org/drawingml/2006/main">
            <a:off x="5314950" y="2876550"/>
            <a:ext cx="1657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i="0">
                <a:solidFill>
                  <a:srgbClr val="C5BDAF"/>
                </a:solidFill>
              </a:defRPr>
            </a:pPr>
            <a:r>
              <a:rPr sz="1275" b="0" i="0">
                <a:solidFill>
                  <a:srgbClr val="C5BDAF"/>
                </a:solidFill>
              </a:rPr>
              <a:t>Oracles · candidates · mutations</a:t>
            </a:r>
          </a:p>
        </p:txBody>
      </p:sp>
      <p:sp>
        <p:nvSpPr>
          <p:cNvPr id="15" name="">
            <a:extLst xmlns:a="http://schemas.openxmlformats.org/drawingml/2006/main">
              <a:ext uri="{FF2B5EF4-FFF2-40B4-BE49-F238E27FC236}">
                <a16:creationId xmlns:a16="http://schemas.microsoft.com/office/drawing/2014/main" id="{09A04FFB-9748-46F6-9DB5-70D9957066B5}"/>
              </a:ext>
            </a:extLst>
          </p:cNvPr>
          <p:cNvSpPr>
            <a:spLocks xmlns:a="http://schemas.openxmlformats.org/drawingml/2006/main" noGrp="1"/>
          </p:cNvSpPr>
          <p:nvPr/>
        </p:nvSpPr>
        <p:spPr>
          <a:xfrm xmlns:a="http://schemas.openxmlformats.org/drawingml/2006/main">
            <a:off x="7391400" y="2038350"/>
            <a:ext cx="2000250" cy="2286000"/>
          </a:xfrm>
          <a:prstGeom xmlns:a="http://schemas.openxmlformats.org/drawingml/2006/main" prst="roundRect">
            <a:avLst>
              <a:gd name="adj" fmla="val 5714"/>
            </a:avLst>
          </a:prstGeom>
          <a:solidFill xmlns:a="http://schemas.openxmlformats.org/drawingml/2006/main">
            <a:srgbClr val="0B0B0B">
              <a:alpha val="88000"/>
            </a:srgbClr>
          </a:solidFill>
          <a:ln xmlns:a="http://schemas.openxmlformats.org/drawingml/2006/main" w="9525">
            <a:solidFill>
              <a:srgbClr val="6F542D"/>
            </a:solidFill>
            <a:prstDash val="solid"/>
          </a:ln>
        </p:spPr>
        <p:txBody>
          <a:bodyPr xmlns:a="http://schemas.openxmlformats.org/drawingml/2006/main"/>
          <a:lstStyle xmlns:a="http://schemas.openxmlformats.org/drawingml/2006/main"/>
          <a:p xmlns:a="http://schemas.openxmlformats.org/drawingml/2006/main"/>
        </p:txBody>
      </p:sp>
      <p:sp>
        <p:nvSpPr>
          <p:cNvPr id="16" name="">
            <a:extLst xmlns:a="http://schemas.openxmlformats.org/drawingml/2006/main">
              <a:ext uri="{FF2B5EF4-FFF2-40B4-BE49-F238E27FC236}">
                <a16:creationId xmlns:a16="http://schemas.microsoft.com/office/drawing/2014/main" id="{347A0BF9-3DB4-4858-92D7-F26654C8B5AC}"/>
              </a:ext>
            </a:extLst>
          </p:cNvPr>
          <p:cNvSpPr>
            <a:spLocks xmlns:a="http://schemas.openxmlformats.org/drawingml/2006/main" noGrp="1"/>
          </p:cNvSpPr>
          <p:nvPr/>
        </p:nvSpPr>
        <p:spPr>
          <a:xfrm xmlns:a="http://schemas.openxmlformats.org/drawingml/2006/main">
            <a:off x="7534275" y="226695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8F4EC"/>
                </a:solidFill>
              </a:defRPr>
            </a:pPr>
            <a:r>
              <a:rPr sz="1650" b="1" i="0">
                <a:solidFill>
                  <a:srgbClr val="F8F4EC"/>
                </a:solidFill>
              </a:rPr>
              <a:t>Factory</a:t>
            </a:r>
          </a:p>
        </p:txBody>
      </p:sp>
      <p:sp>
        <p:nvSpPr>
          <p:cNvPr id="17" name="">
            <a:extLst xmlns:a="http://schemas.openxmlformats.org/drawingml/2006/main">
              <a:ext uri="{FF2B5EF4-FFF2-40B4-BE49-F238E27FC236}">
                <a16:creationId xmlns:a16="http://schemas.microsoft.com/office/drawing/2014/main" id="{50A8FF54-DA1C-419B-8DCD-70A031E5878A}"/>
              </a:ext>
            </a:extLst>
          </p:cNvPr>
          <p:cNvSpPr>
            <a:spLocks xmlns:a="http://schemas.openxmlformats.org/drawingml/2006/main" noGrp="1"/>
          </p:cNvSpPr>
          <p:nvPr/>
        </p:nvSpPr>
        <p:spPr>
          <a:xfrm xmlns:a="http://schemas.openxmlformats.org/drawingml/2006/main">
            <a:off x="7562850" y="2876550"/>
            <a:ext cx="1657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i="0">
                <a:solidFill>
                  <a:srgbClr val="C5BDAF"/>
                </a:solidFill>
              </a:defRPr>
            </a:pPr>
            <a:r>
              <a:rPr sz="1275" b="0" i="0">
                <a:solidFill>
                  <a:srgbClr val="C5BDAF"/>
                </a:solidFill>
              </a:rPr>
              <a:t>Builds · models · portfolios · data</a:t>
            </a:r>
          </a:p>
        </p:txBody>
      </p:sp>
      <p:sp>
        <p:nvSpPr>
          <p:cNvPr id="18" name="">
            <a:extLst xmlns:a="http://schemas.openxmlformats.org/drawingml/2006/main">
              <a:ext uri="{FF2B5EF4-FFF2-40B4-BE49-F238E27FC236}">
                <a16:creationId xmlns:a16="http://schemas.microsoft.com/office/drawing/2014/main" id="{EA7057D0-6D9A-4F6F-A9D0-45EF88E8F4D7}"/>
              </a:ext>
            </a:extLst>
          </p:cNvPr>
          <p:cNvSpPr>
            <a:spLocks xmlns:a="http://schemas.openxmlformats.org/drawingml/2006/main" noGrp="1"/>
          </p:cNvSpPr>
          <p:nvPr/>
        </p:nvSpPr>
        <p:spPr>
          <a:xfrm xmlns:a="http://schemas.openxmlformats.org/drawingml/2006/main">
            <a:off x="9639300" y="2038350"/>
            <a:ext cx="2000250" cy="2286000"/>
          </a:xfrm>
          <a:prstGeom xmlns:a="http://schemas.openxmlformats.org/drawingml/2006/main" prst="roundRect">
            <a:avLst>
              <a:gd name="adj" fmla="val 5714"/>
            </a:avLst>
          </a:prstGeom>
          <a:solidFill xmlns:a="http://schemas.openxmlformats.org/drawingml/2006/main">
            <a:srgbClr val="0B0B0B">
              <a:alpha val="88000"/>
            </a:srgbClr>
          </a:solidFill>
          <a:ln xmlns:a="http://schemas.openxmlformats.org/drawingml/2006/main" w="9525">
            <a:solidFill>
              <a:srgbClr val="6F542D"/>
            </a:solidFill>
            <a:prstDash val="solid"/>
          </a:ln>
        </p:spPr>
        <p:txBody>
          <a:bodyPr xmlns:a="http://schemas.openxmlformats.org/drawingml/2006/main"/>
          <a:lstStyle xmlns:a="http://schemas.openxmlformats.org/drawingml/2006/main"/>
          <a:p xmlns:a="http://schemas.openxmlformats.org/drawingml/2006/main"/>
        </p:txBody>
      </p:sp>
      <p:sp>
        <p:nvSpPr>
          <p:cNvPr id="19" name="">
            <a:extLst xmlns:a="http://schemas.openxmlformats.org/drawingml/2006/main">
              <a:ext uri="{FF2B5EF4-FFF2-40B4-BE49-F238E27FC236}">
                <a16:creationId xmlns:a16="http://schemas.microsoft.com/office/drawing/2014/main" id="{705D0945-A19E-4A27-BC16-043C8E1B8677}"/>
              </a:ext>
            </a:extLst>
          </p:cNvPr>
          <p:cNvSpPr>
            <a:spLocks xmlns:a="http://schemas.openxmlformats.org/drawingml/2006/main" noGrp="1"/>
          </p:cNvSpPr>
          <p:nvPr/>
        </p:nvSpPr>
        <p:spPr>
          <a:xfrm xmlns:a="http://schemas.openxmlformats.org/drawingml/2006/main">
            <a:off x="9782175" y="226695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8F4EC"/>
                </a:solidFill>
              </a:defRPr>
            </a:pPr>
            <a:r>
              <a:rPr sz="1650" b="1" i="0">
                <a:solidFill>
                  <a:srgbClr val="F8F4EC"/>
                </a:solidFill>
              </a:rPr>
              <a:t>Operations</a:t>
            </a:r>
          </a:p>
        </p:txBody>
      </p:sp>
      <p:sp>
        <p:nvSpPr>
          <p:cNvPr id="20" name="">
            <a:extLst xmlns:a="http://schemas.openxmlformats.org/drawingml/2006/main">
              <a:ext uri="{FF2B5EF4-FFF2-40B4-BE49-F238E27FC236}">
                <a16:creationId xmlns:a16="http://schemas.microsoft.com/office/drawing/2014/main" id="{D644BB27-A682-4EFA-B77A-F2FD06A8B4B8}"/>
              </a:ext>
            </a:extLst>
          </p:cNvPr>
          <p:cNvSpPr>
            <a:spLocks xmlns:a="http://schemas.openxmlformats.org/drawingml/2006/main" noGrp="1"/>
          </p:cNvSpPr>
          <p:nvPr/>
        </p:nvSpPr>
        <p:spPr>
          <a:xfrm xmlns:a="http://schemas.openxmlformats.org/drawingml/2006/main">
            <a:off x="9810750" y="2876550"/>
            <a:ext cx="1657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i="0">
                <a:solidFill>
                  <a:srgbClr val="C5BDAF"/>
                </a:solidFill>
              </a:defRPr>
            </a:pPr>
            <a:r>
              <a:rPr sz="1275" b="0" i="0">
                <a:solidFill>
                  <a:srgbClr val="C5BDAF"/>
                </a:solidFill>
              </a:rPr>
              <a:t>Collection · checkpoints · receipts</a:t>
            </a:r>
          </a:p>
        </p:txBody>
      </p:sp>
      <p:sp>
        <p:nvSpPr>
          <p:cNvPr id="21" name="">
            <a:extLst xmlns:a="http://schemas.openxmlformats.org/drawingml/2006/main">
              <a:ext uri="{FF2B5EF4-FFF2-40B4-BE49-F238E27FC236}">
                <a16:creationId xmlns:a16="http://schemas.microsoft.com/office/drawing/2014/main" id="{609B733A-BB0A-48F0-9674-3F9965EE3BE7}"/>
              </a:ext>
            </a:extLst>
          </p:cNvPr>
          <p:cNvSpPr>
            <a:spLocks xmlns:a="http://schemas.openxmlformats.org/drawingml/2006/main" noGrp="1"/>
          </p:cNvSpPr>
          <p:nvPr/>
        </p:nvSpPr>
        <p:spPr>
          <a:xfrm xmlns:a="http://schemas.openxmlformats.org/drawingml/2006/main">
            <a:off x="457200" y="4019550"/>
            <a:ext cx="11277600" cy="876300"/>
          </a:xfrm>
          <a:prstGeom xmlns:a="http://schemas.openxmlformats.org/drawingml/2006/main" prst="roundRect">
            <a:avLst>
              <a:gd name="adj" fmla="val 13043"/>
            </a:avLst>
          </a:prstGeom>
          <a:gradFill xmlns:a="http://schemas.openxmlformats.org/drawingml/2006/main">
            <a:gsLst>
              <a:gs pos="0">
                <a:srgbClr val="9D6316">
                  <a:alpha val="92000"/>
                </a:srgbClr>
              </a:gs>
              <a:gs pos="50000">
                <a:srgbClr val="F2B84B">
                  <a:alpha val="94000"/>
                </a:srgbClr>
              </a:gs>
              <a:gs pos="100000">
                <a:srgbClr val="9D6316">
                  <a:alpha val="92000"/>
                </a:srgbClr>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E5625B16-95C0-4E85-A458-7A33DCB3822F}"/>
              </a:ext>
            </a:extLst>
          </p:cNvPr>
          <p:cNvSpPr>
            <a:spLocks xmlns:a="http://schemas.openxmlformats.org/drawingml/2006/main" noGrp="1"/>
          </p:cNvSpPr>
          <p:nvPr/>
        </p:nvSpPr>
        <p:spPr>
          <a:xfrm xmlns:a="http://schemas.openxmlformats.org/drawingml/2006/main">
            <a:off x="952500" y="41910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171008"/>
                </a:solidFill>
              </a:defRPr>
            </a:pPr>
            <a:r>
              <a:rPr sz="1500" b="1" i="0">
                <a:solidFill>
                  <a:srgbClr val="171008"/>
                </a:solidFill>
              </a:rPr>
              <a:t>CROSS-CUTTING TRUST PLANE</a:t>
            </a:r>
          </a:p>
        </p:txBody>
      </p:sp>
      <p:sp>
        <p:nvSpPr>
          <p:cNvPr id="23" name="">
            <a:extLst xmlns:a="http://schemas.openxmlformats.org/drawingml/2006/main">
              <a:ext uri="{FF2B5EF4-FFF2-40B4-BE49-F238E27FC236}">
                <a16:creationId xmlns:a16="http://schemas.microsoft.com/office/drawing/2014/main" id="{2C6EAC9C-E61A-4D9C-A673-451E602B6458}"/>
              </a:ext>
            </a:extLst>
          </p:cNvPr>
          <p:cNvSpPr>
            <a:spLocks xmlns:a="http://schemas.openxmlformats.org/drawingml/2006/main" noGrp="1"/>
          </p:cNvSpPr>
          <p:nvPr/>
        </p:nvSpPr>
        <p:spPr>
          <a:xfrm xmlns:a="http://schemas.openxmlformats.org/drawingml/2006/main">
            <a:off x="4476750" y="41719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575" b="1" i="0">
                <a:solidFill>
                  <a:srgbClr val="171008"/>
                </a:solidFill>
              </a:defRPr>
            </a:pPr>
            <a:r>
              <a:rPr sz="1575" b="1" i="0">
                <a:solidFill>
                  <a:srgbClr val="171008"/>
                </a:solidFill>
              </a:rPr>
              <a:t>Identity · evidence class · provenance · signatures · policy · audit</a:t>
            </a:r>
          </a:p>
        </p:txBody>
      </p:sp>
      <p:sp>
        <p:nvSpPr>
          <p:cNvPr id="24" name="">
            <a:extLst xmlns:a="http://schemas.openxmlformats.org/drawingml/2006/main">
              <a:ext uri="{FF2B5EF4-FFF2-40B4-BE49-F238E27FC236}">
                <a16:creationId xmlns:a16="http://schemas.microsoft.com/office/drawing/2014/main" id="{E4F2BBC5-93E3-42DB-B0EF-F03941F21904}"/>
              </a:ext>
            </a:extLst>
          </p:cNvPr>
          <p:cNvSpPr>
            <a:spLocks xmlns:a="http://schemas.openxmlformats.org/drawingml/2006/main" noGrp="1"/>
          </p:cNvSpPr>
          <p:nvPr/>
        </p:nvSpPr>
        <p:spPr>
          <a:xfrm xmlns:a="http://schemas.openxmlformats.org/drawingml/2006/main">
            <a:off x="533400" y="651510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C5BDAF"/>
                </a:solidFill>
              </a:defRPr>
            </a:pPr>
            <a:r>
              <a:rPr sz="975" b="1" i="0">
                <a:solidFill>
                  <a:srgbClr val="C5BDAF"/>
                </a:solidFill>
              </a:rPr>
              <a:t>ARCHITECTURE</a:t>
            </a:r>
          </a:p>
        </p:txBody>
      </p:sp>
      <p:sp>
        <p:nvSpPr>
          <p:cNvPr id="25" name="">
            <a:extLst xmlns:a="http://schemas.openxmlformats.org/drawingml/2006/main">
              <a:ext uri="{FF2B5EF4-FFF2-40B4-BE49-F238E27FC236}">
                <a16:creationId xmlns:a16="http://schemas.microsoft.com/office/drawing/2014/main" id="{17BF9EE1-DBCC-4F4E-87DD-145991FD8EF7}"/>
              </a:ext>
            </a:extLst>
          </p:cNvPr>
          <p:cNvSpPr>
            <a:spLocks xmlns:a="http://schemas.openxmlformats.org/drawingml/2006/main" noGrp="1"/>
          </p:cNvSpPr>
          <p:nvPr/>
        </p:nvSpPr>
        <p:spPr>
          <a:xfrm xmlns:a="http://schemas.openxmlformats.org/drawingml/2006/main">
            <a:off x="110299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i="0">
                <a:solidFill>
                  <a:srgbClr val="C5BDAF"/>
                </a:solidFill>
              </a:defRPr>
            </a:pPr>
            <a:r>
              <a:rPr sz="975" b="1" i="0">
                <a:solidFill>
                  <a:srgbClr val="C5BDAF"/>
                </a:solidFill>
              </a:rPr>
              <a:t>25</a:t>
            </a:r>
          </a:p>
        </p:txBody>
      </p:sp>
      <p:sp>
        <p:nvSpPr>
          <p:cNvPr id="27" name="">
            <a:extLst xmlns:a="http://schemas.openxmlformats.org/drawingml/2006/main">
              <a:ext uri="{FF2B5EF4-FFF2-40B4-BE49-F238E27FC236}">
                <a16:creationId xmlns:a16="http://schemas.microsoft.com/office/drawing/2014/main" id="{7E4E3C43-EE45-4A0A-84A2-20D929600FD5}"/>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7478F73-A776-454D-9A9E-E66E6B4B5C60}"/>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49E01D8-7BEB-4277-BA80-D3D8B3E54AA6}"/>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18</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76a56d21266d41d1">
            <a:extLst>
              <a:ext uri="{96DAC541-7B7A-43D3-8B79-37D633B846F1}">
                <asvg:svgBlip xmlns:asvg="http://schemas.microsoft.com/office/drawing/2016/SVG/main" r:embed="Rb28fd2fae178490b"/>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10030e0c8054429d">
            <a:extLst>
              <a:ext uri="{96DAC541-7B7A-43D3-8B79-37D633B846F1}">
                <asvg:svgBlip xmlns:asvg="http://schemas.microsoft.com/office/drawing/2016/SVG/main" r:embed="R63be0ef029834e99"/>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1418540822"/>
      </p:ext>
    </p:extLst>
  </p:cSld>
</p:sld>
</file>

<file path=ppt/slides/slide2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pic>
        <p:nvPicPr>
          <p:cNvPr id="249" name=""/>
          <p:cNvPicPr>
            <a:picLocks xmlns:a="http://schemas.openxmlformats.org/drawingml/2006/main" noChangeAspect="1"/>
          </p:cNvPicPr>
          <p:nvPr/>
        </p:nvPicPr>
        <p:blipFill>
          <a:blip xmlns:r="http://schemas.openxmlformats.org/officeDocument/2006/relationships" xmlns:a="http://schemas.openxmlformats.org/drawingml/2006/main" r:embed="R4d09bdf45a05474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94C84FD-D736-44BE-964E-34BB61F54E8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alpha val="93000"/>
            </a:srgb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456AFAFE-2791-44C7-8C63-3DE2ADB9B41D}"/>
              </a:ext>
            </a:extLst>
          </p:cNvPr>
          <p:cNvSpPr>
            <a:spLocks xmlns:a="http://schemas.openxmlformats.org/drawingml/2006/main" noGrp="1"/>
          </p:cNvSpPr>
          <p:nvPr/>
        </p:nvSpPr>
        <p:spPr>
          <a:xfrm xmlns:a="http://schemas.openxmlformats.org/drawingml/2006/main">
            <a:off x="6096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2B84B"/>
                </a:solidFill>
              </a:defRPr>
            </a:pPr>
            <a:r>
              <a:rPr sz="1125" b="1" i="0">
                <a:solidFill>
                  <a:srgbClr val="F2B84B"/>
                </a:solidFill>
              </a:rPr>
              <a:t>EXECUTION EVIDENCE</a:t>
            </a:r>
          </a:p>
        </p:txBody>
      </p:sp>
      <p:sp>
        <p:nvSpPr>
          <p:cNvPr id="4" name="">
            <a:extLst xmlns:a="http://schemas.openxmlformats.org/drawingml/2006/main">
              <a:ext uri="{FF2B5EF4-FFF2-40B4-BE49-F238E27FC236}">
                <a16:creationId xmlns:a16="http://schemas.microsoft.com/office/drawing/2014/main" id="{BC0D8423-9379-45EC-B13F-5B6AC69F9D92}"/>
              </a:ext>
            </a:extLst>
          </p:cNvPr>
          <p:cNvSpPr>
            <a:spLocks xmlns:a="http://schemas.openxmlformats.org/drawingml/2006/main" noGrp="1"/>
          </p:cNvSpPr>
          <p:nvPr/>
        </p:nvSpPr>
        <p:spPr>
          <a:xfrm xmlns:a="http://schemas.openxmlformats.org/drawingml/2006/main">
            <a:off x="609600" y="8001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i="0">
                <a:solidFill>
                  <a:srgbClr val="F8F4EC"/>
                </a:solidFill>
              </a:defRPr>
            </a:pPr>
            <a:r>
              <a:rPr sz="2850" b="1" i="0">
                <a:solidFill>
                  <a:srgbClr val="F8F4EC"/>
                </a:solidFill>
              </a:rPr>
              <a:t>Nine milestones turned the thesis into working controls</a:t>
            </a:r>
          </a:p>
        </p:txBody>
      </p:sp>
      <p:sp>
        <p:nvSpPr>
          <p:cNvPr id="5" name="">
            <a:extLst xmlns:a="http://schemas.openxmlformats.org/drawingml/2006/main">
              <a:ext uri="{FF2B5EF4-FFF2-40B4-BE49-F238E27FC236}">
                <a16:creationId xmlns:a16="http://schemas.microsoft.com/office/drawing/2014/main" id="{8EE2941C-ACDC-44A4-A4B6-1FC2512248FC}"/>
              </a:ext>
            </a:extLst>
          </p:cNvPr>
          <p:cNvSpPr>
            <a:spLocks xmlns:a="http://schemas.openxmlformats.org/drawingml/2006/main" noGrp="1"/>
          </p:cNvSpPr>
          <p:nvPr/>
        </p:nvSpPr>
        <p:spPr>
          <a:xfrm xmlns:a="http://schemas.openxmlformats.org/drawingml/2006/main">
            <a:off x="609600" y="1409700"/>
            <a:ext cx="8953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
            <a:extLst xmlns:a="http://schemas.openxmlformats.org/drawingml/2006/main">
              <a:ext uri="{FF2B5EF4-FFF2-40B4-BE49-F238E27FC236}">
                <a16:creationId xmlns:a16="http://schemas.microsoft.com/office/drawing/2014/main" id="{47C7364A-FFE1-4267-A0CC-76D1A19BDE48}"/>
              </a:ext>
            </a:extLst>
          </p:cNvPr>
          <p:cNvSpPr>
            <a:spLocks xmlns:a="http://schemas.openxmlformats.org/drawingml/2006/main" noGrp="1"/>
          </p:cNvSpPr>
          <p:nvPr/>
        </p:nvSpPr>
        <p:spPr>
          <a:xfrm xmlns:a="http://schemas.openxmlformats.org/drawingml/2006/main">
            <a:off x="781050" y="2133600"/>
            <a:ext cx="704850" cy="704850"/>
          </a:xfrm>
          <a:prstGeom xmlns:a="http://schemas.openxmlformats.org/drawingml/2006/main" prst="ellipse">
            <a:avLst/>
          </a:prstGeom>
          <a:solidFill xmlns:a="http://schemas.openxmlformats.org/drawingml/2006/main">
            <a:srgbClr val="15110B"/>
          </a:solidFill>
          <a:ln xmlns:a="http://schemas.openxmlformats.org/drawingml/2006/main" w="1905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7" name="">
            <a:extLst xmlns:a="http://schemas.openxmlformats.org/drawingml/2006/main">
              <a:ext uri="{FF2B5EF4-FFF2-40B4-BE49-F238E27FC236}">
                <a16:creationId xmlns:a16="http://schemas.microsoft.com/office/drawing/2014/main" id="{F1BEE041-E540-46AA-B83A-1DC73BBDAB92}"/>
              </a:ext>
            </a:extLst>
          </p:cNvPr>
          <p:cNvSpPr>
            <a:spLocks xmlns:a="http://schemas.openxmlformats.org/drawingml/2006/main" noGrp="1"/>
          </p:cNvSpPr>
          <p:nvPr/>
        </p:nvSpPr>
        <p:spPr>
          <a:xfrm xmlns:a="http://schemas.openxmlformats.org/drawingml/2006/main">
            <a:off x="781050" y="2305050"/>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i="0">
                <a:solidFill>
                  <a:srgbClr val="F2B84B"/>
                </a:solidFill>
              </a:defRPr>
            </a:pPr>
            <a:r>
              <a:rPr sz="1725" b="1" i="0">
                <a:solidFill>
                  <a:srgbClr val="F2B84B"/>
                </a:solidFill>
              </a:rPr>
              <a:t>20</a:t>
            </a:r>
          </a:p>
        </p:txBody>
      </p:sp>
      <p:sp>
        <p:nvSpPr>
          <p:cNvPr id="8" name="">
            <a:extLst xmlns:a="http://schemas.openxmlformats.org/drawingml/2006/main">
              <a:ext uri="{FF2B5EF4-FFF2-40B4-BE49-F238E27FC236}">
                <a16:creationId xmlns:a16="http://schemas.microsoft.com/office/drawing/2014/main" id="{2C5D9D45-EFF8-4D31-9AAF-FC706BBC96E5}"/>
              </a:ext>
            </a:extLst>
          </p:cNvPr>
          <p:cNvSpPr>
            <a:spLocks xmlns:a="http://schemas.openxmlformats.org/drawingml/2006/main" noGrp="1"/>
          </p:cNvSpPr>
          <p:nvPr/>
        </p:nvSpPr>
        <p:spPr>
          <a:xfrm xmlns:a="http://schemas.openxmlformats.org/drawingml/2006/main">
            <a:off x="400050" y="2990850"/>
            <a:ext cx="1466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i="0">
                <a:solidFill>
                  <a:srgbClr val="F8F4EC"/>
                </a:solidFill>
              </a:defRPr>
            </a:pPr>
            <a:r>
              <a:rPr sz="1275" b="1" i="0">
                <a:solidFill>
                  <a:srgbClr val="F8F4EC"/>
                </a:solidFill>
              </a:rPr>
              <a:t>Extensions</a:t>
            </a:r>
          </a:p>
        </p:txBody>
      </p:sp>
      <p:sp>
        <p:nvSpPr>
          <p:cNvPr id="9" name="">
            <a:extLst xmlns:a="http://schemas.openxmlformats.org/drawingml/2006/main">
              <a:ext uri="{FF2B5EF4-FFF2-40B4-BE49-F238E27FC236}">
                <a16:creationId xmlns:a16="http://schemas.microsoft.com/office/drawing/2014/main" id="{B140C8C7-5E35-4895-A8EC-08BAE4D6DB31}"/>
              </a:ext>
            </a:extLst>
          </p:cNvPr>
          <p:cNvSpPr>
            <a:spLocks xmlns:a="http://schemas.openxmlformats.org/drawingml/2006/main" noGrp="1"/>
          </p:cNvSpPr>
          <p:nvPr/>
        </p:nvSpPr>
        <p:spPr>
          <a:xfrm xmlns:a="http://schemas.openxmlformats.org/drawingml/2006/main">
            <a:off x="2914650" y="2133600"/>
            <a:ext cx="704850" cy="704850"/>
          </a:xfrm>
          <a:prstGeom xmlns:a="http://schemas.openxmlformats.org/drawingml/2006/main" prst="ellipse">
            <a:avLst/>
          </a:prstGeom>
          <a:solidFill xmlns:a="http://schemas.openxmlformats.org/drawingml/2006/main">
            <a:srgbClr val="15110B"/>
          </a:solidFill>
          <a:ln xmlns:a="http://schemas.openxmlformats.org/drawingml/2006/main" w="1905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D7CAA7A1-6A9F-445B-A47B-9851EBE13B0F}"/>
              </a:ext>
            </a:extLst>
          </p:cNvPr>
          <p:cNvSpPr>
            <a:spLocks xmlns:a="http://schemas.openxmlformats.org/drawingml/2006/main" noGrp="1"/>
          </p:cNvSpPr>
          <p:nvPr/>
        </p:nvSpPr>
        <p:spPr>
          <a:xfrm xmlns:a="http://schemas.openxmlformats.org/drawingml/2006/main">
            <a:off x="2914650" y="2305050"/>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i="0">
                <a:solidFill>
                  <a:srgbClr val="F2B84B"/>
                </a:solidFill>
              </a:defRPr>
            </a:pPr>
            <a:r>
              <a:rPr sz="1725" b="1" i="0">
                <a:solidFill>
                  <a:srgbClr val="F2B84B"/>
                </a:solidFill>
              </a:rPr>
              <a:t>21</a:t>
            </a:r>
          </a:p>
        </p:txBody>
      </p:sp>
      <p:sp>
        <p:nvSpPr>
          <p:cNvPr id="11" name="">
            <a:extLst xmlns:a="http://schemas.openxmlformats.org/drawingml/2006/main">
              <a:ext uri="{FF2B5EF4-FFF2-40B4-BE49-F238E27FC236}">
                <a16:creationId xmlns:a16="http://schemas.microsoft.com/office/drawing/2014/main" id="{0144E577-6038-40FD-B883-DAF5E925617B}"/>
              </a:ext>
            </a:extLst>
          </p:cNvPr>
          <p:cNvSpPr>
            <a:spLocks xmlns:a="http://schemas.openxmlformats.org/drawingml/2006/main" noGrp="1"/>
          </p:cNvSpPr>
          <p:nvPr/>
        </p:nvSpPr>
        <p:spPr>
          <a:xfrm xmlns:a="http://schemas.openxmlformats.org/drawingml/2006/main">
            <a:off x="2533650" y="2990850"/>
            <a:ext cx="1466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i="0">
                <a:solidFill>
                  <a:srgbClr val="F8F4EC"/>
                </a:solidFill>
              </a:defRPr>
            </a:pPr>
            <a:r>
              <a:rPr sz="1275" b="1" i="0">
                <a:solidFill>
                  <a:srgbClr val="F8F4EC"/>
                </a:solidFill>
              </a:rPr>
              <a:t>Safe access</a:t>
            </a:r>
          </a:p>
        </p:txBody>
      </p:sp>
      <p:sp>
        <p:nvSpPr>
          <p:cNvPr id="12" name="">
            <a:extLst xmlns:a="http://schemas.openxmlformats.org/drawingml/2006/main">
              <a:ext uri="{FF2B5EF4-FFF2-40B4-BE49-F238E27FC236}">
                <a16:creationId xmlns:a16="http://schemas.microsoft.com/office/drawing/2014/main" id="{E88DAD93-7932-418E-9D30-D4FAF4280AB9}"/>
              </a:ext>
            </a:extLst>
          </p:cNvPr>
          <p:cNvSpPr>
            <a:spLocks xmlns:a="http://schemas.openxmlformats.org/drawingml/2006/main" noGrp="1"/>
          </p:cNvSpPr>
          <p:nvPr/>
        </p:nvSpPr>
        <p:spPr>
          <a:xfrm xmlns:a="http://schemas.openxmlformats.org/drawingml/2006/main">
            <a:off x="5048250" y="2133600"/>
            <a:ext cx="704850" cy="704850"/>
          </a:xfrm>
          <a:prstGeom xmlns:a="http://schemas.openxmlformats.org/drawingml/2006/main" prst="ellipse">
            <a:avLst/>
          </a:prstGeom>
          <a:solidFill xmlns:a="http://schemas.openxmlformats.org/drawingml/2006/main">
            <a:srgbClr val="15110B"/>
          </a:solidFill>
          <a:ln xmlns:a="http://schemas.openxmlformats.org/drawingml/2006/main" w="1905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13" name="">
            <a:extLst xmlns:a="http://schemas.openxmlformats.org/drawingml/2006/main">
              <a:ext uri="{FF2B5EF4-FFF2-40B4-BE49-F238E27FC236}">
                <a16:creationId xmlns:a16="http://schemas.microsoft.com/office/drawing/2014/main" id="{2C1F6827-41B5-4AC4-BF68-A13BAF4633B6}"/>
              </a:ext>
            </a:extLst>
          </p:cNvPr>
          <p:cNvSpPr>
            <a:spLocks xmlns:a="http://schemas.openxmlformats.org/drawingml/2006/main" noGrp="1"/>
          </p:cNvSpPr>
          <p:nvPr/>
        </p:nvSpPr>
        <p:spPr>
          <a:xfrm xmlns:a="http://schemas.openxmlformats.org/drawingml/2006/main">
            <a:off x="5048250" y="2305050"/>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i="0">
                <a:solidFill>
                  <a:srgbClr val="F2B84B"/>
                </a:solidFill>
              </a:defRPr>
            </a:pPr>
            <a:r>
              <a:rPr sz="1725" b="1" i="0">
                <a:solidFill>
                  <a:srgbClr val="F2B84B"/>
                </a:solidFill>
              </a:rPr>
              <a:t>22</a:t>
            </a:r>
          </a:p>
        </p:txBody>
      </p:sp>
      <p:sp>
        <p:nvSpPr>
          <p:cNvPr id="14" name="">
            <a:extLst xmlns:a="http://schemas.openxmlformats.org/drawingml/2006/main">
              <a:ext uri="{FF2B5EF4-FFF2-40B4-BE49-F238E27FC236}">
                <a16:creationId xmlns:a16="http://schemas.microsoft.com/office/drawing/2014/main" id="{A19A85CC-0424-4837-9CB2-EA952C2D7B94}"/>
              </a:ext>
            </a:extLst>
          </p:cNvPr>
          <p:cNvSpPr>
            <a:spLocks xmlns:a="http://schemas.openxmlformats.org/drawingml/2006/main" noGrp="1"/>
          </p:cNvSpPr>
          <p:nvPr/>
        </p:nvSpPr>
        <p:spPr>
          <a:xfrm xmlns:a="http://schemas.openxmlformats.org/drawingml/2006/main">
            <a:off x="4667250" y="2990850"/>
            <a:ext cx="1466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i="0">
                <a:solidFill>
                  <a:srgbClr val="F8F4EC"/>
                </a:solidFill>
              </a:defRPr>
            </a:pPr>
            <a:r>
              <a:rPr sz="1275" b="1" i="0">
                <a:solidFill>
                  <a:srgbClr val="F8F4EC"/>
                </a:solidFill>
              </a:rPr>
              <a:t>Mixed proof</a:t>
            </a:r>
          </a:p>
        </p:txBody>
      </p:sp>
      <p:sp>
        <p:nvSpPr>
          <p:cNvPr id="15" name="">
            <a:extLst xmlns:a="http://schemas.openxmlformats.org/drawingml/2006/main">
              <a:ext uri="{FF2B5EF4-FFF2-40B4-BE49-F238E27FC236}">
                <a16:creationId xmlns:a16="http://schemas.microsoft.com/office/drawing/2014/main" id="{F7CACD9D-ED1B-4F53-8BEA-51D47B30D32C}"/>
              </a:ext>
            </a:extLst>
          </p:cNvPr>
          <p:cNvSpPr>
            <a:spLocks xmlns:a="http://schemas.openxmlformats.org/drawingml/2006/main" noGrp="1"/>
          </p:cNvSpPr>
          <p:nvPr/>
        </p:nvSpPr>
        <p:spPr>
          <a:xfrm xmlns:a="http://schemas.openxmlformats.org/drawingml/2006/main">
            <a:off x="7181850" y="2133600"/>
            <a:ext cx="704850" cy="704850"/>
          </a:xfrm>
          <a:prstGeom xmlns:a="http://schemas.openxmlformats.org/drawingml/2006/main" prst="ellipse">
            <a:avLst/>
          </a:prstGeom>
          <a:solidFill xmlns:a="http://schemas.openxmlformats.org/drawingml/2006/main">
            <a:srgbClr val="15110B"/>
          </a:solidFill>
          <a:ln xmlns:a="http://schemas.openxmlformats.org/drawingml/2006/main" w="1905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16" name="">
            <a:extLst xmlns:a="http://schemas.openxmlformats.org/drawingml/2006/main">
              <a:ext uri="{FF2B5EF4-FFF2-40B4-BE49-F238E27FC236}">
                <a16:creationId xmlns:a16="http://schemas.microsoft.com/office/drawing/2014/main" id="{5BD86B9C-684A-4E76-AEEC-99E1597F96B5}"/>
              </a:ext>
            </a:extLst>
          </p:cNvPr>
          <p:cNvSpPr>
            <a:spLocks xmlns:a="http://schemas.openxmlformats.org/drawingml/2006/main" noGrp="1"/>
          </p:cNvSpPr>
          <p:nvPr/>
        </p:nvSpPr>
        <p:spPr>
          <a:xfrm xmlns:a="http://schemas.openxmlformats.org/drawingml/2006/main">
            <a:off x="7181850" y="2305050"/>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i="0">
                <a:solidFill>
                  <a:srgbClr val="F2B84B"/>
                </a:solidFill>
              </a:defRPr>
            </a:pPr>
            <a:r>
              <a:rPr sz="1725" b="1" i="0">
                <a:solidFill>
                  <a:srgbClr val="F2B84B"/>
                </a:solidFill>
              </a:rPr>
              <a:t>23</a:t>
            </a:r>
          </a:p>
        </p:txBody>
      </p:sp>
      <p:sp>
        <p:nvSpPr>
          <p:cNvPr id="17" name="">
            <a:extLst xmlns:a="http://schemas.openxmlformats.org/drawingml/2006/main">
              <a:ext uri="{FF2B5EF4-FFF2-40B4-BE49-F238E27FC236}">
                <a16:creationId xmlns:a16="http://schemas.microsoft.com/office/drawing/2014/main" id="{6D96996B-33E2-4CCA-9E62-B475928C5424}"/>
              </a:ext>
            </a:extLst>
          </p:cNvPr>
          <p:cNvSpPr>
            <a:spLocks xmlns:a="http://schemas.openxmlformats.org/drawingml/2006/main" noGrp="1"/>
          </p:cNvSpPr>
          <p:nvPr/>
        </p:nvSpPr>
        <p:spPr>
          <a:xfrm xmlns:a="http://schemas.openxmlformats.org/drawingml/2006/main">
            <a:off x="6800850" y="2990850"/>
            <a:ext cx="1466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i="0">
                <a:solidFill>
                  <a:srgbClr val="F8F4EC"/>
                </a:solidFill>
              </a:defRPr>
            </a:pPr>
            <a:r>
              <a:rPr sz="1275" b="1" i="0">
                <a:solidFill>
                  <a:srgbClr val="F8F4EC"/>
                </a:solidFill>
              </a:rPr>
              <a:t>Composite estate</a:t>
            </a:r>
          </a:p>
        </p:txBody>
      </p:sp>
      <p:sp>
        <p:nvSpPr>
          <p:cNvPr id="18" name="">
            <a:extLst xmlns:a="http://schemas.openxmlformats.org/drawingml/2006/main">
              <a:ext uri="{FF2B5EF4-FFF2-40B4-BE49-F238E27FC236}">
                <a16:creationId xmlns:a16="http://schemas.microsoft.com/office/drawing/2014/main" id="{1F6C9092-1F2F-49E1-8DF0-7C183AD86C85}"/>
              </a:ext>
            </a:extLst>
          </p:cNvPr>
          <p:cNvSpPr>
            <a:spLocks xmlns:a="http://schemas.openxmlformats.org/drawingml/2006/main" noGrp="1"/>
          </p:cNvSpPr>
          <p:nvPr/>
        </p:nvSpPr>
        <p:spPr>
          <a:xfrm xmlns:a="http://schemas.openxmlformats.org/drawingml/2006/main">
            <a:off x="9315450" y="2133600"/>
            <a:ext cx="704850" cy="704850"/>
          </a:xfrm>
          <a:prstGeom xmlns:a="http://schemas.openxmlformats.org/drawingml/2006/main" prst="ellipse">
            <a:avLst/>
          </a:prstGeom>
          <a:solidFill xmlns:a="http://schemas.openxmlformats.org/drawingml/2006/main">
            <a:srgbClr val="15110B"/>
          </a:solidFill>
          <a:ln xmlns:a="http://schemas.openxmlformats.org/drawingml/2006/main" w="1905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19" name="">
            <a:extLst xmlns:a="http://schemas.openxmlformats.org/drawingml/2006/main">
              <a:ext uri="{FF2B5EF4-FFF2-40B4-BE49-F238E27FC236}">
                <a16:creationId xmlns:a16="http://schemas.microsoft.com/office/drawing/2014/main" id="{2CF06EC0-323D-4AAD-81D8-6A298F8D99DE}"/>
              </a:ext>
            </a:extLst>
          </p:cNvPr>
          <p:cNvSpPr>
            <a:spLocks xmlns:a="http://schemas.openxmlformats.org/drawingml/2006/main" noGrp="1"/>
          </p:cNvSpPr>
          <p:nvPr/>
        </p:nvSpPr>
        <p:spPr>
          <a:xfrm xmlns:a="http://schemas.openxmlformats.org/drawingml/2006/main">
            <a:off x="9315450" y="2305050"/>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i="0">
                <a:solidFill>
                  <a:srgbClr val="F2B84B"/>
                </a:solidFill>
              </a:defRPr>
            </a:pPr>
            <a:r>
              <a:rPr sz="1725" b="1" i="0">
                <a:solidFill>
                  <a:srgbClr val="F2B84B"/>
                </a:solidFill>
              </a:rPr>
              <a:t>24</a:t>
            </a:r>
          </a:p>
        </p:txBody>
      </p:sp>
      <p:sp>
        <p:nvSpPr>
          <p:cNvPr id="20" name="">
            <a:extLst xmlns:a="http://schemas.openxmlformats.org/drawingml/2006/main">
              <a:ext uri="{FF2B5EF4-FFF2-40B4-BE49-F238E27FC236}">
                <a16:creationId xmlns:a16="http://schemas.microsoft.com/office/drawing/2014/main" id="{D2E06926-098D-40F9-91AC-071DE0A63897}"/>
              </a:ext>
            </a:extLst>
          </p:cNvPr>
          <p:cNvSpPr>
            <a:spLocks xmlns:a="http://schemas.openxmlformats.org/drawingml/2006/main" noGrp="1"/>
          </p:cNvSpPr>
          <p:nvPr/>
        </p:nvSpPr>
        <p:spPr>
          <a:xfrm xmlns:a="http://schemas.openxmlformats.org/drawingml/2006/main">
            <a:off x="8934450" y="2990850"/>
            <a:ext cx="1466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i="0">
                <a:solidFill>
                  <a:srgbClr val="F8F4EC"/>
                </a:solidFill>
              </a:defRPr>
            </a:pPr>
            <a:r>
              <a:rPr sz="1275" b="1" i="0">
                <a:solidFill>
                  <a:srgbClr val="F8F4EC"/>
                </a:solidFill>
              </a:rPr>
              <a:t>PL/I coverage</a:t>
            </a:r>
          </a:p>
        </p:txBody>
      </p:sp>
      <p:sp>
        <p:nvSpPr>
          <p:cNvPr id="21" name="">
            <a:extLst xmlns:a="http://schemas.openxmlformats.org/drawingml/2006/main">
              <a:ext uri="{FF2B5EF4-FFF2-40B4-BE49-F238E27FC236}">
                <a16:creationId xmlns:a16="http://schemas.microsoft.com/office/drawing/2014/main" id="{FDFE4B0E-ADC4-4312-8B3C-8CE8BF1288CC}"/>
              </a:ext>
            </a:extLst>
          </p:cNvPr>
          <p:cNvSpPr>
            <a:spLocks xmlns:a="http://schemas.openxmlformats.org/drawingml/2006/main" noGrp="1"/>
          </p:cNvSpPr>
          <p:nvPr/>
        </p:nvSpPr>
        <p:spPr>
          <a:xfrm xmlns:a="http://schemas.openxmlformats.org/drawingml/2006/main">
            <a:off x="1847850" y="4095750"/>
            <a:ext cx="704850" cy="704850"/>
          </a:xfrm>
          <a:prstGeom xmlns:a="http://schemas.openxmlformats.org/drawingml/2006/main" prst="ellipse">
            <a:avLst/>
          </a:prstGeom>
          <a:solidFill xmlns:a="http://schemas.openxmlformats.org/drawingml/2006/main">
            <a:srgbClr val="15110B"/>
          </a:solidFill>
          <a:ln xmlns:a="http://schemas.openxmlformats.org/drawingml/2006/main" w="1905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6D5E2C80-F83A-4F23-AEAD-A220676CD8B4}"/>
              </a:ext>
            </a:extLst>
          </p:cNvPr>
          <p:cNvSpPr>
            <a:spLocks xmlns:a="http://schemas.openxmlformats.org/drawingml/2006/main" noGrp="1"/>
          </p:cNvSpPr>
          <p:nvPr/>
        </p:nvSpPr>
        <p:spPr>
          <a:xfrm xmlns:a="http://schemas.openxmlformats.org/drawingml/2006/main">
            <a:off x="1847850" y="4267200"/>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i="0">
                <a:solidFill>
                  <a:srgbClr val="F2B84B"/>
                </a:solidFill>
              </a:defRPr>
            </a:pPr>
            <a:r>
              <a:rPr sz="1725" b="1" i="0">
                <a:solidFill>
                  <a:srgbClr val="F2B84B"/>
                </a:solidFill>
              </a:rPr>
              <a:t>25</a:t>
            </a:r>
          </a:p>
        </p:txBody>
      </p:sp>
      <p:sp>
        <p:nvSpPr>
          <p:cNvPr id="23" name="">
            <a:extLst xmlns:a="http://schemas.openxmlformats.org/drawingml/2006/main">
              <a:ext uri="{FF2B5EF4-FFF2-40B4-BE49-F238E27FC236}">
                <a16:creationId xmlns:a16="http://schemas.microsoft.com/office/drawing/2014/main" id="{CE88087F-B5B1-48EC-B26C-915664CBE3DD}"/>
              </a:ext>
            </a:extLst>
          </p:cNvPr>
          <p:cNvSpPr>
            <a:spLocks xmlns:a="http://schemas.openxmlformats.org/drawingml/2006/main" noGrp="1"/>
          </p:cNvSpPr>
          <p:nvPr/>
        </p:nvSpPr>
        <p:spPr>
          <a:xfrm xmlns:a="http://schemas.openxmlformats.org/drawingml/2006/main">
            <a:off x="1466850" y="4953000"/>
            <a:ext cx="1466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i="0">
                <a:solidFill>
                  <a:srgbClr val="F8F4EC"/>
                </a:solidFill>
              </a:defRPr>
            </a:pPr>
            <a:r>
              <a:rPr sz="1275" b="1" i="0">
                <a:solidFill>
                  <a:srgbClr val="F8F4EC"/>
                </a:solidFill>
              </a:rPr>
              <a:t>Build trust</a:t>
            </a:r>
          </a:p>
        </p:txBody>
      </p:sp>
      <p:sp>
        <p:nvSpPr>
          <p:cNvPr id="24" name="">
            <a:extLst xmlns:a="http://schemas.openxmlformats.org/drawingml/2006/main">
              <a:ext uri="{FF2B5EF4-FFF2-40B4-BE49-F238E27FC236}">
                <a16:creationId xmlns:a16="http://schemas.microsoft.com/office/drawing/2014/main" id="{37723EFF-91A0-4C2D-93E8-F1EB4EE9E8A8}"/>
              </a:ext>
            </a:extLst>
          </p:cNvPr>
          <p:cNvSpPr>
            <a:spLocks xmlns:a="http://schemas.openxmlformats.org/drawingml/2006/main" noGrp="1"/>
          </p:cNvSpPr>
          <p:nvPr/>
        </p:nvSpPr>
        <p:spPr>
          <a:xfrm xmlns:a="http://schemas.openxmlformats.org/drawingml/2006/main">
            <a:off x="3981450" y="4095750"/>
            <a:ext cx="704850" cy="704850"/>
          </a:xfrm>
          <a:prstGeom xmlns:a="http://schemas.openxmlformats.org/drawingml/2006/main" prst="ellipse">
            <a:avLst/>
          </a:prstGeom>
          <a:solidFill xmlns:a="http://schemas.openxmlformats.org/drawingml/2006/main">
            <a:srgbClr val="15110B"/>
          </a:solidFill>
          <a:ln xmlns:a="http://schemas.openxmlformats.org/drawingml/2006/main" w="1905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25" name="">
            <a:extLst xmlns:a="http://schemas.openxmlformats.org/drawingml/2006/main">
              <a:ext uri="{FF2B5EF4-FFF2-40B4-BE49-F238E27FC236}">
                <a16:creationId xmlns:a16="http://schemas.microsoft.com/office/drawing/2014/main" id="{159F5C3E-25D8-4CD3-BACA-5E0F30856112}"/>
              </a:ext>
            </a:extLst>
          </p:cNvPr>
          <p:cNvSpPr>
            <a:spLocks xmlns:a="http://schemas.openxmlformats.org/drawingml/2006/main" noGrp="1"/>
          </p:cNvSpPr>
          <p:nvPr/>
        </p:nvSpPr>
        <p:spPr>
          <a:xfrm xmlns:a="http://schemas.openxmlformats.org/drawingml/2006/main">
            <a:off x="3981450" y="4267200"/>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i="0">
                <a:solidFill>
                  <a:srgbClr val="F2B84B"/>
                </a:solidFill>
              </a:defRPr>
            </a:pPr>
            <a:r>
              <a:rPr sz="1725" b="1" i="0">
                <a:solidFill>
                  <a:srgbClr val="F2B84B"/>
                </a:solidFill>
              </a:rPr>
              <a:t>26</a:t>
            </a:r>
          </a:p>
        </p:txBody>
      </p:sp>
      <p:sp>
        <p:nvSpPr>
          <p:cNvPr id="26" name="">
            <a:extLst xmlns:a="http://schemas.openxmlformats.org/drawingml/2006/main">
              <a:ext uri="{FF2B5EF4-FFF2-40B4-BE49-F238E27FC236}">
                <a16:creationId xmlns:a16="http://schemas.microsoft.com/office/drawing/2014/main" id="{D9544F1F-F7E3-4EBB-82FA-6EE4081D2DF5}"/>
              </a:ext>
            </a:extLst>
          </p:cNvPr>
          <p:cNvSpPr>
            <a:spLocks xmlns:a="http://schemas.openxmlformats.org/drawingml/2006/main" noGrp="1"/>
          </p:cNvSpPr>
          <p:nvPr/>
        </p:nvSpPr>
        <p:spPr>
          <a:xfrm xmlns:a="http://schemas.openxmlformats.org/drawingml/2006/main">
            <a:off x="3600450" y="4953000"/>
            <a:ext cx="1466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i="0">
                <a:solidFill>
                  <a:srgbClr val="F8F4EC"/>
                </a:solidFill>
              </a:defRPr>
            </a:pPr>
            <a:r>
              <a:rPr sz="1275" b="1" i="0">
                <a:solidFill>
                  <a:srgbClr val="F8F4EC"/>
                </a:solidFill>
              </a:rPr>
              <a:t>Model qualification</a:t>
            </a:r>
          </a:p>
        </p:txBody>
      </p:sp>
      <p:sp>
        <p:nvSpPr>
          <p:cNvPr id="27" name="">
            <a:extLst xmlns:a="http://schemas.openxmlformats.org/drawingml/2006/main">
              <a:ext uri="{FF2B5EF4-FFF2-40B4-BE49-F238E27FC236}">
                <a16:creationId xmlns:a16="http://schemas.microsoft.com/office/drawing/2014/main" id="{8A3D95A0-5474-44A9-97CF-0D978E35F224}"/>
              </a:ext>
            </a:extLst>
          </p:cNvPr>
          <p:cNvSpPr>
            <a:spLocks xmlns:a="http://schemas.openxmlformats.org/drawingml/2006/main" noGrp="1"/>
          </p:cNvSpPr>
          <p:nvPr/>
        </p:nvSpPr>
        <p:spPr>
          <a:xfrm xmlns:a="http://schemas.openxmlformats.org/drawingml/2006/main">
            <a:off x="6115050" y="4095750"/>
            <a:ext cx="704850" cy="704850"/>
          </a:xfrm>
          <a:prstGeom xmlns:a="http://schemas.openxmlformats.org/drawingml/2006/main" prst="ellipse">
            <a:avLst/>
          </a:prstGeom>
          <a:solidFill xmlns:a="http://schemas.openxmlformats.org/drawingml/2006/main">
            <a:srgbClr val="15110B"/>
          </a:solidFill>
          <a:ln xmlns:a="http://schemas.openxmlformats.org/drawingml/2006/main" w="1905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28" name="">
            <a:extLst xmlns:a="http://schemas.openxmlformats.org/drawingml/2006/main">
              <a:ext uri="{FF2B5EF4-FFF2-40B4-BE49-F238E27FC236}">
                <a16:creationId xmlns:a16="http://schemas.microsoft.com/office/drawing/2014/main" id="{B4418511-D54F-4E34-A14D-2AF64096247A}"/>
              </a:ext>
            </a:extLst>
          </p:cNvPr>
          <p:cNvSpPr>
            <a:spLocks xmlns:a="http://schemas.openxmlformats.org/drawingml/2006/main" noGrp="1"/>
          </p:cNvSpPr>
          <p:nvPr/>
        </p:nvSpPr>
        <p:spPr>
          <a:xfrm xmlns:a="http://schemas.openxmlformats.org/drawingml/2006/main">
            <a:off x="6115050" y="4267200"/>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i="0">
                <a:solidFill>
                  <a:srgbClr val="F2B84B"/>
                </a:solidFill>
              </a:defRPr>
            </a:pPr>
            <a:r>
              <a:rPr sz="1725" b="1" i="0">
                <a:solidFill>
                  <a:srgbClr val="F2B84B"/>
                </a:solidFill>
              </a:rPr>
              <a:t>27</a:t>
            </a:r>
          </a:p>
        </p:txBody>
      </p:sp>
      <p:sp>
        <p:nvSpPr>
          <p:cNvPr id="29" name="">
            <a:extLst xmlns:a="http://schemas.openxmlformats.org/drawingml/2006/main">
              <a:ext uri="{FF2B5EF4-FFF2-40B4-BE49-F238E27FC236}">
                <a16:creationId xmlns:a16="http://schemas.microsoft.com/office/drawing/2014/main" id="{1D6D2BAD-2E90-439F-A275-AA38BA1DEE69}"/>
              </a:ext>
            </a:extLst>
          </p:cNvPr>
          <p:cNvSpPr>
            <a:spLocks xmlns:a="http://schemas.openxmlformats.org/drawingml/2006/main" noGrp="1"/>
          </p:cNvSpPr>
          <p:nvPr/>
        </p:nvSpPr>
        <p:spPr>
          <a:xfrm xmlns:a="http://schemas.openxmlformats.org/drawingml/2006/main">
            <a:off x="5734050" y="4953000"/>
            <a:ext cx="1466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i="0">
                <a:solidFill>
                  <a:srgbClr val="F8F4EC"/>
                </a:solidFill>
              </a:defRPr>
            </a:pPr>
            <a:r>
              <a:rPr sz="1275" b="1" i="0">
                <a:solidFill>
                  <a:srgbClr val="F8F4EC"/>
                </a:solidFill>
              </a:rPr>
              <a:t>Migration rehearsal</a:t>
            </a:r>
          </a:p>
        </p:txBody>
      </p:sp>
      <p:sp>
        <p:nvSpPr>
          <p:cNvPr id="30" name="">
            <a:extLst xmlns:a="http://schemas.openxmlformats.org/drawingml/2006/main">
              <a:ext uri="{FF2B5EF4-FFF2-40B4-BE49-F238E27FC236}">
                <a16:creationId xmlns:a16="http://schemas.microsoft.com/office/drawing/2014/main" id="{C50A8CDA-7B37-457B-8EF8-C93B60CA7C72}"/>
              </a:ext>
            </a:extLst>
          </p:cNvPr>
          <p:cNvSpPr>
            <a:spLocks xmlns:a="http://schemas.openxmlformats.org/drawingml/2006/main" noGrp="1"/>
          </p:cNvSpPr>
          <p:nvPr/>
        </p:nvSpPr>
        <p:spPr>
          <a:xfrm xmlns:a="http://schemas.openxmlformats.org/drawingml/2006/main">
            <a:off x="8248650" y="4095750"/>
            <a:ext cx="704850" cy="704850"/>
          </a:xfrm>
          <a:prstGeom xmlns:a="http://schemas.openxmlformats.org/drawingml/2006/main" prst="ellipse">
            <a:avLst/>
          </a:prstGeom>
          <a:solidFill xmlns:a="http://schemas.openxmlformats.org/drawingml/2006/main">
            <a:srgbClr val="F2B84B"/>
          </a:solidFill>
          <a:ln xmlns:a="http://schemas.openxmlformats.org/drawingml/2006/main" w="1905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31" name="">
            <a:extLst xmlns:a="http://schemas.openxmlformats.org/drawingml/2006/main">
              <a:ext uri="{FF2B5EF4-FFF2-40B4-BE49-F238E27FC236}">
                <a16:creationId xmlns:a16="http://schemas.microsoft.com/office/drawing/2014/main" id="{B70D8A2A-A4CA-4447-8B67-6EE83DA3786C}"/>
              </a:ext>
            </a:extLst>
          </p:cNvPr>
          <p:cNvSpPr>
            <a:spLocks xmlns:a="http://schemas.openxmlformats.org/drawingml/2006/main" noGrp="1"/>
          </p:cNvSpPr>
          <p:nvPr/>
        </p:nvSpPr>
        <p:spPr>
          <a:xfrm xmlns:a="http://schemas.openxmlformats.org/drawingml/2006/main">
            <a:off x="8248650" y="4267200"/>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i="0">
                <a:solidFill>
                  <a:srgbClr val="171008"/>
                </a:solidFill>
              </a:defRPr>
            </a:pPr>
            <a:r>
              <a:rPr sz="1725" b="1" i="0">
                <a:solidFill>
                  <a:srgbClr val="171008"/>
                </a:solidFill>
              </a:rPr>
              <a:t>28</a:t>
            </a:r>
          </a:p>
        </p:txBody>
      </p:sp>
      <p:sp>
        <p:nvSpPr>
          <p:cNvPr id="32" name="">
            <a:extLst xmlns:a="http://schemas.openxmlformats.org/drawingml/2006/main">
              <a:ext uri="{FF2B5EF4-FFF2-40B4-BE49-F238E27FC236}">
                <a16:creationId xmlns:a16="http://schemas.microsoft.com/office/drawing/2014/main" id="{53ABBCE4-37D8-435D-847C-F487F7D7A35F}"/>
              </a:ext>
            </a:extLst>
          </p:cNvPr>
          <p:cNvSpPr>
            <a:spLocks xmlns:a="http://schemas.openxmlformats.org/drawingml/2006/main" noGrp="1"/>
          </p:cNvSpPr>
          <p:nvPr/>
        </p:nvSpPr>
        <p:spPr>
          <a:xfrm xmlns:a="http://schemas.openxmlformats.org/drawingml/2006/main">
            <a:off x="7867650" y="4953000"/>
            <a:ext cx="1466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i="0">
                <a:solidFill>
                  <a:srgbClr val="F8F4EC"/>
                </a:solidFill>
              </a:defRPr>
            </a:pPr>
            <a:r>
              <a:rPr sz="1275" b="1" i="0">
                <a:solidFill>
                  <a:srgbClr val="F8F4EC"/>
                </a:solidFill>
              </a:rPr>
              <a:t>Evidence appliance</a:t>
            </a:r>
          </a:p>
        </p:txBody>
      </p:sp>
      <p:cxnSp>
        <p:nvCxnSpPr>
          <p:cNvPr id="281" name=""/>
          <p:cNvCxnSpPr>
            <a:stCxn xmlns:a="http://schemas.openxmlformats.org/drawingml/2006/main" id="6" idx="6"/>
            <a:endCxn xmlns:a="http://schemas.openxmlformats.org/drawingml/2006/main" id="9" idx="2"/>
          </p:cNvCxnSpPr>
          <p:nvPr/>
        </p:nvCxnSpPr>
        <p:spPr>
          <a:xfrm xmlns:a="http://schemas.openxmlformats.org/drawingml/2006/main">
            <a:off x="1485900" y="2486025"/>
            <a:ext cx="1428750" cy="0"/>
          </a:xfrm>
          <a:prstGeom xmlns:a="http://schemas.openxmlformats.org/drawingml/2006/main" prst="straightConnector1">
            <a:avLst/>
          </a:prstGeom>
          <a:ln xmlns:a="http://schemas.openxmlformats.org/drawingml/2006/main" w="23813">
            <a:solidFill>
              <a:srgbClr val="B98635"/>
            </a:solidFill>
            <a:prstDash val="solid"/>
            <a:tailEnd type="arrow" w="med" len="med"/>
          </a:ln>
        </p:spPr>
      </p:cxnSp>
      <p:cxnSp>
        <p:nvCxnSpPr>
          <p:cNvPr id="282" name=""/>
          <p:cNvCxnSpPr>
            <a:stCxn xmlns:a="http://schemas.openxmlformats.org/drawingml/2006/main" id="9" idx="6"/>
            <a:endCxn xmlns:a="http://schemas.openxmlformats.org/drawingml/2006/main" id="12" idx="2"/>
          </p:cNvCxnSpPr>
          <p:nvPr/>
        </p:nvCxnSpPr>
        <p:spPr>
          <a:xfrm xmlns:a="http://schemas.openxmlformats.org/drawingml/2006/main">
            <a:off x="3619500" y="2486025"/>
            <a:ext cx="1428750" cy="0"/>
          </a:xfrm>
          <a:prstGeom xmlns:a="http://schemas.openxmlformats.org/drawingml/2006/main" prst="straightConnector1">
            <a:avLst/>
          </a:prstGeom>
          <a:ln xmlns:a="http://schemas.openxmlformats.org/drawingml/2006/main" w="23813">
            <a:solidFill>
              <a:srgbClr val="B98635"/>
            </a:solidFill>
            <a:prstDash val="solid"/>
            <a:tailEnd type="arrow" w="med" len="med"/>
          </a:ln>
        </p:spPr>
      </p:cxnSp>
      <p:cxnSp>
        <p:nvCxnSpPr>
          <p:cNvPr id="283" name=""/>
          <p:cNvCxnSpPr>
            <a:stCxn xmlns:a="http://schemas.openxmlformats.org/drawingml/2006/main" id="12" idx="6"/>
            <a:endCxn xmlns:a="http://schemas.openxmlformats.org/drawingml/2006/main" id="15" idx="2"/>
          </p:cNvCxnSpPr>
          <p:nvPr/>
        </p:nvCxnSpPr>
        <p:spPr>
          <a:xfrm xmlns:a="http://schemas.openxmlformats.org/drawingml/2006/main">
            <a:off x="5753100" y="2486025"/>
            <a:ext cx="1428750" cy="0"/>
          </a:xfrm>
          <a:prstGeom xmlns:a="http://schemas.openxmlformats.org/drawingml/2006/main" prst="straightConnector1">
            <a:avLst/>
          </a:prstGeom>
          <a:ln xmlns:a="http://schemas.openxmlformats.org/drawingml/2006/main" w="23813">
            <a:solidFill>
              <a:srgbClr val="B98635"/>
            </a:solidFill>
            <a:prstDash val="solid"/>
            <a:tailEnd type="arrow" w="med" len="med"/>
          </a:ln>
        </p:spPr>
      </p:cxnSp>
      <p:cxnSp>
        <p:nvCxnSpPr>
          <p:cNvPr id="284" name=""/>
          <p:cNvCxnSpPr>
            <a:stCxn xmlns:a="http://schemas.openxmlformats.org/drawingml/2006/main" id="15" idx="6"/>
            <a:endCxn xmlns:a="http://schemas.openxmlformats.org/drawingml/2006/main" id="18" idx="2"/>
          </p:cNvCxnSpPr>
          <p:nvPr/>
        </p:nvCxnSpPr>
        <p:spPr>
          <a:xfrm xmlns:a="http://schemas.openxmlformats.org/drawingml/2006/main">
            <a:off x="7886700" y="2486025"/>
            <a:ext cx="1428750" cy="0"/>
          </a:xfrm>
          <a:prstGeom xmlns:a="http://schemas.openxmlformats.org/drawingml/2006/main" prst="straightConnector1">
            <a:avLst/>
          </a:prstGeom>
          <a:ln xmlns:a="http://schemas.openxmlformats.org/drawingml/2006/main" w="23813">
            <a:solidFill>
              <a:srgbClr val="B98635"/>
            </a:solidFill>
            <a:prstDash val="solid"/>
            <a:tailEnd type="arrow" w="med" len="med"/>
          </a:ln>
        </p:spPr>
      </p:cxnSp>
      <p:cxnSp>
        <p:nvCxnSpPr>
          <p:cNvPr id="285" name=""/>
          <p:cNvCxnSpPr>
            <a:stCxn xmlns:a="http://schemas.openxmlformats.org/drawingml/2006/main" id="21" idx="6"/>
            <a:endCxn xmlns:a="http://schemas.openxmlformats.org/drawingml/2006/main" id="24" idx="2"/>
          </p:cNvCxnSpPr>
          <p:nvPr/>
        </p:nvCxnSpPr>
        <p:spPr>
          <a:xfrm xmlns:a="http://schemas.openxmlformats.org/drawingml/2006/main">
            <a:off x="2552700" y="4448175"/>
            <a:ext cx="1428750" cy="0"/>
          </a:xfrm>
          <a:prstGeom xmlns:a="http://schemas.openxmlformats.org/drawingml/2006/main" prst="straightConnector1">
            <a:avLst/>
          </a:prstGeom>
          <a:ln xmlns:a="http://schemas.openxmlformats.org/drawingml/2006/main" w="23813">
            <a:solidFill>
              <a:srgbClr val="B98635"/>
            </a:solidFill>
            <a:prstDash val="solid"/>
            <a:tailEnd type="arrow" w="med" len="med"/>
          </a:ln>
        </p:spPr>
      </p:cxnSp>
      <p:cxnSp>
        <p:nvCxnSpPr>
          <p:cNvPr id="286" name=""/>
          <p:cNvCxnSpPr>
            <a:stCxn xmlns:a="http://schemas.openxmlformats.org/drawingml/2006/main" id="24" idx="6"/>
            <a:endCxn xmlns:a="http://schemas.openxmlformats.org/drawingml/2006/main" id="27" idx="2"/>
          </p:cNvCxnSpPr>
          <p:nvPr/>
        </p:nvCxnSpPr>
        <p:spPr>
          <a:xfrm xmlns:a="http://schemas.openxmlformats.org/drawingml/2006/main">
            <a:off x="4686300" y="4448175"/>
            <a:ext cx="1428750" cy="0"/>
          </a:xfrm>
          <a:prstGeom xmlns:a="http://schemas.openxmlformats.org/drawingml/2006/main" prst="straightConnector1">
            <a:avLst/>
          </a:prstGeom>
          <a:ln xmlns:a="http://schemas.openxmlformats.org/drawingml/2006/main" w="23813">
            <a:solidFill>
              <a:srgbClr val="B98635"/>
            </a:solidFill>
            <a:prstDash val="solid"/>
            <a:tailEnd type="arrow" w="med" len="med"/>
          </a:ln>
        </p:spPr>
      </p:cxnSp>
      <p:cxnSp>
        <p:nvCxnSpPr>
          <p:cNvPr id="287" name=""/>
          <p:cNvCxnSpPr>
            <a:stCxn xmlns:a="http://schemas.openxmlformats.org/drawingml/2006/main" id="27" idx="6"/>
            <a:endCxn xmlns:a="http://schemas.openxmlformats.org/drawingml/2006/main" id="30" idx="2"/>
          </p:cNvCxnSpPr>
          <p:nvPr/>
        </p:nvCxnSpPr>
        <p:spPr>
          <a:xfrm xmlns:a="http://schemas.openxmlformats.org/drawingml/2006/main">
            <a:off x="6819900" y="4448175"/>
            <a:ext cx="1428750" cy="0"/>
          </a:xfrm>
          <a:prstGeom xmlns:a="http://schemas.openxmlformats.org/drawingml/2006/main" prst="straightConnector1">
            <a:avLst/>
          </a:prstGeom>
          <a:ln xmlns:a="http://schemas.openxmlformats.org/drawingml/2006/main" w="23813">
            <a:solidFill>
              <a:srgbClr val="B98635"/>
            </a:solidFill>
            <a:prstDash val="solid"/>
            <a:tailEnd type="arrow" w="med" len="med"/>
          </a:ln>
        </p:spPr>
      </p:cxnSp>
      <p:sp>
        <p:nvSpPr>
          <p:cNvPr id="40" name="">
            <a:extLst xmlns:a="http://schemas.openxmlformats.org/drawingml/2006/main">
              <a:ext uri="{FF2B5EF4-FFF2-40B4-BE49-F238E27FC236}">
                <a16:creationId xmlns:a16="http://schemas.microsoft.com/office/drawing/2014/main" id="{B6862EB4-D5AB-4AF4-8E63-6A478940C36D}"/>
              </a:ext>
            </a:extLst>
          </p:cNvPr>
          <p:cNvSpPr>
            <a:spLocks xmlns:a="http://schemas.openxmlformats.org/drawingml/2006/main" noGrp="1"/>
          </p:cNvSpPr>
          <p:nvPr/>
        </p:nvSpPr>
        <p:spPr>
          <a:xfrm xmlns:a="http://schemas.openxmlformats.org/drawingml/2006/main">
            <a:off x="533400" y="651510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C5BDAF"/>
                </a:solidFill>
              </a:defRPr>
            </a:pPr>
            <a:r>
              <a:rPr sz="975" b="1" i="0">
                <a:solidFill>
                  <a:srgbClr val="C5BDAF"/>
                </a:solidFill>
              </a:rPr>
              <a:t>MILESTONE PROOF LADDER</a:t>
            </a:r>
          </a:p>
        </p:txBody>
      </p:sp>
      <p:sp>
        <p:nvSpPr>
          <p:cNvPr id="41" name="">
            <a:extLst xmlns:a="http://schemas.openxmlformats.org/drawingml/2006/main">
              <a:ext uri="{FF2B5EF4-FFF2-40B4-BE49-F238E27FC236}">
                <a16:creationId xmlns:a16="http://schemas.microsoft.com/office/drawing/2014/main" id="{BB7CFBB8-D535-445B-A257-1B8D9FBAEADF}"/>
              </a:ext>
            </a:extLst>
          </p:cNvPr>
          <p:cNvSpPr>
            <a:spLocks xmlns:a="http://schemas.openxmlformats.org/drawingml/2006/main" noGrp="1"/>
          </p:cNvSpPr>
          <p:nvPr/>
        </p:nvSpPr>
        <p:spPr>
          <a:xfrm xmlns:a="http://schemas.openxmlformats.org/drawingml/2006/main">
            <a:off x="110299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i="0">
                <a:solidFill>
                  <a:srgbClr val="C5BDAF"/>
                </a:solidFill>
              </a:defRPr>
            </a:pPr>
            <a:r>
              <a:rPr sz="975" b="1" i="0">
                <a:solidFill>
                  <a:srgbClr val="C5BDAF"/>
                </a:solidFill>
              </a:rPr>
              <a:t>26</a:t>
            </a:r>
          </a:p>
        </p:txBody>
      </p:sp>
      <p:sp>
        <p:nvSpPr>
          <p:cNvPr id="122" name="">
            <a:extLst xmlns:a="http://schemas.openxmlformats.org/drawingml/2006/main">
              <a:ext uri="{FF2B5EF4-FFF2-40B4-BE49-F238E27FC236}">
                <a16:creationId xmlns:a16="http://schemas.microsoft.com/office/drawing/2014/main" id="{60A4B6E2-3135-4ABA-842B-F123635D7100}"/>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124" name="">
            <a:extLst xmlns:a="http://schemas.openxmlformats.org/drawingml/2006/main">
              <a:ext uri="{FF2B5EF4-FFF2-40B4-BE49-F238E27FC236}">
                <a16:creationId xmlns:a16="http://schemas.microsoft.com/office/drawing/2014/main" id="{4DAB6117-8FCF-4373-8049-07CE235028CC}"/>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125" name="">
            <a:extLst xmlns:a="http://schemas.openxmlformats.org/drawingml/2006/main">
              <a:ext uri="{FF2B5EF4-FFF2-40B4-BE49-F238E27FC236}">
                <a16:creationId xmlns:a16="http://schemas.microsoft.com/office/drawing/2014/main" id="{E9D889FF-2A82-44E1-9518-28D382CEC7D3}"/>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19</a:t>
            </a:r>
          </a:p>
        </p:txBody>
      </p:sp>
      <p:pic>
        <p:nvPicPr>
          <p:cNvPr id="293" name=""/>
          <p:cNvPicPr>
            <a:picLocks xmlns:a="http://schemas.openxmlformats.org/drawingml/2006/main" noChangeAspect="1"/>
          </p:cNvPicPr>
          <p:nvPr/>
        </p:nvPicPr>
        <p:blipFill>
          <a:blip xmlns:r="http://schemas.openxmlformats.org/officeDocument/2006/relationships" xmlns:a="http://schemas.openxmlformats.org/drawingml/2006/main" r:embed="Rc7ee32979a7b471c">
            <a:extLst>
              <a:ext uri="{96DAC541-7B7A-43D3-8B79-37D633B846F1}">
                <asvg:svgBlip xmlns:asvg="http://schemas.microsoft.com/office/drawing/2016/SVG/main" r:embed="R8cbb1cfcb3a34f98"/>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294" name=""/>
          <p:cNvPicPr>
            <a:picLocks xmlns:a="http://schemas.openxmlformats.org/drawingml/2006/main" noChangeAspect="1"/>
          </p:cNvPicPr>
          <p:nvPr/>
        </p:nvPicPr>
        <p:blipFill>
          <a:blip xmlns:r="http://schemas.openxmlformats.org/officeDocument/2006/relationships" xmlns:a="http://schemas.openxmlformats.org/drawingml/2006/main" r:embed="Rd7e80e1e02094c00">
            <a:extLst>
              <a:ext uri="{96DAC541-7B7A-43D3-8B79-37D633B846F1}">
                <asvg:svgBlip xmlns:asvg="http://schemas.microsoft.com/office/drawing/2016/SVG/main" r:embed="R8b0d09b9e47e48e3"/>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608993350"/>
      </p:ext>
    </p:extLst>
  </p:cSld>
</p:sld>
</file>

<file path=ppt/slides/slide27.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pic>
        <p:nvPicPr>
          <p:cNvPr id="133" name=""/>
          <p:cNvPicPr>
            <a:picLocks xmlns:a="http://schemas.openxmlformats.org/drawingml/2006/main" noChangeAspect="1"/>
          </p:cNvPicPr>
          <p:nvPr/>
        </p:nvPicPr>
        <p:blipFill>
          <a:blip xmlns:r="http://schemas.openxmlformats.org/officeDocument/2006/relationships" xmlns:a="http://schemas.openxmlformats.org/drawingml/2006/main" r:embed="R64858aea6562434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2377CB1-5E40-443C-A1B8-0D2FCF53F5C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alpha val="92000"/>
            </a:srgb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D8F823AD-98F6-4F8A-A28A-BA6230C9F553}"/>
              </a:ext>
            </a:extLst>
          </p:cNvPr>
          <p:cNvSpPr>
            <a:spLocks xmlns:a="http://schemas.openxmlformats.org/drawingml/2006/main" noGrp="1"/>
          </p:cNvSpPr>
          <p:nvPr/>
        </p:nvSpPr>
        <p:spPr>
          <a:xfrm xmlns:a="http://schemas.openxmlformats.org/drawingml/2006/main">
            <a:off x="6096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2B84B"/>
                </a:solidFill>
              </a:defRPr>
            </a:pPr>
            <a:r>
              <a:rPr sz="1125" b="1" i="0">
                <a:solidFill>
                  <a:srgbClr val="F2B84B"/>
                </a:solidFill>
              </a:rPr>
              <a:t>DEMONSTRATION WEDGE</a:t>
            </a:r>
          </a:p>
        </p:txBody>
      </p:sp>
      <p:sp>
        <p:nvSpPr>
          <p:cNvPr id="4" name="">
            <a:extLst xmlns:a="http://schemas.openxmlformats.org/drawingml/2006/main">
              <a:ext uri="{FF2B5EF4-FFF2-40B4-BE49-F238E27FC236}">
                <a16:creationId xmlns:a16="http://schemas.microsoft.com/office/drawing/2014/main" id="{45F7A25F-2565-4921-B993-A11E05D31C71}"/>
              </a:ext>
            </a:extLst>
          </p:cNvPr>
          <p:cNvSpPr>
            <a:spLocks xmlns:a="http://schemas.openxmlformats.org/drawingml/2006/main" noGrp="1"/>
          </p:cNvSpPr>
          <p:nvPr/>
        </p:nvSpPr>
        <p:spPr>
          <a:xfrm xmlns:a="http://schemas.openxmlformats.org/drawingml/2006/main">
            <a:off x="609600" y="8001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i="0">
                <a:solidFill>
                  <a:srgbClr val="F8F4EC"/>
                </a:solidFill>
              </a:defRPr>
            </a:pPr>
            <a:r>
              <a:rPr sz="2850" b="1" i="0">
                <a:solidFill>
                  <a:srgbClr val="F8F4EC"/>
                </a:solidFill>
              </a:rPr>
              <a:t>One bounded mixed workload proves the full method</a:t>
            </a:r>
          </a:p>
        </p:txBody>
      </p:sp>
      <p:sp>
        <p:nvSpPr>
          <p:cNvPr id="5" name="">
            <a:extLst xmlns:a="http://schemas.openxmlformats.org/drawingml/2006/main">
              <a:ext uri="{FF2B5EF4-FFF2-40B4-BE49-F238E27FC236}">
                <a16:creationId xmlns:a16="http://schemas.microsoft.com/office/drawing/2014/main" id="{879E4936-7609-492B-895A-A0A0E962B946}"/>
              </a:ext>
            </a:extLst>
          </p:cNvPr>
          <p:cNvSpPr>
            <a:spLocks xmlns:a="http://schemas.openxmlformats.org/drawingml/2006/main" noGrp="1"/>
          </p:cNvSpPr>
          <p:nvPr/>
        </p:nvSpPr>
        <p:spPr>
          <a:xfrm xmlns:a="http://schemas.openxmlformats.org/drawingml/2006/main">
            <a:off x="609600" y="1409700"/>
            <a:ext cx="8953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
            <a:extLst xmlns:a="http://schemas.openxmlformats.org/drawingml/2006/main">
              <a:ext uri="{FF2B5EF4-FFF2-40B4-BE49-F238E27FC236}">
                <a16:creationId xmlns:a16="http://schemas.microsoft.com/office/drawing/2014/main" id="{23766696-EB87-45E3-8126-3CB4BDBC9A50}"/>
              </a:ext>
            </a:extLst>
          </p:cNvPr>
          <p:cNvSpPr>
            <a:spLocks xmlns:a="http://schemas.openxmlformats.org/drawingml/2006/main" noGrp="1"/>
          </p:cNvSpPr>
          <p:nvPr/>
        </p:nvSpPr>
        <p:spPr>
          <a:xfrm xmlns:a="http://schemas.openxmlformats.org/drawingml/2006/main">
            <a:off x="523875" y="2333625"/>
            <a:ext cx="1952625" cy="914400"/>
          </a:xfrm>
          <a:prstGeom xmlns:a="http://schemas.openxmlformats.org/drawingml/2006/main" prst="roundRect">
            <a:avLst>
              <a:gd name="adj" fmla="val 12500"/>
            </a:avLst>
          </a:prstGeom>
          <a:solidFill xmlns:a="http://schemas.openxmlformats.org/drawingml/2006/main">
            <a:srgbClr val="101010">
              <a:alpha val="95000"/>
            </a:srgbClr>
          </a:solidFill>
          <a:ln xmlns:a="http://schemas.openxmlformats.org/drawingml/2006/main" w="14288">
            <a:solidFill>
              <a:srgbClr val="B98635"/>
            </a:solidFill>
            <a:prstDash val="solid"/>
          </a:ln>
        </p:spPr>
        <p:txBody>
          <a:bodyPr xmlns:a="http://schemas.openxmlformats.org/drawingml/2006/main"/>
          <a:lstStyle xmlns:a="http://schemas.openxmlformats.org/drawingml/2006/main"/>
          <a:p xmlns:a="http://schemas.openxmlformats.org/drawingml/2006/main"/>
        </p:txBody>
      </p:sp>
      <p:sp>
        <p:nvSpPr>
          <p:cNvPr id="7" name="">
            <a:extLst xmlns:a="http://schemas.openxmlformats.org/drawingml/2006/main">
              <a:ext uri="{FF2B5EF4-FFF2-40B4-BE49-F238E27FC236}">
                <a16:creationId xmlns:a16="http://schemas.microsoft.com/office/drawing/2014/main" id="{A99A95BA-A0FA-47F6-86D2-50FDF1FFF3B3}"/>
              </a:ext>
            </a:extLst>
          </p:cNvPr>
          <p:cNvSpPr>
            <a:spLocks xmlns:a="http://schemas.openxmlformats.org/drawingml/2006/main" noGrp="1"/>
          </p:cNvSpPr>
          <p:nvPr/>
        </p:nvSpPr>
        <p:spPr>
          <a:xfrm xmlns:a="http://schemas.openxmlformats.org/drawingml/2006/main">
            <a:off x="676275" y="2457450"/>
            <a:ext cx="16478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8F4EC"/>
                </a:solidFill>
              </a:defRPr>
            </a:pPr>
            <a:r>
              <a:rPr sz="1500" b="1" i="0">
                <a:solidFill>
                  <a:srgbClr val="F8F4EC"/>
                </a:solidFill>
              </a:rPr>
              <a:t>PL/I source</a:t>
            </a:r>
          </a:p>
        </p:txBody>
      </p:sp>
      <p:sp>
        <p:nvSpPr>
          <p:cNvPr id="8" name="">
            <a:extLst xmlns:a="http://schemas.openxmlformats.org/drawingml/2006/main">
              <a:ext uri="{FF2B5EF4-FFF2-40B4-BE49-F238E27FC236}">
                <a16:creationId xmlns:a16="http://schemas.microsoft.com/office/drawing/2014/main" id="{ECAB0CCC-FAA4-409A-92A3-8921D61A02C2}"/>
              </a:ext>
            </a:extLst>
          </p:cNvPr>
          <p:cNvSpPr>
            <a:spLocks xmlns:a="http://schemas.openxmlformats.org/drawingml/2006/main" noGrp="1"/>
          </p:cNvSpPr>
          <p:nvPr/>
        </p:nvSpPr>
        <p:spPr>
          <a:xfrm xmlns:a="http://schemas.openxmlformats.org/drawingml/2006/main">
            <a:off x="2847975" y="2333625"/>
            <a:ext cx="1952625" cy="914400"/>
          </a:xfrm>
          <a:prstGeom xmlns:a="http://schemas.openxmlformats.org/drawingml/2006/main" prst="roundRect">
            <a:avLst>
              <a:gd name="adj" fmla="val 12500"/>
            </a:avLst>
          </a:prstGeom>
          <a:solidFill xmlns:a="http://schemas.openxmlformats.org/drawingml/2006/main">
            <a:srgbClr val="101010">
              <a:alpha val="95000"/>
            </a:srgbClr>
          </a:solidFill>
          <a:ln xmlns:a="http://schemas.openxmlformats.org/drawingml/2006/main" w="14288">
            <a:solidFill>
              <a:srgbClr val="B98635"/>
            </a:solidFill>
            <a:prstDash val="solid"/>
          </a:ln>
        </p:spPr>
        <p:txBody>
          <a:bodyPr xmlns:a="http://schemas.openxmlformats.org/drawingml/2006/main"/>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84611CD6-0AB6-41E6-A31E-716260B3AE24}"/>
              </a:ext>
            </a:extLst>
          </p:cNvPr>
          <p:cNvSpPr>
            <a:spLocks xmlns:a="http://schemas.openxmlformats.org/drawingml/2006/main" noGrp="1"/>
          </p:cNvSpPr>
          <p:nvPr/>
        </p:nvSpPr>
        <p:spPr>
          <a:xfrm xmlns:a="http://schemas.openxmlformats.org/drawingml/2006/main">
            <a:off x="3000375" y="2457450"/>
            <a:ext cx="16478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8F4EC"/>
                </a:solidFill>
              </a:defRPr>
            </a:pPr>
            <a:r>
              <a:rPr sz="1500" b="1" i="0">
                <a:solidFill>
                  <a:srgbClr val="F8F4EC"/>
                </a:solidFill>
              </a:rPr>
              <a:t>Behavior oracle</a:t>
            </a:r>
          </a:p>
        </p:txBody>
      </p:sp>
      <p:sp>
        <p:nvSpPr>
          <p:cNvPr id="10" name="">
            <a:extLst xmlns:a="http://schemas.openxmlformats.org/drawingml/2006/main">
              <a:ext uri="{FF2B5EF4-FFF2-40B4-BE49-F238E27FC236}">
                <a16:creationId xmlns:a16="http://schemas.microsoft.com/office/drawing/2014/main" id="{CE88BE66-1BE7-45B6-8E24-D411F4F65CF8}"/>
              </a:ext>
            </a:extLst>
          </p:cNvPr>
          <p:cNvSpPr>
            <a:spLocks xmlns:a="http://schemas.openxmlformats.org/drawingml/2006/main" noGrp="1"/>
          </p:cNvSpPr>
          <p:nvPr/>
        </p:nvSpPr>
        <p:spPr>
          <a:xfrm xmlns:a="http://schemas.openxmlformats.org/drawingml/2006/main">
            <a:off x="5172075" y="2333625"/>
            <a:ext cx="1952625" cy="914400"/>
          </a:xfrm>
          <a:prstGeom xmlns:a="http://schemas.openxmlformats.org/drawingml/2006/main" prst="roundRect">
            <a:avLst>
              <a:gd name="adj" fmla="val 12500"/>
            </a:avLst>
          </a:prstGeom>
          <a:solidFill xmlns:a="http://schemas.openxmlformats.org/drawingml/2006/main">
            <a:srgbClr val="101010">
              <a:alpha val="95000"/>
            </a:srgbClr>
          </a:solidFill>
          <a:ln xmlns:a="http://schemas.openxmlformats.org/drawingml/2006/main" w="14288">
            <a:solidFill>
              <a:srgbClr val="B98635"/>
            </a:solidFill>
            <a:prstDash val="solid"/>
          </a:ln>
        </p:spPr>
        <p:txBody>
          <a:bodyPr xmlns:a="http://schemas.openxmlformats.org/drawingml/2006/main"/>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EBC462E4-B610-49EA-B00E-682E1121D7F9}"/>
              </a:ext>
            </a:extLst>
          </p:cNvPr>
          <p:cNvSpPr>
            <a:spLocks xmlns:a="http://schemas.openxmlformats.org/drawingml/2006/main" noGrp="1"/>
          </p:cNvSpPr>
          <p:nvPr/>
        </p:nvSpPr>
        <p:spPr>
          <a:xfrm xmlns:a="http://schemas.openxmlformats.org/drawingml/2006/main">
            <a:off x="5324475" y="2457450"/>
            <a:ext cx="16478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8F4EC"/>
                </a:solidFill>
              </a:defRPr>
            </a:pPr>
            <a:r>
              <a:rPr sz="1500" b="1" i="0">
                <a:solidFill>
                  <a:srgbClr val="F8F4EC"/>
                </a:solidFill>
              </a:rPr>
              <a:t>Java candidate</a:t>
            </a:r>
          </a:p>
        </p:txBody>
      </p:sp>
      <p:sp>
        <p:nvSpPr>
          <p:cNvPr id="12" name="">
            <a:extLst xmlns:a="http://schemas.openxmlformats.org/drawingml/2006/main">
              <a:ext uri="{FF2B5EF4-FFF2-40B4-BE49-F238E27FC236}">
                <a16:creationId xmlns:a16="http://schemas.microsoft.com/office/drawing/2014/main" id="{D8C69D0D-CAF9-44FF-83AD-57156FABE85B}"/>
              </a:ext>
            </a:extLst>
          </p:cNvPr>
          <p:cNvSpPr>
            <a:spLocks xmlns:a="http://schemas.openxmlformats.org/drawingml/2006/main" noGrp="1"/>
          </p:cNvSpPr>
          <p:nvPr/>
        </p:nvSpPr>
        <p:spPr>
          <a:xfrm xmlns:a="http://schemas.openxmlformats.org/drawingml/2006/main">
            <a:off x="7496175" y="2333625"/>
            <a:ext cx="1952625" cy="914400"/>
          </a:xfrm>
          <a:prstGeom xmlns:a="http://schemas.openxmlformats.org/drawingml/2006/main" prst="roundRect">
            <a:avLst>
              <a:gd name="adj" fmla="val 12500"/>
            </a:avLst>
          </a:prstGeom>
          <a:solidFill xmlns:a="http://schemas.openxmlformats.org/drawingml/2006/main">
            <a:srgbClr val="101010">
              <a:alpha val="95000"/>
            </a:srgbClr>
          </a:solidFill>
          <a:ln xmlns:a="http://schemas.openxmlformats.org/drawingml/2006/main" w="14288">
            <a:solidFill>
              <a:srgbClr val="B98635"/>
            </a:solidFill>
            <a:prstDash val="solid"/>
          </a:ln>
        </p:spPr>
        <p:txBody>
          <a:bodyPr xmlns:a="http://schemas.openxmlformats.org/drawingml/2006/main"/>
          <a:lstStyle xmlns:a="http://schemas.openxmlformats.org/drawingml/2006/main"/>
          <a:p xmlns:a="http://schemas.openxmlformats.org/drawingml/2006/main"/>
        </p:txBody>
      </p:sp>
      <p:sp>
        <p:nvSpPr>
          <p:cNvPr id="13" name="">
            <a:extLst xmlns:a="http://schemas.openxmlformats.org/drawingml/2006/main">
              <a:ext uri="{FF2B5EF4-FFF2-40B4-BE49-F238E27FC236}">
                <a16:creationId xmlns:a16="http://schemas.microsoft.com/office/drawing/2014/main" id="{FB83036A-C140-46F0-B1D5-F61242345C57}"/>
              </a:ext>
            </a:extLst>
          </p:cNvPr>
          <p:cNvSpPr>
            <a:spLocks xmlns:a="http://schemas.openxmlformats.org/drawingml/2006/main" noGrp="1"/>
          </p:cNvSpPr>
          <p:nvPr/>
        </p:nvSpPr>
        <p:spPr>
          <a:xfrm xmlns:a="http://schemas.openxmlformats.org/drawingml/2006/main">
            <a:off x="7648575" y="2457450"/>
            <a:ext cx="16478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8F4EC"/>
                </a:solidFill>
              </a:defRPr>
            </a:pPr>
            <a:r>
              <a:rPr sz="1500" b="1" i="0">
                <a:solidFill>
                  <a:srgbClr val="F8F4EC"/>
                </a:solidFill>
              </a:rPr>
              <a:t>Differential + mutations</a:t>
            </a:r>
          </a:p>
        </p:txBody>
      </p:sp>
      <p:sp>
        <p:nvSpPr>
          <p:cNvPr id="14" name="">
            <a:extLst xmlns:a="http://schemas.openxmlformats.org/drawingml/2006/main">
              <a:ext uri="{FF2B5EF4-FFF2-40B4-BE49-F238E27FC236}">
                <a16:creationId xmlns:a16="http://schemas.microsoft.com/office/drawing/2014/main" id="{E341F6C7-3856-471F-A673-E85C4944CB9A}"/>
              </a:ext>
            </a:extLst>
          </p:cNvPr>
          <p:cNvSpPr>
            <a:spLocks xmlns:a="http://schemas.openxmlformats.org/drawingml/2006/main" noGrp="1"/>
          </p:cNvSpPr>
          <p:nvPr/>
        </p:nvSpPr>
        <p:spPr>
          <a:xfrm xmlns:a="http://schemas.openxmlformats.org/drawingml/2006/main">
            <a:off x="9820275" y="2333625"/>
            <a:ext cx="1952625" cy="914400"/>
          </a:xfrm>
          <a:prstGeom xmlns:a="http://schemas.openxmlformats.org/drawingml/2006/main" prst="roundRect">
            <a:avLst>
              <a:gd name="adj" fmla="val 12500"/>
            </a:avLst>
          </a:prstGeom>
          <a:solidFill xmlns:a="http://schemas.openxmlformats.org/drawingml/2006/main">
            <a:srgbClr val="3D290D">
              <a:alpha val="95000"/>
            </a:srgbClr>
          </a:solidFill>
          <a:ln xmlns:a="http://schemas.openxmlformats.org/drawingml/2006/main" w="14288">
            <a:solidFill>
              <a:srgbClr val="B98635"/>
            </a:solidFill>
            <a:prstDash val="solid"/>
          </a:ln>
        </p:spPr>
        <p:txBody>
          <a:bodyPr xmlns:a="http://schemas.openxmlformats.org/drawingml/2006/main"/>
          <a:lstStyle xmlns:a="http://schemas.openxmlformats.org/drawingml/2006/main"/>
          <a:p xmlns:a="http://schemas.openxmlformats.org/drawingml/2006/main"/>
        </p:txBody>
      </p:sp>
      <p:sp>
        <p:nvSpPr>
          <p:cNvPr id="15" name="">
            <a:extLst xmlns:a="http://schemas.openxmlformats.org/drawingml/2006/main">
              <a:ext uri="{FF2B5EF4-FFF2-40B4-BE49-F238E27FC236}">
                <a16:creationId xmlns:a16="http://schemas.microsoft.com/office/drawing/2014/main" id="{CF08B719-E0FE-4B07-88A3-230B897F8C58}"/>
              </a:ext>
            </a:extLst>
          </p:cNvPr>
          <p:cNvSpPr>
            <a:spLocks xmlns:a="http://schemas.openxmlformats.org/drawingml/2006/main" noGrp="1"/>
          </p:cNvSpPr>
          <p:nvPr/>
        </p:nvSpPr>
        <p:spPr>
          <a:xfrm xmlns:a="http://schemas.openxmlformats.org/drawingml/2006/main">
            <a:off x="9972675" y="2457450"/>
            <a:ext cx="16478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8F4EC"/>
                </a:solidFill>
              </a:defRPr>
            </a:pPr>
            <a:r>
              <a:rPr sz="1500" b="1" i="0">
                <a:solidFill>
                  <a:srgbClr val="F8F4EC"/>
                </a:solidFill>
              </a:rPr>
              <a:t>Development receipt</a:t>
            </a:r>
          </a:p>
        </p:txBody>
      </p:sp>
      <p:cxnSp>
        <p:nvCxnSpPr>
          <p:cNvPr id="148" name=""/>
          <p:cNvCxnSpPr>
            <a:stCxn xmlns:a="http://schemas.openxmlformats.org/drawingml/2006/main" id="6" idx="3"/>
            <a:endCxn xmlns:a="http://schemas.openxmlformats.org/drawingml/2006/main" id="8" idx="1"/>
          </p:cNvCxnSpPr>
          <p:nvPr/>
        </p:nvCxnSpPr>
        <p:spPr>
          <a:xfrm xmlns:a="http://schemas.openxmlformats.org/drawingml/2006/main">
            <a:off x="2476500" y="2790825"/>
            <a:ext cx="371475" cy="0"/>
          </a:xfrm>
          <a:prstGeom xmlns:a="http://schemas.openxmlformats.org/drawingml/2006/main" prst="straightConnector1">
            <a:avLst/>
          </a:prstGeom>
          <a:ln xmlns:a="http://schemas.openxmlformats.org/drawingml/2006/main" w="23813">
            <a:solidFill>
              <a:srgbClr val="B98635"/>
            </a:solidFill>
            <a:prstDash val="solid"/>
            <a:tailEnd type="arrow" w="med" len="med"/>
          </a:ln>
        </p:spPr>
      </p:cxnSp>
      <p:cxnSp>
        <p:nvCxnSpPr>
          <p:cNvPr id="149" name=""/>
          <p:cNvCxnSpPr>
            <a:stCxn xmlns:a="http://schemas.openxmlformats.org/drawingml/2006/main" id="8" idx="3"/>
            <a:endCxn xmlns:a="http://schemas.openxmlformats.org/drawingml/2006/main" id="10" idx="1"/>
          </p:cNvCxnSpPr>
          <p:nvPr/>
        </p:nvCxnSpPr>
        <p:spPr>
          <a:xfrm xmlns:a="http://schemas.openxmlformats.org/drawingml/2006/main">
            <a:off x="4800600" y="2790825"/>
            <a:ext cx="371475" cy="0"/>
          </a:xfrm>
          <a:prstGeom xmlns:a="http://schemas.openxmlformats.org/drawingml/2006/main" prst="straightConnector1">
            <a:avLst/>
          </a:prstGeom>
          <a:ln xmlns:a="http://schemas.openxmlformats.org/drawingml/2006/main" w="23813">
            <a:solidFill>
              <a:srgbClr val="B98635"/>
            </a:solidFill>
            <a:prstDash val="solid"/>
            <a:tailEnd type="arrow" w="med" len="med"/>
          </a:ln>
        </p:spPr>
      </p:cxnSp>
      <p:cxnSp>
        <p:nvCxnSpPr>
          <p:cNvPr id="150" name=""/>
          <p:cNvCxnSpPr>
            <a:stCxn xmlns:a="http://schemas.openxmlformats.org/drawingml/2006/main" id="10" idx="3"/>
            <a:endCxn xmlns:a="http://schemas.openxmlformats.org/drawingml/2006/main" id="12" idx="1"/>
          </p:cNvCxnSpPr>
          <p:nvPr/>
        </p:nvCxnSpPr>
        <p:spPr>
          <a:xfrm xmlns:a="http://schemas.openxmlformats.org/drawingml/2006/main">
            <a:off x="7124700" y="2790825"/>
            <a:ext cx="371475" cy="0"/>
          </a:xfrm>
          <a:prstGeom xmlns:a="http://schemas.openxmlformats.org/drawingml/2006/main" prst="straightConnector1">
            <a:avLst/>
          </a:prstGeom>
          <a:ln xmlns:a="http://schemas.openxmlformats.org/drawingml/2006/main" w="23813">
            <a:solidFill>
              <a:srgbClr val="B98635"/>
            </a:solidFill>
            <a:prstDash val="solid"/>
            <a:tailEnd type="arrow" w="med" len="med"/>
          </a:ln>
        </p:spPr>
      </p:cxnSp>
      <p:cxnSp>
        <p:nvCxnSpPr>
          <p:cNvPr id="151" name=""/>
          <p:cNvCxnSpPr>
            <a:stCxn xmlns:a="http://schemas.openxmlformats.org/drawingml/2006/main" id="12" idx="3"/>
            <a:endCxn xmlns:a="http://schemas.openxmlformats.org/drawingml/2006/main" id="14" idx="1"/>
          </p:cNvCxnSpPr>
          <p:nvPr/>
        </p:nvCxnSpPr>
        <p:spPr>
          <a:xfrm xmlns:a="http://schemas.openxmlformats.org/drawingml/2006/main">
            <a:off x="9448800" y="2790825"/>
            <a:ext cx="371475" cy="0"/>
          </a:xfrm>
          <a:prstGeom xmlns:a="http://schemas.openxmlformats.org/drawingml/2006/main" prst="straightConnector1">
            <a:avLst/>
          </a:prstGeom>
          <a:ln xmlns:a="http://schemas.openxmlformats.org/drawingml/2006/main" w="23813">
            <a:solidFill>
              <a:srgbClr val="B98635"/>
            </a:solidFill>
            <a:prstDash val="solid"/>
            <a:tailEnd type="arrow" w="med" len="med"/>
          </a:ln>
        </p:spPr>
      </p:cxnSp>
      <p:sp>
        <p:nvSpPr>
          <p:cNvPr id="20" name="">
            <a:extLst xmlns:a="http://schemas.openxmlformats.org/drawingml/2006/main">
              <a:ext uri="{FF2B5EF4-FFF2-40B4-BE49-F238E27FC236}">
                <a16:creationId xmlns:a16="http://schemas.microsoft.com/office/drawing/2014/main" id="{6A960CF5-F920-4C2B-B30B-0DB37BFB49B7}"/>
              </a:ext>
            </a:extLst>
          </p:cNvPr>
          <p:cNvSpPr>
            <a:spLocks xmlns:a="http://schemas.openxmlformats.org/drawingml/2006/main" noGrp="1"/>
          </p:cNvSpPr>
          <p:nvPr/>
        </p:nvSpPr>
        <p:spPr>
          <a:xfrm xmlns:a="http://schemas.openxmlformats.org/drawingml/2006/main">
            <a:off x="1333500" y="4057650"/>
            <a:ext cx="9525000" cy="990600"/>
          </a:xfrm>
          <a:prstGeom xmlns:a="http://schemas.openxmlformats.org/drawingml/2006/main" prst="roundRect">
            <a:avLst>
              <a:gd name="adj" fmla="val 11538"/>
            </a:avLst>
          </a:prstGeom>
          <a:solidFill xmlns:a="http://schemas.openxmlformats.org/drawingml/2006/main">
            <a:srgbClr val="F2B84B">
              <a:alpha val="14000"/>
            </a:srgbClr>
          </a:solidFill>
          <a:ln xmlns:a="http://schemas.openxmlformats.org/drawingml/2006/main" w="14288">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21" name="">
            <a:extLst xmlns:a="http://schemas.openxmlformats.org/drawingml/2006/main">
              <a:ext uri="{FF2B5EF4-FFF2-40B4-BE49-F238E27FC236}">
                <a16:creationId xmlns:a16="http://schemas.microsoft.com/office/drawing/2014/main" id="{AF10EBA7-C938-4638-BE5E-33F5DEF411B8}"/>
              </a:ext>
            </a:extLst>
          </p:cNvPr>
          <p:cNvSpPr>
            <a:spLocks xmlns:a="http://schemas.openxmlformats.org/drawingml/2006/main" noGrp="1"/>
          </p:cNvSpPr>
          <p:nvPr/>
        </p:nvSpPr>
        <p:spPr>
          <a:xfrm xmlns:a="http://schemas.openxmlformats.org/drawingml/2006/main">
            <a:off x="1733550" y="4276725"/>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i="0">
                <a:solidFill>
                  <a:srgbClr val="F2B84B"/>
                </a:solidFill>
              </a:defRPr>
            </a:pPr>
            <a:r>
              <a:rPr sz="2100" b="1" i="0">
                <a:solidFill>
                  <a:srgbClr val="F2B84B"/>
                </a:solidFill>
              </a:rPr>
              <a:t>Development-ready</a:t>
            </a:r>
          </a:p>
        </p:txBody>
      </p:sp>
      <p:sp>
        <p:nvSpPr>
          <p:cNvPr id="22" name="">
            <a:extLst xmlns:a="http://schemas.openxmlformats.org/drawingml/2006/main">
              <a:ext uri="{FF2B5EF4-FFF2-40B4-BE49-F238E27FC236}">
                <a16:creationId xmlns:a16="http://schemas.microsoft.com/office/drawing/2014/main" id="{F4601027-FCDA-442E-8E17-EC36040C5F60}"/>
              </a:ext>
            </a:extLst>
          </p:cNvPr>
          <p:cNvSpPr>
            <a:spLocks xmlns:a="http://schemas.openxmlformats.org/drawingml/2006/main" noGrp="1"/>
          </p:cNvSpPr>
          <p:nvPr/>
        </p:nvSpPr>
        <p:spPr>
          <a:xfrm xmlns:a="http://schemas.openxmlformats.org/drawingml/2006/main">
            <a:off x="4572000" y="4248150"/>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575" b="1" i="0">
                <a:solidFill>
                  <a:srgbClr val="F8F4EC"/>
                </a:solidFill>
              </a:defRPr>
            </a:pPr>
            <a:r>
              <a:rPr sz="1575" b="1" i="0">
                <a:solidFill>
                  <a:srgbClr val="F8F4EC"/>
                </a:solidFill>
              </a:rPr>
              <a:t>7 behavioral cases · 9 semantic mutations · reproducible JAR · signed evidence</a:t>
            </a:r>
          </a:p>
        </p:txBody>
      </p:sp>
      <p:sp>
        <p:nvSpPr>
          <p:cNvPr id="23" name="">
            <a:extLst xmlns:a="http://schemas.openxmlformats.org/drawingml/2006/main">
              <a:ext uri="{FF2B5EF4-FFF2-40B4-BE49-F238E27FC236}">
                <a16:creationId xmlns:a16="http://schemas.microsoft.com/office/drawing/2014/main" id="{795DE0F5-5977-4211-B81D-72B42F6B648B}"/>
              </a:ext>
            </a:extLst>
          </p:cNvPr>
          <p:cNvSpPr>
            <a:spLocks xmlns:a="http://schemas.openxmlformats.org/drawingml/2006/main" noGrp="1"/>
          </p:cNvSpPr>
          <p:nvPr/>
        </p:nvSpPr>
        <p:spPr>
          <a:xfrm xmlns:a="http://schemas.openxmlformats.org/drawingml/2006/main">
            <a:off x="1733550" y="472440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C5BDAF"/>
                </a:solidFill>
              </a:defRPr>
            </a:pPr>
            <a:r>
              <a:rPr sz="1275" b="0" i="0">
                <a:solidFill>
                  <a:srgbClr val="C5BDAF"/>
                </a:solidFill>
              </a:rPr>
              <a:t>Claim boundary: not yet IBM Enterprise PL/I runtime equivalence.</a:t>
            </a:r>
          </a:p>
        </p:txBody>
      </p:sp>
      <p:sp>
        <p:nvSpPr>
          <p:cNvPr id="24" name="">
            <a:extLst xmlns:a="http://schemas.openxmlformats.org/drawingml/2006/main">
              <a:ext uri="{FF2B5EF4-FFF2-40B4-BE49-F238E27FC236}">
                <a16:creationId xmlns:a16="http://schemas.microsoft.com/office/drawing/2014/main" id="{1EF43A31-AE90-4224-A410-9F0F5D0B13C6}"/>
              </a:ext>
            </a:extLst>
          </p:cNvPr>
          <p:cNvSpPr>
            <a:spLocks xmlns:a="http://schemas.openxmlformats.org/drawingml/2006/main" noGrp="1"/>
          </p:cNvSpPr>
          <p:nvPr/>
        </p:nvSpPr>
        <p:spPr>
          <a:xfrm xmlns:a="http://schemas.openxmlformats.org/drawingml/2006/main">
            <a:off x="533400" y="651510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C5BDAF"/>
                </a:solidFill>
              </a:defRPr>
            </a:pPr>
            <a:r>
              <a:rPr sz="975" b="1" i="0">
                <a:solidFill>
                  <a:srgbClr val="C5BDAF"/>
                </a:solidFill>
              </a:rPr>
              <a:t>MIXED-LANGUAGE PROOF CELL</a:t>
            </a:r>
          </a:p>
        </p:txBody>
      </p:sp>
      <p:sp>
        <p:nvSpPr>
          <p:cNvPr id="25" name="">
            <a:extLst xmlns:a="http://schemas.openxmlformats.org/drawingml/2006/main">
              <a:ext uri="{FF2B5EF4-FFF2-40B4-BE49-F238E27FC236}">
                <a16:creationId xmlns:a16="http://schemas.microsoft.com/office/drawing/2014/main" id="{FCE3D95E-4261-4958-BCBA-ED907D544DEE}"/>
              </a:ext>
            </a:extLst>
          </p:cNvPr>
          <p:cNvSpPr>
            <a:spLocks xmlns:a="http://schemas.openxmlformats.org/drawingml/2006/main" noGrp="1"/>
          </p:cNvSpPr>
          <p:nvPr/>
        </p:nvSpPr>
        <p:spPr>
          <a:xfrm xmlns:a="http://schemas.openxmlformats.org/drawingml/2006/main">
            <a:off x="110299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i="0">
                <a:solidFill>
                  <a:srgbClr val="C5BDAF"/>
                </a:solidFill>
              </a:defRPr>
            </a:pPr>
            <a:r>
              <a:rPr sz="975" b="1" i="0">
                <a:solidFill>
                  <a:srgbClr val="C5BDAF"/>
                </a:solidFill>
              </a:rPr>
              <a:t>27</a:t>
            </a:r>
          </a:p>
        </p:txBody>
      </p:sp>
      <p:sp>
        <p:nvSpPr>
          <p:cNvPr id="66" name="">
            <a:extLst xmlns:a="http://schemas.openxmlformats.org/drawingml/2006/main">
              <a:ext uri="{FF2B5EF4-FFF2-40B4-BE49-F238E27FC236}">
                <a16:creationId xmlns:a16="http://schemas.microsoft.com/office/drawing/2014/main" id="{FD3B45CA-3135-484C-93A4-868115C3065F}"/>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770B0C68-84C8-4C39-B022-1CD2A9E433FE}"/>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E98673BE-AEA1-4AF8-A888-1B1246B5C0B8}"/>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20</a:t>
            </a:r>
          </a:p>
        </p:txBody>
      </p:sp>
      <p:pic>
        <p:nvPicPr>
          <p:cNvPr id="161" name=""/>
          <p:cNvPicPr>
            <a:picLocks xmlns:a="http://schemas.openxmlformats.org/drawingml/2006/main" noChangeAspect="1"/>
          </p:cNvPicPr>
          <p:nvPr/>
        </p:nvPicPr>
        <p:blipFill>
          <a:blip xmlns:r="http://schemas.openxmlformats.org/officeDocument/2006/relationships" xmlns:a="http://schemas.openxmlformats.org/drawingml/2006/main" r:embed="Raa8b2accdbc34383">
            <a:extLst>
              <a:ext uri="{96DAC541-7B7A-43D3-8B79-37D633B846F1}">
                <asvg:svgBlip xmlns:asvg="http://schemas.microsoft.com/office/drawing/2016/SVG/main" r:embed="R4d00fb1c5f1a4984"/>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162" name=""/>
          <p:cNvPicPr>
            <a:picLocks xmlns:a="http://schemas.openxmlformats.org/drawingml/2006/main" noChangeAspect="1"/>
          </p:cNvPicPr>
          <p:nvPr/>
        </p:nvPicPr>
        <p:blipFill>
          <a:blip xmlns:r="http://schemas.openxmlformats.org/officeDocument/2006/relationships" xmlns:a="http://schemas.openxmlformats.org/drawingml/2006/main" r:embed="Rab034670270a4875">
            <a:extLst>
              <a:ext uri="{96DAC541-7B7A-43D3-8B79-37D633B846F1}">
                <asvg:svgBlip xmlns:asvg="http://schemas.microsoft.com/office/drawing/2016/SVG/main" r:embed="R1c3dff61a608471f"/>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1970160650"/>
      </p:ext>
    </p:extLst>
  </p:cSld>
</p:sld>
</file>

<file path=ppt/slides/slide28.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b28d74afa0c4494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B8362FF-383E-42A9-B0BA-AEEAFFEA717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alpha val="92000"/>
            </a:srgb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3081BAA2-19C9-4B44-A0D8-594148F36A70}"/>
              </a:ext>
            </a:extLst>
          </p:cNvPr>
          <p:cNvSpPr>
            <a:spLocks xmlns:a="http://schemas.openxmlformats.org/drawingml/2006/main" noGrp="1"/>
          </p:cNvSpPr>
          <p:nvPr/>
        </p:nvSpPr>
        <p:spPr>
          <a:xfrm xmlns:a="http://schemas.openxmlformats.org/drawingml/2006/main">
            <a:off x="6096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2B84B"/>
                </a:solidFill>
              </a:defRPr>
            </a:pPr>
            <a:r>
              <a:rPr sz="1125" b="1" i="0">
                <a:solidFill>
                  <a:srgbClr val="F2B84B"/>
                </a:solidFill>
              </a:rPr>
              <a:t>DEFENSIBILITY</a:t>
            </a:r>
          </a:p>
        </p:txBody>
      </p:sp>
      <p:sp>
        <p:nvSpPr>
          <p:cNvPr id="4" name="">
            <a:extLst xmlns:a="http://schemas.openxmlformats.org/drawingml/2006/main">
              <a:ext uri="{FF2B5EF4-FFF2-40B4-BE49-F238E27FC236}">
                <a16:creationId xmlns:a16="http://schemas.microsoft.com/office/drawing/2014/main" id="{189CF19D-115F-4600-A23B-0AB527D814AC}"/>
              </a:ext>
            </a:extLst>
          </p:cNvPr>
          <p:cNvSpPr>
            <a:spLocks xmlns:a="http://schemas.openxmlformats.org/drawingml/2006/main" noGrp="1"/>
          </p:cNvSpPr>
          <p:nvPr/>
        </p:nvSpPr>
        <p:spPr>
          <a:xfrm xmlns:a="http://schemas.openxmlformats.org/drawingml/2006/main">
            <a:off x="609600" y="8001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i="0">
                <a:solidFill>
                  <a:srgbClr val="F8F4EC"/>
                </a:solidFill>
              </a:defRPr>
            </a:pPr>
            <a:r>
              <a:rPr sz="2850" b="1" i="0">
                <a:solidFill>
                  <a:srgbClr val="F8F4EC"/>
                </a:solidFill>
              </a:rPr>
              <a:t>The moat compounds as evidence, not generated code</a:t>
            </a:r>
          </a:p>
        </p:txBody>
      </p:sp>
      <p:sp>
        <p:nvSpPr>
          <p:cNvPr id="5" name="">
            <a:extLst xmlns:a="http://schemas.openxmlformats.org/drawingml/2006/main">
              <a:ext uri="{FF2B5EF4-FFF2-40B4-BE49-F238E27FC236}">
                <a16:creationId xmlns:a16="http://schemas.microsoft.com/office/drawing/2014/main" id="{66FA53B6-045E-4950-99B2-96B280F7CB52}"/>
              </a:ext>
            </a:extLst>
          </p:cNvPr>
          <p:cNvSpPr>
            <a:spLocks xmlns:a="http://schemas.openxmlformats.org/drawingml/2006/main" noGrp="1"/>
          </p:cNvSpPr>
          <p:nvPr/>
        </p:nvSpPr>
        <p:spPr>
          <a:xfrm xmlns:a="http://schemas.openxmlformats.org/drawingml/2006/main">
            <a:off x="609600" y="1409700"/>
            <a:ext cx="8953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
            <a:extLst xmlns:a="http://schemas.openxmlformats.org/drawingml/2006/main">
              <a:ext uri="{FF2B5EF4-FFF2-40B4-BE49-F238E27FC236}">
                <a16:creationId xmlns:a16="http://schemas.microsoft.com/office/drawing/2014/main" id="{7540FFB5-4AED-40D0-83C9-1B76E129B3ED}"/>
              </a:ext>
            </a:extLst>
          </p:cNvPr>
          <p:cNvSpPr>
            <a:spLocks xmlns:a="http://schemas.openxmlformats.org/drawingml/2006/main" noGrp="1"/>
          </p:cNvSpPr>
          <p:nvPr/>
        </p:nvSpPr>
        <p:spPr>
          <a:xfrm xmlns:a="http://schemas.openxmlformats.org/drawingml/2006/main">
            <a:off x="838200" y="2000250"/>
            <a:ext cx="6953250" cy="647700"/>
          </a:xfrm>
          <a:prstGeom xmlns:a="http://schemas.openxmlformats.org/drawingml/2006/main" prst="roundRect">
            <a:avLst>
              <a:gd name="adj" fmla="val 17647"/>
            </a:avLst>
          </a:prstGeom>
          <a:solidFill xmlns:a="http://schemas.openxmlformats.org/drawingml/2006/main">
            <a:srgbClr val="17130D">
              <a:alpha val="88000"/>
            </a:srgbClr>
          </a:solidFill>
          <a:ln xmlns:a="http://schemas.openxmlformats.org/drawingml/2006/main" w="1143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7" name="">
            <a:extLst xmlns:a="http://schemas.openxmlformats.org/drawingml/2006/main">
              <a:ext uri="{FF2B5EF4-FFF2-40B4-BE49-F238E27FC236}">
                <a16:creationId xmlns:a16="http://schemas.microsoft.com/office/drawing/2014/main" id="{8A62FD71-9D63-4FA5-80E2-201A64419444}"/>
              </a:ext>
            </a:extLst>
          </p:cNvPr>
          <p:cNvSpPr>
            <a:spLocks xmlns:a="http://schemas.openxmlformats.org/drawingml/2006/main" noGrp="1"/>
          </p:cNvSpPr>
          <p:nvPr/>
        </p:nvSpPr>
        <p:spPr>
          <a:xfrm xmlns:a="http://schemas.openxmlformats.org/drawingml/2006/main">
            <a:off x="1066800" y="21526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F8F4EC"/>
                </a:solidFill>
              </a:defRPr>
            </a:pPr>
            <a:r>
              <a:rPr sz="1575" b="1" i="0">
                <a:solidFill>
                  <a:srgbClr val="F8F4EC"/>
                </a:solidFill>
              </a:rPr>
              <a:t>Semantic estate</a:t>
            </a:r>
          </a:p>
        </p:txBody>
      </p:sp>
      <p:sp>
        <p:nvSpPr>
          <p:cNvPr id="8" name="">
            <a:extLst xmlns:a="http://schemas.openxmlformats.org/drawingml/2006/main">
              <a:ext uri="{FF2B5EF4-FFF2-40B4-BE49-F238E27FC236}">
                <a16:creationId xmlns:a16="http://schemas.microsoft.com/office/drawing/2014/main" id="{78F68656-33D4-4174-B4C8-6A9443258C49}"/>
              </a:ext>
            </a:extLst>
          </p:cNvPr>
          <p:cNvSpPr>
            <a:spLocks xmlns:a="http://schemas.openxmlformats.org/drawingml/2006/main" noGrp="1"/>
          </p:cNvSpPr>
          <p:nvPr/>
        </p:nvSpPr>
        <p:spPr>
          <a:xfrm xmlns:a="http://schemas.openxmlformats.org/drawingml/2006/main">
            <a:off x="3600450" y="2162175"/>
            <a:ext cx="3952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i="0">
                <a:solidFill>
                  <a:srgbClr val="C5BDAF"/>
                </a:solidFill>
              </a:defRPr>
            </a:pPr>
            <a:r>
              <a:rPr sz="1200" b="0" i="0">
                <a:solidFill>
                  <a:srgbClr val="C5BDAF"/>
                </a:solidFill>
              </a:rPr>
              <a:t>Exact cross-language and data lineage</a:t>
            </a:r>
          </a:p>
        </p:txBody>
      </p:sp>
      <p:sp>
        <p:nvSpPr>
          <p:cNvPr id="9" name="">
            <a:extLst xmlns:a="http://schemas.openxmlformats.org/drawingml/2006/main">
              <a:ext uri="{FF2B5EF4-FFF2-40B4-BE49-F238E27FC236}">
                <a16:creationId xmlns:a16="http://schemas.microsoft.com/office/drawing/2014/main" id="{274D3A08-C879-4FE1-85CB-28686DBCD36C}"/>
              </a:ext>
            </a:extLst>
          </p:cNvPr>
          <p:cNvSpPr>
            <a:spLocks xmlns:a="http://schemas.openxmlformats.org/drawingml/2006/main" noGrp="1"/>
          </p:cNvSpPr>
          <p:nvPr/>
        </p:nvSpPr>
        <p:spPr>
          <a:xfrm xmlns:a="http://schemas.openxmlformats.org/drawingml/2006/main">
            <a:off x="1104900" y="2914650"/>
            <a:ext cx="6419850" cy="647700"/>
          </a:xfrm>
          <a:prstGeom xmlns:a="http://schemas.openxmlformats.org/drawingml/2006/main" prst="roundRect">
            <a:avLst>
              <a:gd name="adj" fmla="val 17647"/>
            </a:avLst>
          </a:prstGeom>
          <a:solidFill xmlns:a="http://schemas.openxmlformats.org/drawingml/2006/main">
            <a:srgbClr val="17130D">
              <a:alpha val="84000"/>
            </a:srgbClr>
          </a:solidFill>
          <a:ln xmlns:a="http://schemas.openxmlformats.org/drawingml/2006/main" w="1143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BB5C069E-507E-4F29-BFBE-F64F06CB9BA4}"/>
              </a:ext>
            </a:extLst>
          </p:cNvPr>
          <p:cNvSpPr>
            <a:spLocks xmlns:a="http://schemas.openxmlformats.org/drawingml/2006/main" noGrp="1"/>
          </p:cNvSpPr>
          <p:nvPr/>
        </p:nvSpPr>
        <p:spPr>
          <a:xfrm xmlns:a="http://schemas.openxmlformats.org/drawingml/2006/main">
            <a:off x="1333500" y="30670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F8F4EC"/>
                </a:solidFill>
              </a:defRPr>
            </a:pPr>
            <a:r>
              <a:rPr sz="1575" b="1" i="0">
                <a:solidFill>
                  <a:srgbClr val="F8F4EC"/>
                </a:solidFill>
              </a:rPr>
              <a:t>Behavior corpus</a:t>
            </a:r>
          </a:p>
        </p:txBody>
      </p:sp>
      <p:sp>
        <p:nvSpPr>
          <p:cNvPr id="11" name="">
            <a:extLst xmlns:a="http://schemas.openxmlformats.org/drawingml/2006/main">
              <a:ext uri="{FF2B5EF4-FFF2-40B4-BE49-F238E27FC236}">
                <a16:creationId xmlns:a16="http://schemas.microsoft.com/office/drawing/2014/main" id="{A442B4B2-0018-4BB2-A556-29601868CE32}"/>
              </a:ext>
            </a:extLst>
          </p:cNvPr>
          <p:cNvSpPr>
            <a:spLocks xmlns:a="http://schemas.openxmlformats.org/drawingml/2006/main" noGrp="1"/>
          </p:cNvSpPr>
          <p:nvPr/>
        </p:nvSpPr>
        <p:spPr>
          <a:xfrm xmlns:a="http://schemas.openxmlformats.org/drawingml/2006/main">
            <a:off x="3867150" y="3076575"/>
            <a:ext cx="34194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i="0">
                <a:solidFill>
                  <a:srgbClr val="C5BDAF"/>
                </a:solidFill>
              </a:defRPr>
            </a:pPr>
            <a:r>
              <a:rPr sz="1200" b="0" i="0">
                <a:solidFill>
                  <a:srgbClr val="C5BDAF"/>
                </a:solidFill>
              </a:rPr>
              <a:t>Oracles, edge cases, mutations, failures</a:t>
            </a:r>
          </a:p>
        </p:txBody>
      </p:sp>
      <p:sp>
        <p:nvSpPr>
          <p:cNvPr id="12" name="">
            <a:extLst xmlns:a="http://schemas.openxmlformats.org/drawingml/2006/main">
              <a:ext uri="{FF2B5EF4-FFF2-40B4-BE49-F238E27FC236}">
                <a16:creationId xmlns:a16="http://schemas.microsoft.com/office/drawing/2014/main" id="{33FA2F32-ABAC-4C27-B925-595CB78579C8}"/>
              </a:ext>
            </a:extLst>
          </p:cNvPr>
          <p:cNvSpPr>
            <a:spLocks xmlns:a="http://schemas.openxmlformats.org/drawingml/2006/main" noGrp="1"/>
          </p:cNvSpPr>
          <p:nvPr/>
        </p:nvSpPr>
        <p:spPr>
          <a:xfrm xmlns:a="http://schemas.openxmlformats.org/drawingml/2006/main">
            <a:off x="1371600" y="3829050"/>
            <a:ext cx="5886450" cy="647700"/>
          </a:xfrm>
          <a:prstGeom xmlns:a="http://schemas.openxmlformats.org/drawingml/2006/main" prst="roundRect">
            <a:avLst>
              <a:gd name="adj" fmla="val 17647"/>
            </a:avLst>
          </a:prstGeom>
          <a:solidFill xmlns:a="http://schemas.openxmlformats.org/drawingml/2006/main">
            <a:srgbClr val="17130D">
              <a:alpha val="80000"/>
            </a:srgbClr>
          </a:solidFill>
          <a:ln xmlns:a="http://schemas.openxmlformats.org/drawingml/2006/main" w="1143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13" name="">
            <a:extLst xmlns:a="http://schemas.openxmlformats.org/drawingml/2006/main">
              <a:ext uri="{FF2B5EF4-FFF2-40B4-BE49-F238E27FC236}">
                <a16:creationId xmlns:a16="http://schemas.microsoft.com/office/drawing/2014/main" id="{961B965D-C63E-4D26-A0BF-2B74CD834AC1}"/>
              </a:ext>
            </a:extLst>
          </p:cNvPr>
          <p:cNvSpPr>
            <a:spLocks xmlns:a="http://schemas.openxmlformats.org/drawingml/2006/main" noGrp="1"/>
          </p:cNvSpPr>
          <p:nvPr/>
        </p:nvSpPr>
        <p:spPr>
          <a:xfrm xmlns:a="http://schemas.openxmlformats.org/drawingml/2006/main">
            <a:off x="1600200" y="39814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F8F4EC"/>
                </a:solidFill>
              </a:defRPr>
            </a:pPr>
            <a:r>
              <a:rPr sz="1575" b="1" i="0">
                <a:solidFill>
                  <a:srgbClr val="F8F4EC"/>
                </a:solidFill>
              </a:rPr>
              <a:t>Qualification history</a:t>
            </a:r>
          </a:p>
        </p:txBody>
      </p:sp>
      <p:sp>
        <p:nvSpPr>
          <p:cNvPr id="14" name="">
            <a:extLst xmlns:a="http://schemas.openxmlformats.org/drawingml/2006/main">
              <a:ext uri="{FF2B5EF4-FFF2-40B4-BE49-F238E27FC236}">
                <a16:creationId xmlns:a16="http://schemas.microsoft.com/office/drawing/2014/main" id="{D0A9EE2C-8AF4-4E5A-8CCC-B207C2A1CBE4}"/>
              </a:ext>
            </a:extLst>
          </p:cNvPr>
          <p:cNvSpPr>
            <a:spLocks xmlns:a="http://schemas.openxmlformats.org/drawingml/2006/main" noGrp="1"/>
          </p:cNvSpPr>
          <p:nvPr/>
        </p:nvSpPr>
        <p:spPr>
          <a:xfrm xmlns:a="http://schemas.openxmlformats.org/drawingml/2006/main">
            <a:off x="4133850" y="3990975"/>
            <a:ext cx="28860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i="0">
                <a:solidFill>
                  <a:srgbClr val="C5BDAF"/>
                </a:solidFill>
              </a:defRPr>
            </a:pPr>
            <a:r>
              <a:rPr sz="1200" b="0" i="0">
                <a:solidFill>
                  <a:srgbClr val="C5BDAF"/>
                </a:solidFill>
              </a:rPr>
              <a:t>Models, prompts, costs, retries, decisions</a:t>
            </a:r>
          </a:p>
        </p:txBody>
      </p:sp>
      <p:sp>
        <p:nvSpPr>
          <p:cNvPr id="15" name="">
            <a:extLst xmlns:a="http://schemas.openxmlformats.org/drawingml/2006/main">
              <a:ext uri="{FF2B5EF4-FFF2-40B4-BE49-F238E27FC236}">
                <a16:creationId xmlns:a16="http://schemas.microsoft.com/office/drawing/2014/main" id="{15723108-797F-41C0-AF00-923E4B8EBD31}"/>
              </a:ext>
            </a:extLst>
          </p:cNvPr>
          <p:cNvSpPr>
            <a:spLocks xmlns:a="http://schemas.openxmlformats.org/drawingml/2006/main" noGrp="1"/>
          </p:cNvSpPr>
          <p:nvPr/>
        </p:nvSpPr>
        <p:spPr>
          <a:xfrm xmlns:a="http://schemas.openxmlformats.org/drawingml/2006/main">
            <a:off x="1638300" y="4743450"/>
            <a:ext cx="5353050" cy="647700"/>
          </a:xfrm>
          <a:prstGeom xmlns:a="http://schemas.openxmlformats.org/drawingml/2006/main" prst="roundRect">
            <a:avLst>
              <a:gd name="adj" fmla="val 17647"/>
            </a:avLst>
          </a:prstGeom>
          <a:solidFill xmlns:a="http://schemas.openxmlformats.org/drawingml/2006/main">
            <a:srgbClr val="5A370E">
              <a:alpha val="92000"/>
            </a:srgbClr>
          </a:solidFill>
          <a:ln xmlns:a="http://schemas.openxmlformats.org/drawingml/2006/main" w="1143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16" name="">
            <a:extLst xmlns:a="http://schemas.openxmlformats.org/drawingml/2006/main">
              <a:ext uri="{FF2B5EF4-FFF2-40B4-BE49-F238E27FC236}">
                <a16:creationId xmlns:a16="http://schemas.microsoft.com/office/drawing/2014/main" id="{43B7B200-6DCE-40C3-A4E3-36A6D78539C1}"/>
              </a:ext>
            </a:extLst>
          </p:cNvPr>
          <p:cNvSpPr>
            <a:spLocks xmlns:a="http://schemas.openxmlformats.org/drawingml/2006/main" noGrp="1"/>
          </p:cNvSpPr>
          <p:nvPr/>
        </p:nvSpPr>
        <p:spPr>
          <a:xfrm xmlns:a="http://schemas.openxmlformats.org/drawingml/2006/main">
            <a:off x="1866900" y="48958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F8F4EC"/>
                </a:solidFill>
              </a:defRPr>
            </a:pPr>
            <a:r>
              <a:rPr sz="1575" b="1" i="0">
                <a:solidFill>
                  <a:srgbClr val="F8F4EC"/>
                </a:solidFill>
              </a:rPr>
              <a:t>Operational trust</a:t>
            </a:r>
          </a:p>
        </p:txBody>
      </p:sp>
      <p:sp>
        <p:nvSpPr>
          <p:cNvPr id="17" name="">
            <a:extLst xmlns:a="http://schemas.openxmlformats.org/drawingml/2006/main">
              <a:ext uri="{FF2B5EF4-FFF2-40B4-BE49-F238E27FC236}">
                <a16:creationId xmlns:a16="http://schemas.microsoft.com/office/drawing/2014/main" id="{43D37461-489C-491C-9C6F-5C8191A4D89D}"/>
              </a:ext>
            </a:extLst>
          </p:cNvPr>
          <p:cNvSpPr>
            <a:spLocks xmlns:a="http://schemas.openxmlformats.org/drawingml/2006/main" noGrp="1"/>
          </p:cNvSpPr>
          <p:nvPr/>
        </p:nvSpPr>
        <p:spPr>
          <a:xfrm xmlns:a="http://schemas.openxmlformats.org/drawingml/2006/main">
            <a:off x="4400550" y="4905375"/>
            <a:ext cx="23526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i="0">
                <a:solidFill>
                  <a:srgbClr val="C5BDAF"/>
                </a:solidFill>
              </a:defRPr>
            </a:pPr>
            <a:r>
              <a:rPr sz="1200" b="0" i="0">
                <a:solidFill>
                  <a:srgbClr val="C5BDAF"/>
                </a:solidFill>
              </a:rPr>
              <a:t>Receipts, checkpoints, live observations, policy</a:t>
            </a:r>
          </a:p>
        </p:txBody>
      </p:sp>
      <p:sp>
        <p:nvSpPr>
          <p:cNvPr id="18" name="">
            <a:extLst xmlns:a="http://schemas.openxmlformats.org/drawingml/2006/main">
              <a:ext uri="{FF2B5EF4-FFF2-40B4-BE49-F238E27FC236}">
                <a16:creationId xmlns:a16="http://schemas.microsoft.com/office/drawing/2014/main" id="{70091A30-5949-4684-9CA4-5510E01337E1}"/>
              </a:ext>
            </a:extLst>
          </p:cNvPr>
          <p:cNvSpPr>
            <a:spLocks xmlns:a="http://schemas.openxmlformats.org/drawingml/2006/main" noGrp="1"/>
          </p:cNvSpPr>
          <p:nvPr/>
        </p:nvSpPr>
        <p:spPr>
          <a:xfrm xmlns:a="http://schemas.openxmlformats.org/drawingml/2006/main">
            <a:off x="8058150" y="2209800"/>
            <a:ext cx="57150" cy="5715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9" name="">
            <a:extLst xmlns:a="http://schemas.openxmlformats.org/drawingml/2006/main">
              <a:ext uri="{FF2B5EF4-FFF2-40B4-BE49-F238E27FC236}">
                <a16:creationId xmlns:a16="http://schemas.microsoft.com/office/drawing/2014/main" id="{C03CF907-22B0-4236-AFEA-F1832146C07A}"/>
              </a:ext>
            </a:extLst>
          </p:cNvPr>
          <p:cNvSpPr>
            <a:spLocks xmlns:a="http://schemas.openxmlformats.org/drawingml/2006/main" noGrp="1"/>
          </p:cNvSpPr>
          <p:nvPr/>
        </p:nvSpPr>
        <p:spPr>
          <a:xfrm xmlns:a="http://schemas.openxmlformats.org/drawingml/2006/main">
            <a:off x="8362950" y="2171700"/>
            <a:ext cx="3048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F2B84B"/>
                </a:solidFill>
              </a:defRPr>
            </a:pPr>
            <a:r>
              <a:rPr sz="1800" b="1" i="0">
                <a:solidFill>
                  <a:srgbClr val="F2B84B"/>
                </a:solidFill>
              </a:rPr>
              <a:t>Competitors can copy a translation pattern.</a:t>
            </a:r>
          </a:p>
          <a:p xmlns:a="http://schemas.openxmlformats.org/drawingml/2006/main">
            <a:r>
              <a:t/>
            </a:r>
          </a:p>
          <a:p xmlns:a="http://schemas.openxmlformats.org/drawingml/2006/main">
            <a:pPr algn="l">
              <a:buNone/>
              <a:defRPr sz="1800" b="1" i="0">
                <a:solidFill>
                  <a:srgbClr val="F2B84B"/>
                </a:solidFill>
              </a:defRPr>
            </a:pPr>
            <a:r>
              <a:rPr sz="1800" b="1" i="0">
                <a:solidFill>
                  <a:srgbClr val="F2B84B"/>
                </a:solidFill>
              </a:rPr>
              <a:t>They cannot instantly recreate a trusted history of what passed, failed, changed, and was authorized.</a:t>
            </a:r>
          </a:p>
        </p:txBody>
      </p:sp>
      <p:sp>
        <p:nvSpPr>
          <p:cNvPr id="20" name="">
            <a:extLst xmlns:a="http://schemas.openxmlformats.org/drawingml/2006/main">
              <a:ext uri="{FF2B5EF4-FFF2-40B4-BE49-F238E27FC236}">
                <a16:creationId xmlns:a16="http://schemas.microsoft.com/office/drawing/2014/main" id="{F54A2C0B-C3C2-4A28-B36E-C1E21E7441D0}"/>
              </a:ext>
            </a:extLst>
          </p:cNvPr>
          <p:cNvSpPr>
            <a:spLocks xmlns:a="http://schemas.openxmlformats.org/drawingml/2006/main" noGrp="1"/>
          </p:cNvSpPr>
          <p:nvPr/>
        </p:nvSpPr>
        <p:spPr>
          <a:xfrm xmlns:a="http://schemas.openxmlformats.org/drawingml/2006/main">
            <a:off x="533400" y="651510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C5BDAF"/>
                </a:solidFill>
              </a:defRPr>
            </a:pPr>
            <a:r>
              <a:rPr sz="975" b="1" i="0">
                <a:solidFill>
                  <a:srgbClr val="C5BDAF"/>
                </a:solidFill>
              </a:rPr>
              <a:t>DEFENSIBLE DATA ASSET</a:t>
            </a:r>
          </a:p>
        </p:txBody>
      </p:sp>
      <p:sp>
        <p:nvSpPr>
          <p:cNvPr id="21" name="">
            <a:extLst xmlns:a="http://schemas.openxmlformats.org/drawingml/2006/main">
              <a:ext uri="{FF2B5EF4-FFF2-40B4-BE49-F238E27FC236}">
                <a16:creationId xmlns:a16="http://schemas.microsoft.com/office/drawing/2014/main" id="{FF14FDAB-F7FC-4148-9B62-F9E25636CA01}"/>
              </a:ext>
            </a:extLst>
          </p:cNvPr>
          <p:cNvSpPr>
            <a:spLocks xmlns:a="http://schemas.openxmlformats.org/drawingml/2006/main" noGrp="1"/>
          </p:cNvSpPr>
          <p:nvPr/>
        </p:nvSpPr>
        <p:spPr>
          <a:xfrm xmlns:a="http://schemas.openxmlformats.org/drawingml/2006/main">
            <a:off x="110299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i="0">
                <a:solidFill>
                  <a:srgbClr val="C5BDAF"/>
                </a:solidFill>
              </a:defRPr>
            </a:pPr>
            <a:r>
              <a:rPr sz="975" b="1" i="0">
                <a:solidFill>
                  <a:srgbClr val="C5BDAF"/>
                </a:solidFill>
              </a:rPr>
              <a:t>28</a:t>
            </a:r>
          </a:p>
        </p:txBody>
      </p:sp>
      <p:sp>
        <p:nvSpPr>
          <p:cNvPr id="23" name="">
            <a:extLst xmlns:a="http://schemas.openxmlformats.org/drawingml/2006/main">
              <a:ext uri="{FF2B5EF4-FFF2-40B4-BE49-F238E27FC236}">
                <a16:creationId xmlns:a16="http://schemas.microsoft.com/office/drawing/2014/main" id="{121D6CB3-FCA2-4A83-836B-256C1F773E49}"/>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00ECCAF-C904-4C80-9AC8-41A23179CC70}"/>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888EE3A-07DE-492D-8CDA-8A641E69F289}"/>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21</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c9b7be48373245ec">
            <a:extLst>
              <a:ext uri="{96DAC541-7B7A-43D3-8B79-37D633B846F1}">
                <asvg:svgBlip xmlns:asvg="http://schemas.microsoft.com/office/drawing/2016/SVG/main" r:embed="Rf87e37e0cf234de9"/>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c0280580ad374601">
            <a:extLst>
              <a:ext uri="{96DAC541-7B7A-43D3-8B79-37D633B846F1}">
                <asvg:svgBlip xmlns:asvg="http://schemas.microsoft.com/office/drawing/2016/SVG/main" r:embed="R175c58e77e0b422b"/>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1457551886"/>
      </p:ext>
    </p:extLst>
  </p:cSld>
</p:sld>
</file>

<file path=ppt/slides/slide29.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2b7dd4ad16e149d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B95BC51-60CD-4187-8C8E-0D67A77C2AF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alpha val="94000"/>
            </a:srgb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DAE32CC2-6F34-440F-9A27-DAB8031C6F55}"/>
              </a:ext>
            </a:extLst>
          </p:cNvPr>
          <p:cNvSpPr>
            <a:spLocks xmlns:a="http://schemas.openxmlformats.org/drawingml/2006/main" noGrp="1"/>
          </p:cNvSpPr>
          <p:nvPr/>
        </p:nvSpPr>
        <p:spPr>
          <a:xfrm xmlns:a="http://schemas.openxmlformats.org/drawingml/2006/main">
            <a:off x="6096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2B84B"/>
                </a:solidFill>
              </a:defRPr>
            </a:pPr>
            <a:r>
              <a:rPr sz="1125" b="1" i="0">
                <a:solidFill>
                  <a:srgbClr val="F2B84B"/>
                </a:solidFill>
              </a:rPr>
              <a:t>COMPOUNDING ADVANTAGE</a:t>
            </a:r>
          </a:p>
        </p:txBody>
      </p:sp>
      <p:sp>
        <p:nvSpPr>
          <p:cNvPr id="4" name="">
            <a:extLst xmlns:a="http://schemas.openxmlformats.org/drawingml/2006/main">
              <a:ext uri="{FF2B5EF4-FFF2-40B4-BE49-F238E27FC236}">
                <a16:creationId xmlns:a16="http://schemas.microsoft.com/office/drawing/2014/main" id="{D787C19A-CE06-4758-92BE-75DBEF8C25CA}"/>
              </a:ext>
            </a:extLst>
          </p:cNvPr>
          <p:cNvSpPr>
            <a:spLocks xmlns:a="http://schemas.openxmlformats.org/drawingml/2006/main" noGrp="1"/>
          </p:cNvSpPr>
          <p:nvPr/>
        </p:nvSpPr>
        <p:spPr>
          <a:xfrm xmlns:a="http://schemas.openxmlformats.org/drawingml/2006/main">
            <a:off x="609600" y="8001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i="0">
                <a:solidFill>
                  <a:srgbClr val="F8F4EC"/>
                </a:solidFill>
              </a:defRPr>
            </a:pPr>
            <a:r>
              <a:rPr sz="2850" b="1" i="0">
                <a:solidFill>
                  <a:srgbClr val="F8F4EC"/>
                </a:solidFill>
              </a:rPr>
              <a:t>Every proof makes the next modernization safer and faster</a:t>
            </a:r>
          </a:p>
        </p:txBody>
      </p:sp>
      <p:sp>
        <p:nvSpPr>
          <p:cNvPr id="5" name="">
            <a:extLst xmlns:a="http://schemas.openxmlformats.org/drawingml/2006/main">
              <a:ext uri="{FF2B5EF4-FFF2-40B4-BE49-F238E27FC236}">
                <a16:creationId xmlns:a16="http://schemas.microsoft.com/office/drawing/2014/main" id="{F523D75B-61C1-48DA-A597-8CBE6B0CBE4F}"/>
              </a:ext>
            </a:extLst>
          </p:cNvPr>
          <p:cNvSpPr>
            <a:spLocks xmlns:a="http://schemas.openxmlformats.org/drawingml/2006/main" noGrp="1"/>
          </p:cNvSpPr>
          <p:nvPr/>
        </p:nvSpPr>
        <p:spPr>
          <a:xfrm xmlns:a="http://schemas.openxmlformats.org/drawingml/2006/main">
            <a:off x="609600" y="1409700"/>
            <a:ext cx="8953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
            <a:extLst xmlns:a="http://schemas.openxmlformats.org/drawingml/2006/main">
              <a:ext uri="{FF2B5EF4-FFF2-40B4-BE49-F238E27FC236}">
                <a16:creationId xmlns:a16="http://schemas.microsoft.com/office/drawing/2014/main" id="{C6C08E06-5565-43C2-B08B-F422F7B40D74}"/>
              </a:ext>
            </a:extLst>
          </p:cNvPr>
          <p:cNvSpPr>
            <a:spLocks xmlns:a="http://schemas.openxmlformats.org/drawingml/2006/main" noGrp="1"/>
          </p:cNvSpPr>
          <p:nvPr/>
        </p:nvSpPr>
        <p:spPr>
          <a:xfrm xmlns:a="http://schemas.openxmlformats.org/drawingml/2006/main">
            <a:off x="3429000" y="2038350"/>
            <a:ext cx="5334000" cy="3429000"/>
          </a:xfrm>
          <a:prstGeom xmlns:a="http://schemas.openxmlformats.org/drawingml/2006/main" prst="ellipse">
            <a:avLst/>
          </a:prstGeom>
          <a:noFill xmlns:a="http://schemas.openxmlformats.org/drawingml/2006/main"/>
          <a:ln xmlns:a="http://schemas.openxmlformats.org/drawingml/2006/main" w="1905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7" name="">
            <a:extLst xmlns:a="http://schemas.openxmlformats.org/drawingml/2006/main">
              <a:ext uri="{FF2B5EF4-FFF2-40B4-BE49-F238E27FC236}">
                <a16:creationId xmlns:a16="http://schemas.microsoft.com/office/drawing/2014/main" id="{3A70E89C-9610-462C-87C1-82E4D93984FB}"/>
              </a:ext>
            </a:extLst>
          </p:cNvPr>
          <p:cNvSpPr>
            <a:spLocks xmlns:a="http://schemas.openxmlformats.org/drawingml/2006/main" noGrp="1"/>
          </p:cNvSpPr>
          <p:nvPr/>
        </p:nvSpPr>
        <p:spPr>
          <a:xfrm xmlns:a="http://schemas.openxmlformats.org/drawingml/2006/main">
            <a:off x="5219700" y="1790700"/>
            <a:ext cx="1752600" cy="742950"/>
          </a:xfrm>
          <a:prstGeom xmlns:a="http://schemas.openxmlformats.org/drawingml/2006/main" prst="roundRect">
            <a:avLst>
              <a:gd name="adj" fmla="val 15385"/>
            </a:avLst>
          </a:prstGeom>
          <a:solidFill xmlns:a="http://schemas.openxmlformats.org/drawingml/2006/main">
            <a:srgbClr val="49300D">
              <a:alpha val="95000"/>
            </a:srgbClr>
          </a:solidFill>
          <a:ln xmlns:a="http://schemas.openxmlformats.org/drawingml/2006/main" w="14288">
            <a:solidFill>
              <a:srgbClr val="B98635"/>
            </a:solidFill>
            <a:prstDash val="solid"/>
          </a:ln>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E59FA702-7537-417B-9E53-A17687A7D32E}"/>
              </a:ext>
            </a:extLst>
          </p:cNvPr>
          <p:cNvSpPr>
            <a:spLocks xmlns:a="http://schemas.openxmlformats.org/drawingml/2006/main" noGrp="1"/>
          </p:cNvSpPr>
          <p:nvPr/>
        </p:nvSpPr>
        <p:spPr>
          <a:xfrm xmlns:a="http://schemas.openxmlformats.org/drawingml/2006/main">
            <a:off x="5372100" y="1914525"/>
            <a:ext cx="1447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8F4EC"/>
                </a:solidFill>
              </a:defRPr>
            </a:pPr>
            <a:r>
              <a:rPr sz="1500" b="1" i="0">
                <a:solidFill>
                  <a:srgbClr val="F8F4EC"/>
                </a:solidFill>
              </a:rPr>
              <a:t>More workloads</a:t>
            </a:r>
          </a:p>
        </p:txBody>
      </p:sp>
      <p:sp>
        <p:nvSpPr>
          <p:cNvPr id="9" name="">
            <a:extLst xmlns:a="http://schemas.openxmlformats.org/drawingml/2006/main">
              <a:ext uri="{FF2B5EF4-FFF2-40B4-BE49-F238E27FC236}">
                <a16:creationId xmlns:a16="http://schemas.microsoft.com/office/drawing/2014/main" id="{16A3152B-41E7-4B59-A11F-BE0257BADDE3}"/>
              </a:ext>
            </a:extLst>
          </p:cNvPr>
          <p:cNvSpPr>
            <a:spLocks xmlns:a="http://schemas.openxmlformats.org/drawingml/2006/main" noGrp="1"/>
          </p:cNvSpPr>
          <p:nvPr/>
        </p:nvSpPr>
        <p:spPr>
          <a:xfrm xmlns:a="http://schemas.openxmlformats.org/drawingml/2006/main">
            <a:off x="5086350" y="1676400"/>
            <a:ext cx="323850" cy="323850"/>
          </a:xfrm>
          <a:prstGeom xmlns:a="http://schemas.openxmlformats.org/drawingml/2006/main" prst="ellipse">
            <a:avLst/>
          </a:prstGeom>
          <a:solidFill xmlns:a="http://schemas.openxmlformats.org/drawingml/2006/main">
            <a:srgbClr val="F2B84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E2291B33-F79E-4D34-803B-5FBE2501A6C2}"/>
              </a:ext>
            </a:extLst>
          </p:cNvPr>
          <p:cNvSpPr>
            <a:spLocks xmlns:a="http://schemas.openxmlformats.org/drawingml/2006/main" noGrp="1"/>
          </p:cNvSpPr>
          <p:nvPr/>
        </p:nvSpPr>
        <p:spPr>
          <a:xfrm xmlns:a="http://schemas.openxmlformats.org/drawingml/2006/main">
            <a:off x="5086350" y="1743075"/>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1" i="0">
                <a:solidFill>
                  <a:srgbClr val="171008"/>
                </a:solidFill>
              </a:defRPr>
            </a:pPr>
            <a:r>
              <a:rPr sz="975" b="1" i="0">
                <a:solidFill>
                  <a:srgbClr val="171008"/>
                </a:solidFill>
              </a:rPr>
              <a:t>1</a:t>
            </a:r>
          </a:p>
        </p:txBody>
      </p:sp>
      <p:sp>
        <p:nvSpPr>
          <p:cNvPr id="11" name="">
            <a:extLst xmlns:a="http://schemas.openxmlformats.org/drawingml/2006/main">
              <a:ext uri="{FF2B5EF4-FFF2-40B4-BE49-F238E27FC236}">
                <a16:creationId xmlns:a16="http://schemas.microsoft.com/office/drawing/2014/main" id="{3C2635BC-7E7A-44BA-ADE9-0D6FF8F84EA4}"/>
              </a:ext>
            </a:extLst>
          </p:cNvPr>
          <p:cNvSpPr>
            <a:spLocks xmlns:a="http://schemas.openxmlformats.org/drawingml/2006/main" noGrp="1"/>
          </p:cNvSpPr>
          <p:nvPr/>
        </p:nvSpPr>
        <p:spPr>
          <a:xfrm xmlns:a="http://schemas.openxmlformats.org/drawingml/2006/main">
            <a:off x="8515350" y="2724150"/>
            <a:ext cx="1752600" cy="742950"/>
          </a:xfrm>
          <a:prstGeom xmlns:a="http://schemas.openxmlformats.org/drawingml/2006/main" prst="roundRect">
            <a:avLst>
              <a:gd name="adj" fmla="val 15385"/>
            </a:avLst>
          </a:prstGeom>
          <a:solidFill xmlns:a="http://schemas.openxmlformats.org/drawingml/2006/main">
            <a:srgbClr val="101010">
              <a:alpha val="95000"/>
            </a:srgbClr>
          </a:solidFill>
          <a:ln xmlns:a="http://schemas.openxmlformats.org/drawingml/2006/main" w="14288">
            <a:solidFill>
              <a:srgbClr val="B98635"/>
            </a:solidFill>
            <a:prstDash val="solid"/>
          </a:ln>
        </p:spPr>
        <p:txBody>
          <a:bodyPr xmlns:a="http://schemas.openxmlformats.org/drawingml/2006/main"/>
          <a:lstStyle xmlns:a="http://schemas.openxmlformats.org/drawingml/2006/main"/>
          <a:p xmlns:a="http://schemas.openxmlformats.org/drawingml/2006/main"/>
        </p:txBody>
      </p:sp>
      <p:sp>
        <p:nvSpPr>
          <p:cNvPr id="12" name="">
            <a:extLst xmlns:a="http://schemas.openxmlformats.org/drawingml/2006/main">
              <a:ext uri="{FF2B5EF4-FFF2-40B4-BE49-F238E27FC236}">
                <a16:creationId xmlns:a16="http://schemas.microsoft.com/office/drawing/2014/main" id="{C923C1C9-783B-4C65-871A-3A3ADDD2B0A6}"/>
              </a:ext>
            </a:extLst>
          </p:cNvPr>
          <p:cNvSpPr>
            <a:spLocks xmlns:a="http://schemas.openxmlformats.org/drawingml/2006/main" noGrp="1"/>
          </p:cNvSpPr>
          <p:nvPr/>
        </p:nvSpPr>
        <p:spPr>
          <a:xfrm xmlns:a="http://schemas.openxmlformats.org/drawingml/2006/main">
            <a:off x="8667750" y="2847975"/>
            <a:ext cx="1447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8F4EC"/>
                </a:solidFill>
              </a:defRPr>
            </a:pPr>
            <a:r>
              <a:rPr sz="1500" b="1" i="0">
                <a:solidFill>
                  <a:srgbClr val="F8F4EC"/>
                </a:solidFill>
              </a:rPr>
              <a:t>Richer evidence</a:t>
            </a:r>
          </a:p>
        </p:txBody>
      </p:sp>
      <p:sp>
        <p:nvSpPr>
          <p:cNvPr id="13" name="">
            <a:extLst xmlns:a="http://schemas.openxmlformats.org/drawingml/2006/main">
              <a:ext uri="{FF2B5EF4-FFF2-40B4-BE49-F238E27FC236}">
                <a16:creationId xmlns:a16="http://schemas.microsoft.com/office/drawing/2014/main" id="{E6341668-3847-4434-B8FF-8A913D31999B}"/>
              </a:ext>
            </a:extLst>
          </p:cNvPr>
          <p:cNvSpPr>
            <a:spLocks xmlns:a="http://schemas.openxmlformats.org/drawingml/2006/main" noGrp="1"/>
          </p:cNvSpPr>
          <p:nvPr/>
        </p:nvSpPr>
        <p:spPr>
          <a:xfrm xmlns:a="http://schemas.openxmlformats.org/drawingml/2006/main">
            <a:off x="8382000" y="2609850"/>
            <a:ext cx="323850" cy="323850"/>
          </a:xfrm>
          <a:prstGeom xmlns:a="http://schemas.openxmlformats.org/drawingml/2006/main" prst="ellipse">
            <a:avLst/>
          </a:prstGeom>
          <a:solidFill xmlns:a="http://schemas.openxmlformats.org/drawingml/2006/main">
            <a:srgbClr val="F2B84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031BCC18-F695-4440-AB90-FDAA390FE950}"/>
              </a:ext>
            </a:extLst>
          </p:cNvPr>
          <p:cNvSpPr>
            <a:spLocks xmlns:a="http://schemas.openxmlformats.org/drawingml/2006/main" noGrp="1"/>
          </p:cNvSpPr>
          <p:nvPr/>
        </p:nvSpPr>
        <p:spPr>
          <a:xfrm xmlns:a="http://schemas.openxmlformats.org/drawingml/2006/main">
            <a:off x="8382000" y="2676525"/>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1" i="0">
                <a:solidFill>
                  <a:srgbClr val="171008"/>
                </a:solidFill>
              </a:defRPr>
            </a:pPr>
            <a:r>
              <a:rPr sz="975" b="1" i="0">
                <a:solidFill>
                  <a:srgbClr val="171008"/>
                </a:solidFill>
              </a:rPr>
              <a:t>2</a:t>
            </a:r>
          </a:p>
        </p:txBody>
      </p:sp>
      <p:sp>
        <p:nvSpPr>
          <p:cNvPr id="15" name="">
            <a:extLst xmlns:a="http://schemas.openxmlformats.org/drawingml/2006/main">
              <a:ext uri="{FF2B5EF4-FFF2-40B4-BE49-F238E27FC236}">
                <a16:creationId xmlns:a16="http://schemas.microsoft.com/office/drawing/2014/main" id="{B9D13C08-BB20-4FA8-93D0-7918A545CFC1}"/>
              </a:ext>
            </a:extLst>
          </p:cNvPr>
          <p:cNvSpPr>
            <a:spLocks xmlns:a="http://schemas.openxmlformats.org/drawingml/2006/main" noGrp="1"/>
          </p:cNvSpPr>
          <p:nvPr/>
        </p:nvSpPr>
        <p:spPr>
          <a:xfrm xmlns:a="http://schemas.openxmlformats.org/drawingml/2006/main">
            <a:off x="7239000" y="4953000"/>
            <a:ext cx="1752600" cy="742950"/>
          </a:xfrm>
          <a:prstGeom xmlns:a="http://schemas.openxmlformats.org/drawingml/2006/main" prst="roundRect">
            <a:avLst>
              <a:gd name="adj" fmla="val 15385"/>
            </a:avLst>
          </a:prstGeom>
          <a:solidFill xmlns:a="http://schemas.openxmlformats.org/drawingml/2006/main">
            <a:srgbClr val="101010">
              <a:alpha val="95000"/>
            </a:srgbClr>
          </a:solidFill>
          <a:ln xmlns:a="http://schemas.openxmlformats.org/drawingml/2006/main" w="14288">
            <a:solidFill>
              <a:srgbClr val="B98635"/>
            </a:solidFill>
            <a:prstDash val="solid"/>
          </a:ln>
        </p:spPr>
        <p:txBody>
          <a:bodyPr xmlns:a="http://schemas.openxmlformats.org/drawingml/2006/main"/>
          <a:lstStyle xmlns:a="http://schemas.openxmlformats.org/drawingml/2006/main"/>
          <a:p xmlns:a="http://schemas.openxmlformats.org/drawingml/2006/main"/>
        </p:txBody>
      </p:sp>
      <p:sp>
        <p:nvSpPr>
          <p:cNvPr id="16" name="">
            <a:extLst xmlns:a="http://schemas.openxmlformats.org/drawingml/2006/main">
              <a:ext uri="{FF2B5EF4-FFF2-40B4-BE49-F238E27FC236}">
                <a16:creationId xmlns:a16="http://schemas.microsoft.com/office/drawing/2014/main" id="{EF2127C1-40FB-488A-BEEC-8FA7D7D4F971}"/>
              </a:ext>
            </a:extLst>
          </p:cNvPr>
          <p:cNvSpPr>
            <a:spLocks xmlns:a="http://schemas.openxmlformats.org/drawingml/2006/main" noGrp="1"/>
          </p:cNvSpPr>
          <p:nvPr/>
        </p:nvSpPr>
        <p:spPr>
          <a:xfrm xmlns:a="http://schemas.openxmlformats.org/drawingml/2006/main">
            <a:off x="7391400" y="5076825"/>
            <a:ext cx="1447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8F4EC"/>
                </a:solidFill>
              </a:defRPr>
            </a:pPr>
            <a:r>
              <a:rPr sz="1500" b="1" i="0">
                <a:solidFill>
                  <a:srgbClr val="F8F4EC"/>
                </a:solidFill>
              </a:rPr>
              <a:t>Better qualification</a:t>
            </a:r>
          </a:p>
        </p:txBody>
      </p:sp>
      <p:sp>
        <p:nvSpPr>
          <p:cNvPr id="17" name="">
            <a:extLst xmlns:a="http://schemas.openxmlformats.org/drawingml/2006/main">
              <a:ext uri="{FF2B5EF4-FFF2-40B4-BE49-F238E27FC236}">
                <a16:creationId xmlns:a16="http://schemas.microsoft.com/office/drawing/2014/main" id="{6DFE083B-5122-47C2-A724-38D1318C8B2D}"/>
              </a:ext>
            </a:extLst>
          </p:cNvPr>
          <p:cNvSpPr>
            <a:spLocks xmlns:a="http://schemas.openxmlformats.org/drawingml/2006/main" noGrp="1"/>
          </p:cNvSpPr>
          <p:nvPr/>
        </p:nvSpPr>
        <p:spPr>
          <a:xfrm xmlns:a="http://schemas.openxmlformats.org/drawingml/2006/main">
            <a:off x="7105650" y="4838700"/>
            <a:ext cx="323850" cy="323850"/>
          </a:xfrm>
          <a:prstGeom xmlns:a="http://schemas.openxmlformats.org/drawingml/2006/main" prst="ellipse">
            <a:avLst/>
          </a:prstGeom>
          <a:solidFill xmlns:a="http://schemas.openxmlformats.org/drawingml/2006/main">
            <a:srgbClr val="F2B84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4B37B5BB-21C9-4531-8D8F-3018E09C6A96}"/>
              </a:ext>
            </a:extLst>
          </p:cNvPr>
          <p:cNvSpPr>
            <a:spLocks xmlns:a="http://schemas.openxmlformats.org/drawingml/2006/main" noGrp="1"/>
          </p:cNvSpPr>
          <p:nvPr/>
        </p:nvSpPr>
        <p:spPr>
          <a:xfrm xmlns:a="http://schemas.openxmlformats.org/drawingml/2006/main">
            <a:off x="7105650" y="4905375"/>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1" i="0">
                <a:solidFill>
                  <a:srgbClr val="171008"/>
                </a:solidFill>
              </a:defRPr>
            </a:pPr>
            <a:r>
              <a:rPr sz="975" b="1" i="0">
                <a:solidFill>
                  <a:srgbClr val="171008"/>
                </a:solidFill>
              </a:rPr>
              <a:t>3</a:t>
            </a:r>
          </a:p>
        </p:txBody>
      </p:sp>
      <p:sp>
        <p:nvSpPr>
          <p:cNvPr id="19" name="">
            <a:extLst xmlns:a="http://schemas.openxmlformats.org/drawingml/2006/main">
              <a:ext uri="{FF2B5EF4-FFF2-40B4-BE49-F238E27FC236}">
                <a16:creationId xmlns:a16="http://schemas.microsoft.com/office/drawing/2014/main" id="{ABF36C20-14CF-47E9-A866-AA7DFF265CEF}"/>
              </a:ext>
            </a:extLst>
          </p:cNvPr>
          <p:cNvSpPr>
            <a:spLocks xmlns:a="http://schemas.openxmlformats.org/drawingml/2006/main" noGrp="1"/>
          </p:cNvSpPr>
          <p:nvPr/>
        </p:nvSpPr>
        <p:spPr>
          <a:xfrm xmlns:a="http://schemas.openxmlformats.org/drawingml/2006/main">
            <a:off x="3200400" y="4953000"/>
            <a:ext cx="1752600" cy="742950"/>
          </a:xfrm>
          <a:prstGeom xmlns:a="http://schemas.openxmlformats.org/drawingml/2006/main" prst="roundRect">
            <a:avLst>
              <a:gd name="adj" fmla="val 15385"/>
            </a:avLst>
          </a:prstGeom>
          <a:solidFill xmlns:a="http://schemas.openxmlformats.org/drawingml/2006/main">
            <a:srgbClr val="101010">
              <a:alpha val="95000"/>
            </a:srgbClr>
          </a:solidFill>
          <a:ln xmlns:a="http://schemas.openxmlformats.org/drawingml/2006/main" w="14288">
            <a:solidFill>
              <a:srgbClr val="B98635"/>
            </a:solidFill>
            <a:prstDash val="solid"/>
          </a:ln>
        </p:spPr>
        <p:txBody>
          <a:bodyPr xmlns:a="http://schemas.openxmlformats.org/drawingml/2006/main"/>
          <a:lstStyle xmlns:a="http://schemas.openxmlformats.org/drawingml/2006/main"/>
          <a:p xmlns:a="http://schemas.openxmlformats.org/drawingml/2006/main"/>
        </p:txBody>
      </p:sp>
      <p:sp>
        <p:nvSpPr>
          <p:cNvPr id="20" name="">
            <a:extLst xmlns:a="http://schemas.openxmlformats.org/drawingml/2006/main">
              <a:ext uri="{FF2B5EF4-FFF2-40B4-BE49-F238E27FC236}">
                <a16:creationId xmlns:a16="http://schemas.microsoft.com/office/drawing/2014/main" id="{6E2D9A00-39E9-4C9C-B209-6EB23F18C8A6}"/>
              </a:ext>
            </a:extLst>
          </p:cNvPr>
          <p:cNvSpPr>
            <a:spLocks xmlns:a="http://schemas.openxmlformats.org/drawingml/2006/main" noGrp="1"/>
          </p:cNvSpPr>
          <p:nvPr/>
        </p:nvSpPr>
        <p:spPr>
          <a:xfrm xmlns:a="http://schemas.openxmlformats.org/drawingml/2006/main">
            <a:off x="3352800" y="5076825"/>
            <a:ext cx="1447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8F4EC"/>
                </a:solidFill>
              </a:defRPr>
            </a:pPr>
            <a:r>
              <a:rPr sz="1500" b="1" i="0">
                <a:solidFill>
                  <a:srgbClr val="F8F4EC"/>
                </a:solidFill>
              </a:rPr>
              <a:t>Safer automation</a:t>
            </a:r>
          </a:p>
        </p:txBody>
      </p:sp>
      <p:sp>
        <p:nvSpPr>
          <p:cNvPr id="21" name="">
            <a:extLst xmlns:a="http://schemas.openxmlformats.org/drawingml/2006/main">
              <a:ext uri="{FF2B5EF4-FFF2-40B4-BE49-F238E27FC236}">
                <a16:creationId xmlns:a16="http://schemas.microsoft.com/office/drawing/2014/main" id="{71BA4058-8483-4545-AE2E-DC00DB1208C0}"/>
              </a:ext>
            </a:extLst>
          </p:cNvPr>
          <p:cNvSpPr>
            <a:spLocks xmlns:a="http://schemas.openxmlformats.org/drawingml/2006/main" noGrp="1"/>
          </p:cNvSpPr>
          <p:nvPr/>
        </p:nvSpPr>
        <p:spPr>
          <a:xfrm xmlns:a="http://schemas.openxmlformats.org/drawingml/2006/main">
            <a:off x="3067050" y="4838700"/>
            <a:ext cx="323850" cy="323850"/>
          </a:xfrm>
          <a:prstGeom xmlns:a="http://schemas.openxmlformats.org/drawingml/2006/main" prst="ellipse">
            <a:avLst/>
          </a:prstGeom>
          <a:solidFill xmlns:a="http://schemas.openxmlformats.org/drawingml/2006/main">
            <a:srgbClr val="F2B84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D18413B5-A313-4CF6-9587-33CC090899C8}"/>
              </a:ext>
            </a:extLst>
          </p:cNvPr>
          <p:cNvSpPr>
            <a:spLocks xmlns:a="http://schemas.openxmlformats.org/drawingml/2006/main" noGrp="1"/>
          </p:cNvSpPr>
          <p:nvPr/>
        </p:nvSpPr>
        <p:spPr>
          <a:xfrm xmlns:a="http://schemas.openxmlformats.org/drawingml/2006/main">
            <a:off x="3067050" y="4905375"/>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1" i="0">
                <a:solidFill>
                  <a:srgbClr val="171008"/>
                </a:solidFill>
              </a:defRPr>
            </a:pPr>
            <a:r>
              <a:rPr sz="975" b="1" i="0">
                <a:solidFill>
                  <a:srgbClr val="171008"/>
                </a:solidFill>
              </a:rPr>
              <a:t>4</a:t>
            </a:r>
          </a:p>
        </p:txBody>
      </p:sp>
      <p:sp>
        <p:nvSpPr>
          <p:cNvPr id="23" name="">
            <a:extLst xmlns:a="http://schemas.openxmlformats.org/drawingml/2006/main">
              <a:ext uri="{FF2B5EF4-FFF2-40B4-BE49-F238E27FC236}">
                <a16:creationId xmlns:a16="http://schemas.microsoft.com/office/drawing/2014/main" id="{0732C9E9-7322-4E22-A6FC-1ACF58EA273A}"/>
              </a:ext>
            </a:extLst>
          </p:cNvPr>
          <p:cNvSpPr>
            <a:spLocks xmlns:a="http://schemas.openxmlformats.org/drawingml/2006/main" noGrp="1"/>
          </p:cNvSpPr>
          <p:nvPr/>
        </p:nvSpPr>
        <p:spPr>
          <a:xfrm xmlns:a="http://schemas.openxmlformats.org/drawingml/2006/main">
            <a:off x="1924050" y="2724150"/>
            <a:ext cx="1752600" cy="742950"/>
          </a:xfrm>
          <a:prstGeom xmlns:a="http://schemas.openxmlformats.org/drawingml/2006/main" prst="roundRect">
            <a:avLst>
              <a:gd name="adj" fmla="val 15385"/>
            </a:avLst>
          </a:prstGeom>
          <a:solidFill xmlns:a="http://schemas.openxmlformats.org/drawingml/2006/main">
            <a:srgbClr val="101010">
              <a:alpha val="95000"/>
            </a:srgbClr>
          </a:solidFill>
          <a:ln xmlns:a="http://schemas.openxmlformats.org/drawingml/2006/main" w="14288">
            <a:solidFill>
              <a:srgbClr val="B98635"/>
            </a:solidFill>
            <a:prstDash val="solid"/>
          </a:ln>
        </p:spPr>
        <p:txBody>
          <a:bodyPr xmlns:a="http://schemas.openxmlformats.org/drawingml/2006/main"/>
          <a:lstStyle xmlns:a="http://schemas.openxmlformats.org/drawingml/2006/main"/>
          <a:p xmlns:a="http://schemas.openxmlformats.org/drawingml/2006/main"/>
        </p:txBody>
      </p:sp>
      <p:sp>
        <p:nvSpPr>
          <p:cNvPr id="24" name="">
            <a:extLst xmlns:a="http://schemas.openxmlformats.org/drawingml/2006/main">
              <a:ext uri="{FF2B5EF4-FFF2-40B4-BE49-F238E27FC236}">
                <a16:creationId xmlns:a16="http://schemas.microsoft.com/office/drawing/2014/main" id="{7BADDE16-DF8D-4DB4-AD04-4A0CCB04075A}"/>
              </a:ext>
            </a:extLst>
          </p:cNvPr>
          <p:cNvSpPr>
            <a:spLocks xmlns:a="http://schemas.openxmlformats.org/drawingml/2006/main" noGrp="1"/>
          </p:cNvSpPr>
          <p:nvPr/>
        </p:nvSpPr>
        <p:spPr>
          <a:xfrm xmlns:a="http://schemas.openxmlformats.org/drawingml/2006/main">
            <a:off x="2076450" y="2847975"/>
            <a:ext cx="1447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8F4EC"/>
                </a:solidFill>
              </a:defRPr>
            </a:pPr>
            <a:r>
              <a:rPr sz="1500" b="1" i="0">
                <a:solidFill>
                  <a:srgbClr val="F8F4EC"/>
                </a:solidFill>
              </a:rPr>
              <a:t>More approvals</a:t>
            </a:r>
          </a:p>
        </p:txBody>
      </p:sp>
      <p:sp>
        <p:nvSpPr>
          <p:cNvPr id="25" name="">
            <a:extLst xmlns:a="http://schemas.openxmlformats.org/drawingml/2006/main">
              <a:ext uri="{FF2B5EF4-FFF2-40B4-BE49-F238E27FC236}">
                <a16:creationId xmlns:a16="http://schemas.microsoft.com/office/drawing/2014/main" id="{85BA0CDB-1DCE-43DB-8F33-BC774168BA13}"/>
              </a:ext>
            </a:extLst>
          </p:cNvPr>
          <p:cNvSpPr>
            <a:spLocks xmlns:a="http://schemas.openxmlformats.org/drawingml/2006/main" noGrp="1"/>
          </p:cNvSpPr>
          <p:nvPr/>
        </p:nvSpPr>
        <p:spPr>
          <a:xfrm xmlns:a="http://schemas.openxmlformats.org/drawingml/2006/main">
            <a:off x="1790700" y="2609850"/>
            <a:ext cx="323850" cy="323850"/>
          </a:xfrm>
          <a:prstGeom xmlns:a="http://schemas.openxmlformats.org/drawingml/2006/main" prst="ellipse">
            <a:avLst/>
          </a:prstGeom>
          <a:solidFill xmlns:a="http://schemas.openxmlformats.org/drawingml/2006/main">
            <a:srgbClr val="F2B84B"/>
          </a:solidFill>
          <a:ln xmlns:a="http://schemas.openxmlformats.org/drawingml/2006/main" w="9525">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26" name="">
            <a:extLst xmlns:a="http://schemas.openxmlformats.org/drawingml/2006/main">
              <a:ext uri="{FF2B5EF4-FFF2-40B4-BE49-F238E27FC236}">
                <a16:creationId xmlns:a16="http://schemas.microsoft.com/office/drawing/2014/main" id="{0963D3DE-99B8-4057-9C31-B82ED5558AA0}"/>
              </a:ext>
            </a:extLst>
          </p:cNvPr>
          <p:cNvSpPr>
            <a:spLocks xmlns:a="http://schemas.openxmlformats.org/drawingml/2006/main" noGrp="1"/>
          </p:cNvSpPr>
          <p:nvPr/>
        </p:nvSpPr>
        <p:spPr>
          <a:xfrm xmlns:a="http://schemas.openxmlformats.org/drawingml/2006/main">
            <a:off x="1790700" y="2676525"/>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1" i="0">
                <a:solidFill>
                  <a:srgbClr val="171008"/>
                </a:solidFill>
              </a:defRPr>
            </a:pPr>
            <a:r>
              <a:rPr sz="975" b="1" i="0">
                <a:solidFill>
                  <a:srgbClr val="171008"/>
                </a:solidFill>
              </a:rPr>
              <a:t>5</a:t>
            </a:r>
          </a:p>
        </p:txBody>
      </p:sp>
      <p:sp>
        <p:nvSpPr>
          <p:cNvPr id="27" name="">
            <a:extLst xmlns:a="http://schemas.openxmlformats.org/drawingml/2006/main">
              <a:ext uri="{FF2B5EF4-FFF2-40B4-BE49-F238E27FC236}">
                <a16:creationId xmlns:a16="http://schemas.microsoft.com/office/drawing/2014/main" id="{E365CD8A-33F6-4AEF-B2D1-3D765A833850}"/>
              </a:ext>
            </a:extLst>
          </p:cNvPr>
          <p:cNvSpPr>
            <a:spLocks xmlns:a="http://schemas.openxmlformats.org/drawingml/2006/main" noGrp="1"/>
          </p:cNvSpPr>
          <p:nvPr/>
        </p:nvSpPr>
        <p:spPr>
          <a:xfrm xmlns:a="http://schemas.openxmlformats.org/drawingml/2006/main">
            <a:off x="5219700" y="2838450"/>
            <a:ext cx="1752600" cy="1752600"/>
          </a:xfrm>
          <a:prstGeom xmlns:a="http://schemas.openxmlformats.org/drawingml/2006/main" prst="ellipse">
            <a:avLst/>
          </a:prstGeom>
          <a:solidFill xmlns:a="http://schemas.openxmlformats.org/drawingml/2006/main">
            <a:srgbClr val="2B1C09">
              <a:alpha val="94000"/>
            </a:srgbClr>
          </a:solidFill>
          <a:ln xmlns:a="http://schemas.openxmlformats.org/drawingml/2006/main" w="19050">
            <a:solidFill>
              <a:srgbClr val="F2B84B"/>
            </a:solidFill>
            <a:prstDash val="solid"/>
          </a:ln>
        </p:spPr>
        <p:txBody>
          <a:bodyPr xmlns:a="http://schemas.openxmlformats.org/drawingml/2006/main"/>
          <a:lstStyle xmlns:a="http://schemas.openxmlformats.org/drawingml/2006/main"/>
          <a:p xmlns:a="http://schemas.openxmlformats.org/drawingml/2006/main"/>
        </p:txBody>
      </p:sp>
      <p:sp>
        <p:nvSpPr>
          <p:cNvPr id="28" name="">
            <a:extLst xmlns:a="http://schemas.openxmlformats.org/drawingml/2006/main">
              <a:ext uri="{FF2B5EF4-FFF2-40B4-BE49-F238E27FC236}">
                <a16:creationId xmlns:a16="http://schemas.microsoft.com/office/drawing/2014/main" id="{B7E0C178-A8A5-445C-A143-20375DFB8B0D}"/>
              </a:ext>
            </a:extLst>
          </p:cNvPr>
          <p:cNvSpPr>
            <a:spLocks xmlns:a="http://schemas.openxmlformats.org/drawingml/2006/main" noGrp="1"/>
          </p:cNvSpPr>
          <p:nvPr/>
        </p:nvSpPr>
        <p:spPr>
          <a:xfrm xmlns:a="http://schemas.openxmlformats.org/drawingml/2006/main">
            <a:off x="5353050" y="3333750"/>
            <a:ext cx="14859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i="0">
                <a:solidFill>
                  <a:srgbClr val="F2B84B"/>
                </a:solidFill>
              </a:defRPr>
            </a:pPr>
            <a:r>
              <a:rPr sz="1800" b="1" i="0">
                <a:solidFill>
                  <a:srgbClr val="F2B84B"/>
                </a:solidFill>
              </a:rPr>
              <a:t>TRUST</a:t>
            </a:r>
          </a:p>
          <a:p xmlns:a="http://schemas.openxmlformats.org/drawingml/2006/main">
            <a:pPr algn="ctr">
              <a:buNone/>
              <a:defRPr sz="1800" b="1" i="0">
                <a:solidFill>
                  <a:srgbClr val="F2B84B"/>
                </a:solidFill>
              </a:defRPr>
            </a:pPr>
            <a:r>
              <a:rPr sz="1800" b="1" i="0">
                <a:solidFill>
                  <a:srgbClr val="F2B84B"/>
                </a:solidFill>
              </a:rPr>
              <a:t>FLYWHEEL</a:t>
            </a:r>
          </a:p>
        </p:txBody>
      </p:sp>
      <p:sp>
        <p:nvSpPr>
          <p:cNvPr id="29" name="">
            <a:extLst xmlns:a="http://schemas.openxmlformats.org/drawingml/2006/main">
              <a:ext uri="{FF2B5EF4-FFF2-40B4-BE49-F238E27FC236}">
                <a16:creationId xmlns:a16="http://schemas.microsoft.com/office/drawing/2014/main" id="{86BA305B-5FAB-449F-8644-B15064A3457B}"/>
              </a:ext>
            </a:extLst>
          </p:cNvPr>
          <p:cNvSpPr>
            <a:spLocks xmlns:a="http://schemas.openxmlformats.org/drawingml/2006/main" noGrp="1"/>
          </p:cNvSpPr>
          <p:nvPr/>
        </p:nvSpPr>
        <p:spPr>
          <a:xfrm xmlns:a="http://schemas.openxmlformats.org/drawingml/2006/main">
            <a:off x="533400" y="651510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C5BDAF"/>
                </a:solidFill>
              </a:defRPr>
            </a:pPr>
            <a:r>
              <a:rPr sz="975" b="1" i="0">
                <a:solidFill>
                  <a:srgbClr val="C5BDAF"/>
                </a:solidFill>
              </a:rPr>
              <a:t>EVIDENCE FLYWHEEL</a:t>
            </a:r>
          </a:p>
        </p:txBody>
      </p:sp>
      <p:sp>
        <p:nvSpPr>
          <p:cNvPr id="30" name="">
            <a:extLst xmlns:a="http://schemas.openxmlformats.org/drawingml/2006/main">
              <a:ext uri="{FF2B5EF4-FFF2-40B4-BE49-F238E27FC236}">
                <a16:creationId xmlns:a16="http://schemas.microsoft.com/office/drawing/2014/main" id="{4FD746F7-D07C-4D6B-AEF7-E32336816C44}"/>
              </a:ext>
            </a:extLst>
          </p:cNvPr>
          <p:cNvSpPr>
            <a:spLocks xmlns:a="http://schemas.openxmlformats.org/drawingml/2006/main" noGrp="1"/>
          </p:cNvSpPr>
          <p:nvPr/>
        </p:nvSpPr>
        <p:spPr>
          <a:xfrm xmlns:a="http://schemas.openxmlformats.org/drawingml/2006/main">
            <a:off x="110299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i="0">
                <a:solidFill>
                  <a:srgbClr val="C5BDAF"/>
                </a:solidFill>
              </a:defRPr>
            </a:pPr>
            <a:r>
              <a:rPr sz="975" b="1" i="0">
                <a:solidFill>
                  <a:srgbClr val="C5BDAF"/>
                </a:solidFill>
              </a:rPr>
              <a:t>29</a:t>
            </a:r>
          </a:p>
        </p:txBody>
      </p:sp>
      <p:sp>
        <p:nvSpPr>
          <p:cNvPr id="32" name="">
            <a:extLst xmlns:a="http://schemas.openxmlformats.org/drawingml/2006/main">
              <a:ext uri="{FF2B5EF4-FFF2-40B4-BE49-F238E27FC236}">
                <a16:creationId xmlns:a16="http://schemas.microsoft.com/office/drawing/2014/main" id="{846CDB2A-4EDD-4CEB-AD63-C8C30E2C08CE}"/>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B321878F-EA0E-404E-B65F-2F62BA337DB5}"/>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F1B85FB9-A5E0-4A83-9692-1ED811C4823A}"/>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22</a:t>
            </a:r>
          </a:p>
        </p:txBody>
      </p:sp>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a04ce7534bce4019">
            <a:extLst>
              <a:ext uri="{96DAC541-7B7A-43D3-8B79-37D633B846F1}">
                <asvg:svgBlip xmlns:asvg="http://schemas.microsoft.com/office/drawing/2016/SVG/main" r:embed="Rf3949d089c594b8b"/>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597165c2c2874fab">
            <a:extLst>
              <a:ext uri="{96DAC541-7B7A-43D3-8B79-37D633B846F1}">
                <asvg:svgBlip xmlns:asvg="http://schemas.microsoft.com/office/drawing/2016/SVG/main" r:embed="Rc20a6c8830bb44f6"/>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1488685301"/>
      </p:ext>
    </p:extLst>
  </p:cSld>
</p:sld>
</file>

<file path=ppt/slides/slide30.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50a4d65f57cc46d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B911C9A-4CC3-424F-A3DF-2206D0DE4F9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alpha val="91000"/>
            </a:srgb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68F85682-7926-4F15-8BCE-A6EF049E1CBE}"/>
              </a:ext>
            </a:extLst>
          </p:cNvPr>
          <p:cNvSpPr>
            <a:spLocks xmlns:a="http://schemas.openxmlformats.org/drawingml/2006/main" noGrp="1"/>
          </p:cNvSpPr>
          <p:nvPr/>
        </p:nvSpPr>
        <p:spPr>
          <a:xfrm xmlns:a="http://schemas.openxmlformats.org/drawingml/2006/main">
            <a:off x="6096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2B84B"/>
                </a:solidFill>
              </a:defRPr>
            </a:pPr>
            <a:r>
              <a:rPr sz="1125" b="1" i="0">
                <a:solidFill>
                  <a:srgbClr val="F2B84B"/>
                </a:solidFill>
              </a:rPr>
              <a:t>GO-TO-MARKET</a:t>
            </a:r>
          </a:p>
        </p:txBody>
      </p:sp>
      <p:sp>
        <p:nvSpPr>
          <p:cNvPr id="4" name="">
            <a:extLst xmlns:a="http://schemas.openxmlformats.org/drawingml/2006/main">
              <a:ext uri="{FF2B5EF4-FFF2-40B4-BE49-F238E27FC236}">
                <a16:creationId xmlns:a16="http://schemas.microsoft.com/office/drawing/2014/main" id="{94752C96-41F3-4A0C-B15B-2320C9962088}"/>
              </a:ext>
            </a:extLst>
          </p:cNvPr>
          <p:cNvSpPr>
            <a:spLocks xmlns:a="http://schemas.openxmlformats.org/drawingml/2006/main" noGrp="1"/>
          </p:cNvSpPr>
          <p:nvPr/>
        </p:nvSpPr>
        <p:spPr>
          <a:xfrm xmlns:a="http://schemas.openxmlformats.org/drawingml/2006/main">
            <a:off x="609600" y="8001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i="0">
                <a:solidFill>
                  <a:srgbClr val="F8F4EC"/>
                </a:solidFill>
              </a:defRPr>
            </a:pPr>
            <a:r>
              <a:rPr sz="2850" b="1" i="0">
                <a:solidFill>
                  <a:srgbClr val="F8F4EC"/>
                </a:solidFill>
              </a:rPr>
              <a:t>Land with evidence. Expand into the control plane.</a:t>
            </a:r>
          </a:p>
        </p:txBody>
      </p:sp>
      <p:sp>
        <p:nvSpPr>
          <p:cNvPr id="5" name="">
            <a:extLst xmlns:a="http://schemas.openxmlformats.org/drawingml/2006/main">
              <a:ext uri="{FF2B5EF4-FFF2-40B4-BE49-F238E27FC236}">
                <a16:creationId xmlns:a16="http://schemas.microsoft.com/office/drawing/2014/main" id="{33303EEB-C5A2-44F1-9D1A-AAE3B395045D}"/>
              </a:ext>
            </a:extLst>
          </p:cNvPr>
          <p:cNvSpPr>
            <a:spLocks xmlns:a="http://schemas.openxmlformats.org/drawingml/2006/main" noGrp="1"/>
          </p:cNvSpPr>
          <p:nvPr/>
        </p:nvSpPr>
        <p:spPr>
          <a:xfrm xmlns:a="http://schemas.openxmlformats.org/drawingml/2006/main">
            <a:off x="609600" y="1409700"/>
            <a:ext cx="8953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
            <a:extLst xmlns:a="http://schemas.openxmlformats.org/drawingml/2006/main">
              <a:ext uri="{FF2B5EF4-FFF2-40B4-BE49-F238E27FC236}">
                <a16:creationId xmlns:a16="http://schemas.microsoft.com/office/drawing/2014/main" id="{729007CC-8AF2-48E2-AA7E-2D0C2AC3682F}"/>
              </a:ext>
            </a:extLst>
          </p:cNvPr>
          <p:cNvSpPr>
            <a:spLocks xmlns:a="http://schemas.openxmlformats.org/drawingml/2006/main" noGrp="1"/>
          </p:cNvSpPr>
          <p:nvPr/>
        </p:nvSpPr>
        <p:spPr>
          <a:xfrm xmlns:a="http://schemas.openxmlformats.org/drawingml/2006/main">
            <a:off x="704850" y="2057400"/>
            <a:ext cx="47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F2B84B"/>
                </a:solidFill>
              </a:defRPr>
            </a:pPr>
            <a:r>
              <a:rPr sz="3600" b="1" i="0">
                <a:solidFill>
                  <a:srgbClr val="F2B84B"/>
                </a:solidFill>
              </a:rPr>
              <a:t>1</a:t>
            </a:r>
          </a:p>
        </p:txBody>
      </p:sp>
      <p:sp>
        <p:nvSpPr>
          <p:cNvPr id="7" name="">
            <a:extLst xmlns:a="http://schemas.openxmlformats.org/drawingml/2006/main">
              <a:ext uri="{FF2B5EF4-FFF2-40B4-BE49-F238E27FC236}">
                <a16:creationId xmlns:a16="http://schemas.microsoft.com/office/drawing/2014/main" id="{46FAFC82-2162-4AE9-8D54-786610F400F6}"/>
              </a:ext>
            </a:extLst>
          </p:cNvPr>
          <p:cNvSpPr>
            <a:spLocks xmlns:a="http://schemas.openxmlformats.org/drawingml/2006/main" noGrp="1"/>
          </p:cNvSpPr>
          <p:nvPr/>
        </p:nvSpPr>
        <p:spPr>
          <a:xfrm xmlns:a="http://schemas.openxmlformats.org/drawingml/2006/main">
            <a:off x="704850" y="27241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i="0">
                <a:solidFill>
                  <a:srgbClr val="F8F4EC"/>
                </a:solidFill>
              </a:defRPr>
            </a:pPr>
            <a:r>
              <a:rPr sz="2100" b="1" i="0">
                <a:solidFill>
                  <a:srgbClr val="F8F4EC"/>
                </a:solidFill>
              </a:rPr>
              <a:t>Proof appliance</a:t>
            </a:r>
          </a:p>
        </p:txBody>
      </p:sp>
      <p:sp>
        <p:nvSpPr>
          <p:cNvPr id="8" name="">
            <a:extLst xmlns:a="http://schemas.openxmlformats.org/drawingml/2006/main">
              <a:ext uri="{FF2B5EF4-FFF2-40B4-BE49-F238E27FC236}">
                <a16:creationId xmlns:a16="http://schemas.microsoft.com/office/drawing/2014/main" id="{57C52E93-75A0-4BAA-8B44-C9ABC77C8505}"/>
              </a:ext>
            </a:extLst>
          </p:cNvPr>
          <p:cNvSpPr>
            <a:spLocks xmlns:a="http://schemas.openxmlformats.org/drawingml/2006/main" noGrp="1"/>
          </p:cNvSpPr>
          <p:nvPr/>
        </p:nvSpPr>
        <p:spPr>
          <a:xfrm xmlns:a="http://schemas.openxmlformats.org/drawingml/2006/main">
            <a:off x="704850" y="3371850"/>
            <a:ext cx="304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i="0">
                <a:solidFill>
                  <a:srgbClr val="C5BDAF"/>
                </a:solidFill>
              </a:defRPr>
            </a:pPr>
            <a:r>
              <a:rPr sz="1500" b="0" i="0">
                <a:solidFill>
                  <a:srgbClr val="C5BDAF"/>
                </a:solidFill>
              </a:rPr>
              <a:t>Deploy read-only collection and one bounded proof cell.</a:t>
            </a:r>
          </a:p>
        </p:txBody>
      </p:sp>
      <p:sp>
        <p:nvSpPr>
          <p:cNvPr id="9" name="">
            <a:extLst xmlns:a="http://schemas.openxmlformats.org/drawingml/2006/main">
              <a:ext uri="{FF2B5EF4-FFF2-40B4-BE49-F238E27FC236}">
                <a16:creationId xmlns:a16="http://schemas.microsoft.com/office/drawing/2014/main" id="{308983E4-95F0-49E1-B6C8-69F36A56DA6B}"/>
              </a:ext>
            </a:extLst>
          </p:cNvPr>
          <p:cNvSpPr>
            <a:spLocks xmlns:a="http://schemas.openxmlformats.org/drawingml/2006/main" noGrp="1"/>
          </p:cNvSpPr>
          <p:nvPr/>
        </p:nvSpPr>
        <p:spPr>
          <a:xfrm xmlns:a="http://schemas.openxmlformats.org/drawingml/2006/main">
            <a:off x="704850" y="4686300"/>
            <a:ext cx="3048000" cy="19050"/>
          </a:xfrm>
          <a:prstGeom xmlns:a="http://schemas.openxmlformats.org/drawingml/2006/main" prst="rect">
            <a:avLst/>
          </a:prstGeom>
          <a:solidFill xmlns:a="http://schemas.openxmlformats.org/drawingml/2006/main">
            <a:srgbClr val="B9863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08954DB4-9D0D-4E9C-9BC0-5048ABDF371B}"/>
              </a:ext>
            </a:extLst>
          </p:cNvPr>
          <p:cNvSpPr>
            <a:spLocks xmlns:a="http://schemas.openxmlformats.org/drawingml/2006/main" noGrp="1"/>
          </p:cNvSpPr>
          <p:nvPr/>
        </p:nvSpPr>
        <p:spPr>
          <a:xfrm xmlns:a="http://schemas.openxmlformats.org/drawingml/2006/main">
            <a:off x="4438650" y="2057400"/>
            <a:ext cx="47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F2B84B"/>
                </a:solidFill>
              </a:defRPr>
            </a:pPr>
            <a:r>
              <a:rPr sz="3600" b="1" i="0">
                <a:solidFill>
                  <a:srgbClr val="F2B84B"/>
                </a:solidFill>
              </a:rPr>
              <a:t>2</a:t>
            </a:r>
          </a:p>
        </p:txBody>
      </p:sp>
      <p:sp>
        <p:nvSpPr>
          <p:cNvPr id="11" name="">
            <a:extLst xmlns:a="http://schemas.openxmlformats.org/drawingml/2006/main">
              <a:ext uri="{FF2B5EF4-FFF2-40B4-BE49-F238E27FC236}">
                <a16:creationId xmlns:a16="http://schemas.microsoft.com/office/drawing/2014/main" id="{1D6125D0-D87D-4DF9-8AFD-A1BC4A35524A}"/>
              </a:ext>
            </a:extLst>
          </p:cNvPr>
          <p:cNvSpPr>
            <a:spLocks xmlns:a="http://schemas.openxmlformats.org/drawingml/2006/main" noGrp="1"/>
          </p:cNvSpPr>
          <p:nvPr/>
        </p:nvSpPr>
        <p:spPr>
          <a:xfrm xmlns:a="http://schemas.openxmlformats.org/drawingml/2006/main">
            <a:off x="4438650" y="27241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i="0">
                <a:solidFill>
                  <a:srgbClr val="F8F4EC"/>
                </a:solidFill>
              </a:defRPr>
            </a:pPr>
            <a:r>
              <a:rPr sz="2100" b="1" i="0">
                <a:solidFill>
                  <a:srgbClr val="F8F4EC"/>
                </a:solidFill>
              </a:rPr>
              <a:t>Qualification platform</a:t>
            </a:r>
          </a:p>
        </p:txBody>
      </p:sp>
      <p:sp>
        <p:nvSpPr>
          <p:cNvPr id="12" name="">
            <a:extLst xmlns:a="http://schemas.openxmlformats.org/drawingml/2006/main">
              <a:ext uri="{FF2B5EF4-FFF2-40B4-BE49-F238E27FC236}">
                <a16:creationId xmlns:a16="http://schemas.microsoft.com/office/drawing/2014/main" id="{1E444F2A-9117-47E7-957B-BB8BE83CAEB6}"/>
              </a:ext>
            </a:extLst>
          </p:cNvPr>
          <p:cNvSpPr>
            <a:spLocks xmlns:a="http://schemas.openxmlformats.org/drawingml/2006/main" noGrp="1"/>
          </p:cNvSpPr>
          <p:nvPr/>
        </p:nvSpPr>
        <p:spPr>
          <a:xfrm xmlns:a="http://schemas.openxmlformats.org/drawingml/2006/main">
            <a:off x="4438650" y="3371850"/>
            <a:ext cx="304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i="0">
                <a:solidFill>
                  <a:srgbClr val="C5BDAF"/>
                </a:solidFill>
              </a:defRPr>
            </a:pPr>
            <a:r>
              <a:rPr sz="1500" b="0" i="0">
                <a:solidFill>
                  <a:srgbClr val="C5BDAF"/>
                </a:solidFill>
              </a:rPr>
              <a:t>Evaluate models, candidates, builds, and migration rehearsals.</a:t>
            </a:r>
          </a:p>
        </p:txBody>
      </p:sp>
      <p:sp>
        <p:nvSpPr>
          <p:cNvPr id="13" name="">
            <a:extLst xmlns:a="http://schemas.openxmlformats.org/drawingml/2006/main">
              <a:ext uri="{FF2B5EF4-FFF2-40B4-BE49-F238E27FC236}">
                <a16:creationId xmlns:a16="http://schemas.microsoft.com/office/drawing/2014/main" id="{58931D38-33D7-4452-A2E6-DD78B25A4087}"/>
              </a:ext>
            </a:extLst>
          </p:cNvPr>
          <p:cNvSpPr>
            <a:spLocks xmlns:a="http://schemas.openxmlformats.org/drawingml/2006/main" noGrp="1"/>
          </p:cNvSpPr>
          <p:nvPr/>
        </p:nvSpPr>
        <p:spPr>
          <a:xfrm xmlns:a="http://schemas.openxmlformats.org/drawingml/2006/main">
            <a:off x="4438650" y="4686300"/>
            <a:ext cx="3048000" cy="19050"/>
          </a:xfrm>
          <a:prstGeom xmlns:a="http://schemas.openxmlformats.org/drawingml/2006/main" prst="rect">
            <a:avLst/>
          </a:prstGeom>
          <a:solidFill xmlns:a="http://schemas.openxmlformats.org/drawingml/2006/main">
            <a:srgbClr val="B9863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AC93199A-5397-4E5C-B690-F98831BEDDB3}"/>
              </a:ext>
            </a:extLst>
          </p:cNvPr>
          <p:cNvSpPr>
            <a:spLocks xmlns:a="http://schemas.openxmlformats.org/drawingml/2006/main" noGrp="1"/>
          </p:cNvSpPr>
          <p:nvPr/>
        </p:nvSpPr>
        <p:spPr>
          <a:xfrm xmlns:a="http://schemas.openxmlformats.org/drawingml/2006/main">
            <a:off x="8172450" y="2057400"/>
            <a:ext cx="47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F2B84B"/>
                </a:solidFill>
              </a:defRPr>
            </a:pPr>
            <a:r>
              <a:rPr sz="3600" b="1" i="0">
                <a:solidFill>
                  <a:srgbClr val="F2B84B"/>
                </a:solidFill>
              </a:rPr>
              <a:t>3</a:t>
            </a:r>
          </a:p>
        </p:txBody>
      </p:sp>
      <p:sp>
        <p:nvSpPr>
          <p:cNvPr id="15" name="">
            <a:extLst xmlns:a="http://schemas.openxmlformats.org/drawingml/2006/main">
              <a:ext uri="{FF2B5EF4-FFF2-40B4-BE49-F238E27FC236}">
                <a16:creationId xmlns:a16="http://schemas.microsoft.com/office/drawing/2014/main" id="{7C4B6FD2-4214-4225-A1DA-D6D736E25853}"/>
              </a:ext>
            </a:extLst>
          </p:cNvPr>
          <p:cNvSpPr>
            <a:spLocks xmlns:a="http://schemas.openxmlformats.org/drawingml/2006/main" noGrp="1"/>
          </p:cNvSpPr>
          <p:nvPr/>
        </p:nvSpPr>
        <p:spPr>
          <a:xfrm xmlns:a="http://schemas.openxmlformats.org/drawingml/2006/main">
            <a:off x="8172450" y="27241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i="0">
                <a:solidFill>
                  <a:srgbClr val="F8F4EC"/>
                </a:solidFill>
              </a:defRPr>
            </a:pPr>
            <a:r>
              <a:rPr sz="2100" b="1" i="0">
                <a:solidFill>
                  <a:srgbClr val="F8F4EC"/>
                </a:solidFill>
              </a:rPr>
              <a:t>Continuous trust plane</a:t>
            </a:r>
          </a:p>
        </p:txBody>
      </p:sp>
      <p:sp>
        <p:nvSpPr>
          <p:cNvPr id="16" name="">
            <a:extLst xmlns:a="http://schemas.openxmlformats.org/drawingml/2006/main">
              <a:ext uri="{FF2B5EF4-FFF2-40B4-BE49-F238E27FC236}">
                <a16:creationId xmlns:a16="http://schemas.microsoft.com/office/drawing/2014/main" id="{A2698796-62BD-4A00-BCEA-23852271E526}"/>
              </a:ext>
            </a:extLst>
          </p:cNvPr>
          <p:cNvSpPr>
            <a:spLocks xmlns:a="http://schemas.openxmlformats.org/drawingml/2006/main" noGrp="1"/>
          </p:cNvSpPr>
          <p:nvPr/>
        </p:nvSpPr>
        <p:spPr>
          <a:xfrm xmlns:a="http://schemas.openxmlformats.org/drawingml/2006/main">
            <a:off x="8172450" y="3371850"/>
            <a:ext cx="304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i="0">
                <a:solidFill>
                  <a:srgbClr val="C5BDAF"/>
                </a:solidFill>
              </a:defRPr>
            </a:pPr>
            <a:r>
              <a:rPr sz="1500" b="0" i="0">
                <a:solidFill>
                  <a:srgbClr val="C5BDAF"/>
                </a:solidFill>
              </a:rPr>
              <a:t>Operate portfolio policy, live evidence, and modernization governance.</a:t>
            </a:r>
          </a:p>
        </p:txBody>
      </p:sp>
      <p:sp>
        <p:nvSpPr>
          <p:cNvPr id="17" name="">
            <a:extLst xmlns:a="http://schemas.openxmlformats.org/drawingml/2006/main">
              <a:ext uri="{FF2B5EF4-FFF2-40B4-BE49-F238E27FC236}">
                <a16:creationId xmlns:a16="http://schemas.microsoft.com/office/drawing/2014/main" id="{40EDE911-8807-4F7F-B5AC-D1F27C3A2284}"/>
              </a:ext>
            </a:extLst>
          </p:cNvPr>
          <p:cNvSpPr>
            <a:spLocks xmlns:a="http://schemas.openxmlformats.org/drawingml/2006/main" noGrp="1"/>
          </p:cNvSpPr>
          <p:nvPr/>
        </p:nvSpPr>
        <p:spPr>
          <a:xfrm xmlns:a="http://schemas.openxmlformats.org/drawingml/2006/main">
            <a:off x="8172450" y="4686300"/>
            <a:ext cx="3048000" cy="5715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83B470E1-81F1-4F57-BFEC-3D8F6B7F403E}"/>
              </a:ext>
            </a:extLst>
          </p:cNvPr>
          <p:cNvSpPr>
            <a:spLocks xmlns:a="http://schemas.openxmlformats.org/drawingml/2006/main" noGrp="1"/>
          </p:cNvSpPr>
          <p:nvPr/>
        </p:nvSpPr>
        <p:spPr>
          <a:xfrm xmlns:a="http://schemas.openxmlformats.org/drawingml/2006/main">
            <a:off x="704850" y="5143500"/>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F8F4EC"/>
                </a:solidFill>
              </a:defRPr>
            </a:pPr>
            <a:r>
              <a:rPr sz="1725" b="1" i="0">
                <a:solidFill>
                  <a:srgbClr val="F8F4EC"/>
                </a:solidFill>
              </a:rPr>
              <a:t>Initial buyer: modernization leader, platform engineering, architecture, risk, or audit.</a:t>
            </a:r>
          </a:p>
        </p:txBody>
      </p:sp>
      <p:sp>
        <p:nvSpPr>
          <p:cNvPr id="19" name="">
            <a:extLst xmlns:a="http://schemas.openxmlformats.org/drawingml/2006/main">
              <a:ext uri="{FF2B5EF4-FFF2-40B4-BE49-F238E27FC236}">
                <a16:creationId xmlns:a16="http://schemas.microsoft.com/office/drawing/2014/main" id="{1464F736-248D-4C03-BD5E-3FCEE44F6B7F}"/>
              </a:ext>
            </a:extLst>
          </p:cNvPr>
          <p:cNvSpPr>
            <a:spLocks xmlns:a="http://schemas.openxmlformats.org/drawingml/2006/main" noGrp="1"/>
          </p:cNvSpPr>
          <p:nvPr/>
        </p:nvSpPr>
        <p:spPr>
          <a:xfrm xmlns:a="http://schemas.openxmlformats.org/drawingml/2006/main">
            <a:off x="533400" y="651510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C5BDAF"/>
                </a:solidFill>
              </a:defRPr>
            </a:pPr>
            <a:r>
              <a:rPr sz="975" b="1" i="0">
                <a:solidFill>
                  <a:srgbClr val="C5BDAF"/>
                </a:solidFill>
              </a:rPr>
              <a:t>COMMERCIAL MODEL</a:t>
            </a:r>
          </a:p>
        </p:txBody>
      </p:sp>
      <p:sp>
        <p:nvSpPr>
          <p:cNvPr id="20" name="">
            <a:extLst xmlns:a="http://schemas.openxmlformats.org/drawingml/2006/main">
              <a:ext uri="{FF2B5EF4-FFF2-40B4-BE49-F238E27FC236}">
                <a16:creationId xmlns:a16="http://schemas.microsoft.com/office/drawing/2014/main" id="{6EF5AFFB-21EE-47EF-A199-DAB38ACFE90E}"/>
              </a:ext>
            </a:extLst>
          </p:cNvPr>
          <p:cNvSpPr>
            <a:spLocks xmlns:a="http://schemas.openxmlformats.org/drawingml/2006/main" noGrp="1"/>
          </p:cNvSpPr>
          <p:nvPr/>
        </p:nvSpPr>
        <p:spPr>
          <a:xfrm xmlns:a="http://schemas.openxmlformats.org/drawingml/2006/main">
            <a:off x="110299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i="0">
                <a:solidFill>
                  <a:srgbClr val="C5BDAF"/>
                </a:solidFill>
              </a:defRPr>
            </a:pPr>
            <a:r>
              <a:rPr sz="975" b="1" i="0">
                <a:solidFill>
                  <a:srgbClr val="C5BDAF"/>
                </a:solidFill>
              </a:rPr>
              <a:t>30</a:t>
            </a:r>
          </a:p>
        </p:txBody>
      </p:sp>
      <p:sp>
        <p:nvSpPr>
          <p:cNvPr id="22" name="">
            <a:extLst xmlns:a="http://schemas.openxmlformats.org/drawingml/2006/main">
              <a:ext uri="{FF2B5EF4-FFF2-40B4-BE49-F238E27FC236}">
                <a16:creationId xmlns:a16="http://schemas.microsoft.com/office/drawing/2014/main" id="{97B11F6F-0BA5-4949-BDB9-C3F133694A87}"/>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3BBD8E8-A133-44F9-88D2-E6E38F3F5AEB}"/>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EEF203D-5EDB-4E2B-BCDC-0BF55CE9D681}"/>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23</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0c4da88e09bb475e">
            <a:extLst>
              <a:ext uri="{96DAC541-7B7A-43D3-8B79-37D633B846F1}">
                <asvg:svgBlip xmlns:asvg="http://schemas.microsoft.com/office/drawing/2016/SVG/main" r:embed="Rf7caaf9b990342f5"/>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2f3115bb2e684b2b">
            <a:extLst>
              <a:ext uri="{96DAC541-7B7A-43D3-8B79-37D633B846F1}">
                <asvg:svgBlip xmlns:asvg="http://schemas.microsoft.com/office/drawing/2016/SVG/main" r:embed="R570497128c6b4598"/>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1344382396"/>
      </p:ext>
    </p:extLst>
  </p:cSld>
</p:sld>
</file>

<file path=ppt/slides/slide3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c0430faa9a9460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6C0F750-9F20-4B8B-B51E-00315426DD1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alpha val="91000"/>
            </a:srgb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547341C1-C46D-4A61-9F3D-FDFFAD63515C}"/>
              </a:ext>
            </a:extLst>
          </p:cNvPr>
          <p:cNvSpPr>
            <a:spLocks xmlns:a="http://schemas.openxmlformats.org/drawingml/2006/main" noGrp="1"/>
          </p:cNvSpPr>
          <p:nvPr/>
        </p:nvSpPr>
        <p:spPr>
          <a:xfrm xmlns:a="http://schemas.openxmlformats.org/drawingml/2006/main">
            <a:off x="6096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2B84B"/>
                </a:solidFill>
              </a:defRPr>
            </a:pPr>
            <a:r>
              <a:rPr sz="1125" b="1" i="0">
                <a:solidFill>
                  <a:srgbClr val="F2B84B"/>
                </a:solidFill>
              </a:rPr>
              <a:t>BUYER VALUE</a:t>
            </a:r>
          </a:p>
        </p:txBody>
      </p:sp>
      <p:sp>
        <p:nvSpPr>
          <p:cNvPr id="4" name="">
            <a:extLst xmlns:a="http://schemas.openxmlformats.org/drawingml/2006/main">
              <a:ext uri="{FF2B5EF4-FFF2-40B4-BE49-F238E27FC236}">
                <a16:creationId xmlns:a16="http://schemas.microsoft.com/office/drawing/2014/main" id="{8DA1F3D6-45BE-4A88-BA42-DA6C2D6136AE}"/>
              </a:ext>
            </a:extLst>
          </p:cNvPr>
          <p:cNvSpPr>
            <a:spLocks xmlns:a="http://schemas.openxmlformats.org/drawingml/2006/main" noGrp="1"/>
          </p:cNvSpPr>
          <p:nvPr/>
        </p:nvSpPr>
        <p:spPr>
          <a:xfrm xmlns:a="http://schemas.openxmlformats.org/drawingml/2006/main">
            <a:off x="609600" y="8001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i="0">
                <a:solidFill>
                  <a:srgbClr val="F8F4EC"/>
                </a:solidFill>
              </a:defRPr>
            </a:pPr>
            <a:r>
              <a:rPr sz="2850" b="1" i="0">
                <a:solidFill>
                  <a:srgbClr val="F8F4EC"/>
                </a:solidFill>
              </a:rPr>
              <a:t>Engineering speed meets institutional control</a:t>
            </a:r>
          </a:p>
        </p:txBody>
      </p:sp>
      <p:sp>
        <p:nvSpPr>
          <p:cNvPr id="5" name="">
            <a:extLst xmlns:a="http://schemas.openxmlformats.org/drawingml/2006/main">
              <a:ext uri="{FF2B5EF4-FFF2-40B4-BE49-F238E27FC236}">
                <a16:creationId xmlns:a16="http://schemas.microsoft.com/office/drawing/2014/main" id="{987FED55-FCDC-44FE-89BC-5AC7B4A8B684}"/>
              </a:ext>
            </a:extLst>
          </p:cNvPr>
          <p:cNvSpPr>
            <a:spLocks xmlns:a="http://schemas.openxmlformats.org/drawingml/2006/main" noGrp="1"/>
          </p:cNvSpPr>
          <p:nvPr/>
        </p:nvSpPr>
        <p:spPr>
          <a:xfrm xmlns:a="http://schemas.openxmlformats.org/drawingml/2006/main">
            <a:off x="609600" y="1409700"/>
            <a:ext cx="8953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
            <a:extLst xmlns:a="http://schemas.openxmlformats.org/drawingml/2006/main">
              <a:ext uri="{FF2B5EF4-FFF2-40B4-BE49-F238E27FC236}">
                <a16:creationId xmlns:a16="http://schemas.microsoft.com/office/drawing/2014/main" id="{320F6D3A-E4E6-4177-BEAA-1D960CB61F6F}"/>
              </a:ext>
            </a:extLst>
          </p:cNvPr>
          <p:cNvSpPr>
            <a:spLocks xmlns:a="http://schemas.openxmlformats.org/drawingml/2006/main" noGrp="1"/>
          </p:cNvSpPr>
          <p:nvPr/>
        </p:nvSpPr>
        <p:spPr>
          <a:xfrm xmlns:a="http://schemas.openxmlformats.org/drawingml/2006/main">
            <a:off x="876300" y="195262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F2B84B"/>
                </a:solidFill>
              </a:defRPr>
            </a:pPr>
            <a:r>
              <a:rPr sz="1800" b="1" i="0">
                <a:solidFill>
                  <a:srgbClr val="F2B84B"/>
                </a:solidFill>
              </a:rPr>
              <a:t>Developers</a:t>
            </a:r>
          </a:p>
        </p:txBody>
      </p:sp>
      <p:sp>
        <p:nvSpPr>
          <p:cNvPr id="7" name="">
            <a:extLst xmlns:a="http://schemas.openxmlformats.org/drawingml/2006/main">
              <a:ext uri="{FF2B5EF4-FFF2-40B4-BE49-F238E27FC236}">
                <a16:creationId xmlns:a16="http://schemas.microsoft.com/office/drawing/2014/main" id="{30877FEC-963E-456E-9243-95482EBF0D2D}"/>
              </a:ext>
            </a:extLst>
          </p:cNvPr>
          <p:cNvSpPr>
            <a:spLocks xmlns:a="http://schemas.openxmlformats.org/drawingml/2006/main" noGrp="1"/>
          </p:cNvSpPr>
          <p:nvPr/>
        </p:nvSpPr>
        <p:spPr>
          <a:xfrm xmlns:a="http://schemas.openxmlformats.org/drawingml/2006/main">
            <a:off x="3257550" y="1952625"/>
            <a:ext cx="781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F8F4EC"/>
                </a:solidFill>
              </a:defRPr>
            </a:pPr>
            <a:r>
              <a:rPr sz="1650" b="0" i="0">
                <a:solidFill>
                  <a:srgbClr val="F8F4EC"/>
                </a:solidFill>
              </a:rPr>
              <a:t>See the exact source, candidate, test, and receipt that changed.</a:t>
            </a:r>
          </a:p>
        </p:txBody>
      </p:sp>
      <p:sp>
        <p:nvSpPr>
          <p:cNvPr id="8" name="">
            <a:extLst xmlns:a="http://schemas.openxmlformats.org/drawingml/2006/main">
              <a:ext uri="{FF2B5EF4-FFF2-40B4-BE49-F238E27FC236}">
                <a16:creationId xmlns:a16="http://schemas.microsoft.com/office/drawing/2014/main" id="{DFC614D1-CD48-4C58-980F-9BB519EEFBF3}"/>
              </a:ext>
            </a:extLst>
          </p:cNvPr>
          <p:cNvSpPr>
            <a:spLocks xmlns:a="http://schemas.openxmlformats.org/drawingml/2006/main" noGrp="1"/>
          </p:cNvSpPr>
          <p:nvPr/>
        </p:nvSpPr>
        <p:spPr>
          <a:xfrm xmlns:a="http://schemas.openxmlformats.org/drawingml/2006/main">
            <a:off x="876300" y="2562225"/>
            <a:ext cx="10191750" cy="9525"/>
          </a:xfrm>
          <a:prstGeom xmlns:a="http://schemas.openxmlformats.org/drawingml/2006/main" prst="rect">
            <a:avLst/>
          </a:prstGeom>
          <a:solidFill xmlns:a="http://schemas.openxmlformats.org/drawingml/2006/main">
            <a:srgbClr val="7B603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34BFD49F-5D08-49C0-AE16-7EAC087AEEB0}"/>
              </a:ext>
            </a:extLst>
          </p:cNvPr>
          <p:cNvSpPr>
            <a:spLocks xmlns:a="http://schemas.openxmlformats.org/drawingml/2006/main" noGrp="1"/>
          </p:cNvSpPr>
          <p:nvPr/>
        </p:nvSpPr>
        <p:spPr>
          <a:xfrm xmlns:a="http://schemas.openxmlformats.org/drawingml/2006/main">
            <a:off x="876300" y="282892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F2B84B"/>
                </a:solidFill>
              </a:defRPr>
            </a:pPr>
            <a:r>
              <a:rPr sz="1800" b="1" i="0">
                <a:solidFill>
                  <a:srgbClr val="F2B84B"/>
                </a:solidFill>
              </a:rPr>
              <a:t>Executives</a:t>
            </a:r>
          </a:p>
        </p:txBody>
      </p:sp>
      <p:sp>
        <p:nvSpPr>
          <p:cNvPr id="10" name="">
            <a:extLst xmlns:a="http://schemas.openxmlformats.org/drawingml/2006/main">
              <a:ext uri="{FF2B5EF4-FFF2-40B4-BE49-F238E27FC236}">
                <a16:creationId xmlns:a16="http://schemas.microsoft.com/office/drawing/2014/main" id="{D6B1565E-2FA6-491A-A3C5-E4C19E102E5E}"/>
              </a:ext>
            </a:extLst>
          </p:cNvPr>
          <p:cNvSpPr>
            <a:spLocks xmlns:a="http://schemas.openxmlformats.org/drawingml/2006/main" noGrp="1"/>
          </p:cNvSpPr>
          <p:nvPr/>
        </p:nvSpPr>
        <p:spPr>
          <a:xfrm xmlns:a="http://schemas.openxmlformats.org/drawingml/2006/main">
            <a:off x="3257550" y="2828925"/>
            <a:ext cx="781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F8F4EC"/>
                </a:solidFill>
              </a:defRPr>
            </a:pPr>
            <a:r>
              <a:rPr sz="1650" b="0" i="0">
                <a:solidFill>
                  <a:srgbClr val="F8F4EC"/>
                </a:solidFill>
              </a:rPr>
              <a:t>Separate development progress from unproven production claims.</a:t>
            </a:r>
          </a:p>
        </p:txBody>
      </p:sp>
      <p:sp>
        <p:nvSpPr>
          <p:cNvPr id="11" name="">
            <a:extLst xmlns:a="http://schemas.openxmlformats.org/drawingml/2006/main">
              <a:ext uri="{FF2B5EF4-FFF2-40B4-BE49-F238E27FC236}">
                <a16:creationId xmlns:a16="http://schemas.microsoft.com/office/drawing/2014/main" id="{2F4A43DE-79F5-4923-9441-3D3171A7BDD8}"/>
              </a:ext>
            </a:extLst>
          </p:cNvPr>
          <p:cNvSpPr>
            <a:spLocks xmlns:a="http://schemas.openxmlformats.org/drawingml/2006/main" noGrp="1"/>
          </p:cNvSpPr>
          <p:nvPr/>
        </p:nvSpPr>
        <p:spPr>
          <a:xfrm xmlns:a="http://schemas.openxmlformats.org/drawingml/2006/main">
            <a:off x="876300" y="3438525"/>
            <a:ext cx="10191750" cy="9525"/>
          </a:xfrm>
          <a:prstGeom xmlns:a="http://schemas.openxmlformats.org/drawingml/2006/main" prst="rect">
            <a:avLst/>
          </a:prstGeom>
          <a:solidFill xmlns:a="http://schemas.openxmlformats.org/drawingml/2006/main">
            <a:srgbClr val="7B603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2" name="">
            <a:extLst xmlns:a="http://schemas.openxmlformats.org/drawingml/2006/main">
              <a:ext uri="{FF2B5EF4-FFF2-40B4-BE49-F238E27FC236}">
                <a16:creationId xmlns:a16="http://schemas.microsoft.com/office/drawing/2014/main" id="{7CB19F6E-421D-435B-BECC-C279FA42F8BF}"/>
              </a:ext>
            </a:extLst>
          </p:cNvPr>
          <p:cNvSpPr>
            <a:spLocks xmlns:a="http://schemas.openxmlformats.org/drawingml/2006/main" noGrp="1"/>
          </p:cNvSpPr>
          <p:nvPr/>
        </p:nvSpPr>
        <p:spPr>
          <a:xfrm xmlns:a="http://schemas.openxmlformats.org/drawingml/2006/main">
            <a:off x="876300" y="370522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F2B84B"/>
                </a:solidFill>
              </a:defRPr>
            </a:pPr>
            <a:r>
              <a:rPr sz="1800" b="1" i="0">
                <a:solidFill>
                  <a:srgbClr val="F2B84B"/>
                </a:solidFill>
              </a:rPr>
              <a:t>Risk &amp; audit</a:t>
            </a:r>
          </a:p>
        </p:txBody>
      </p:sp>
      <p:sp>
        <p:nvSpPr>
          <p:cNvPr id="13" name="">
            <a:extLst xmlns:a="http://schemas.openxmlformats.org/drawingml/2006/main">
              <a:ext uri="{FF2B5EF4-FFF2-40B4-BE49-F238E27FC236}">
                <a16:creationId xmlns:a16="http://schemas.microsoft.com/office/drawing/2014/main" id="{CC779063-171A-4C3E-8AC1-D6CD990DCB4D}"/>
              </a:ext>
            </a:extLst>
          </p:cNvPr>
          <p:cNvSpPr>
            <a:spLocks xmlns:a="http://schemas.openxmlformats.org/drawingml/2006/main" noGrp="1"/>
          </p:cNvSpPr>
          <p:nvPr/>
        </p:nvSpPr>
        <p:spPr>
          <a:xfrm xmlns:a="http://schemas.openxmlformats.org/drawingml/2006/main">
            <a:off x="3257550" y="3705225"/>
            <a:ext cx="781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F8F4EC"/>
                </a:solidFill>
              </a:defRPr>
            </a:pPr>
            <a:r>
              <a:rPr sz="1650" b="0" i="0">
                <a:solidFill>
                  <a:srgbClr val="F8F4EC"/>
                </a:solidFill>
              </a:rPr>
              <a:t>Verify identities, evidence class, signatures, checkpoints, and gaps.</a:t>
            </a:r>
          </a:p>
        </p:txBody>
      </p:sp>
      <p:sp>
        <p:nvSpPr>
          <p:cNvPr id="14" name="">
            <a:extLst xmlns:a="http://schemas.openxmlformats.org/drawingml/2006/main">
              <a:ext uri="{FF2B5EF4-FFF2-40B4-BE49-F238E27FC236}">
                <a16:creationId xmlns:a16="http://schemas.microsoft.com/office/drawing/2014/main" id="{C645239C-EA6E-4479-B8C9-6E24109796FD}"/>
              </a:ext>
            </a:extLst>
          </p:cNvPr>
          <p:cNvSpPr>
            <a:spLocks xmlns:a="http://schemas.openxmlformats.org/drawingml/2006/main" noGrp="1"/>
          </p:cNvSpPr>
          <p:nvPr/>
        </p:nvSpPr>
        <p:spPr>
          <a:xfrm xmlns:a="http://schemas.openxmlformats.org/drawingml/2006/main">
            <a:off x="876300" y="4314825"/>
            <a:ext cx="10191750" cy="9525"/>
          </a:xfrm>
          <a:prstGeom xmlns:a="http://schemas.openxmlformats.org/drawingml/2006/main" prst="rect">
            <a:avLst/>
          </a:prstGeom>
          <a:solidFill xmlns:a="http://schemas.openxmlformats.org/drawingml/2006/main">
            <a:srgbClr val="7B603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5" name="">
            <a:extLst xmlns:a="http://schemas.openxmlformats.org/drawingml/2006/main">
              <a:ext uri="{FF2B5EF4-FFF2-40B4-BE49-F238E27FC236}">
                <a16:creationId xmlns:a16="http://schemas.microsoft.com/office/drawing/2014/main" id="{2EE8DD99-CF44-426A-993A-DD98161546B3}"/>
              </a:ext>
            </a:extLst>
          </p:cNvPr>
          <p:cNvSpPr>
            <a:spLocks xmlns:a="http://schemas.openxmlformats.org/drawingml/2006/main" noGrp="1"/>
          </p:cNvSpPr>
          <p:nvPr/>
        </p:nvSpPr>
        <p:spPr>
          <a:xfrm xmlns:a="http://schemas.openxmlformats.org/drawingml/2006/main">
            <a:off x="876300" y="458152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F2B84B"/>
                </a:solidFill>
              </a:defRPr>
            </a:pPr>
            <a:r>
              <a:rPr sz="1800" b="1" i="0">
                <a:solidFill>
                  <a:srgbClr val="F2B84B"/>
                </a:solidFill>
              </a:rPr>
              <a:t>Partners</a:t>
            </a:r>
          </a:p>
        </p:txBody>
      </p:sp>
      <p:sp>
        <p:nvSpPr>
          <p:cNvPr id="16" name="">
            <a:extLst xmlns:a="http://schemas.openxmlformats.org/drawingml/2006/main">
              <a:ext uri="{FF2B5EF4-FFF2-40B4-BE49-F238E27FC236}">
                <a16:creationId xmlns:a16="http://schemas.microsoft.com/office/drawing/2014/main" id="{110BB649-C110-4776-90F7-351C9A8F91A8}"/>
              </a:ext>
            </a:extLst>
          </p:cNvPr>
          <p:cNvSpPr>
            <a:spLocks xmlns:a="http://schemas.openxmlformats.org/drawingml/2006/main" noGrp="1"/>
          </p:cNvSpPr>
          <p:nvPr/>
        </p:nvSpPr>
        <p:spPr>
          <a:xfrm xmlns:a="http://schemas.openxmlformats.org/drawingml/2006/main">
            <a:off x="3257550" y="4581525"/>
            <a:ext cx="781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F8F4EC"/>
                </a:solidFill>
              </a:defRPr>
            </a:pPr>
            <a:r>
              <a:rPr sz="1650" b="0" i="0">
                <a:solidFill>
                  <a:srgbClr val="F8F4EC"/>
                </a:solidFill>
              </a:rPr>
              <a:t>Plug in models and tools behind one qualification and evidence contract.</a:t>
            </a:r>
          </a:p>
        </p:txBody>
      </p:sp>
      <p:sp>
        <p:nvSpPr>
          <p:cNvPr id="17" name="">
            <a:extLst xmlns:a="http://schemas.openxmlformats.org/drawingml/2006/main">
              <a:ext uri="{FF2B5EF4-FFF2-40B4-BE49-F238E27FC236}">
                <a16:creationId xmlns:a16="http://schemas.microsoft.com/office/drawing/2014/main" id="{4DC83B82-5CB7-4A1B-AB27-85422B30EF17}"/>
              </a:ext>
            </a:extLst>
          </p:cNvPr>
          <p:cNvSpPr>
            <a:spLocks xmlns:a="http://schemas.openxmlformats.org/drawingml/2006/main" noGrp="1"/>
          </p:cNvSpPr>
          <p:nvPr/>
        </p:nvSpPr>
        <p:spPr>
          <a:xfrm xmlns:a="http://schemas.openxmlformats.org/drawingml/2006/main">
            <a:off x="876300" y="5191125"/>
            <a:ext cx="10191750" cy="9525"/>
          </a:xfrm>
          <a:prstGeom xmlns:a="http://schemas.openxmlformats.org/drawingml/2006/main" prst="rect">
            <a:avLst/>
          </a:prstGeom>
          <a:solidFill xmlns:a="http://schemas.openxmlformats.org/drawingml/2006/main">
            <a:srgbClr val="7B603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518B2445-F1CF-482E-8A94-3080D3FCF428}"/>
              </a:ext>
            </a:extLst>
          </p:cNvPr>
          <p:cNvSpPr>
            <a:spLocks xmlns:a="http://schemas.openxmlformats.org/drawingml/2006/main" noGrp="1"/>
          </p:cNvSpPr>
          <p:nvPr/>
        </p:nvSpPr>
        <p:spPr>
          <a:xfrm xmlns:a="http://schemas.openxmlformats.org/drawingml/2006/main">
            <a:off x="533400" y="651510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C5BDAF"/>
                </a:solidFill>
              </a:defRPr>
            </a:pPr>
            <a:r>
              <a:rPr sz="975" b="1" i="0">
                <a:solidFill>
                  <a:srgbClr val="C5BDAF"/>
                </a:solidFill>
              </a:rPr>
              <a:t>ENTERPRISE VALUE</a:t>
            </a:r>
          </a:p>
        </p:txBody>
      </p:sp>
      <p:sp>
        <p:nvSpPr>
          <p:cNvPr id="19" name="">
            <a:extLst xmlns:a="http://schemas.openxmlformats.org/drawingml/2006/main">
              <a:ext uri="{FF2B5EF4-FFF2-40B4-BE49-F238E27FC236}">
                <a16:creationId xmlns:a16="http://schemas.microsoft.com/office/drawing/2014/main" id="{401716DC-9528-4746-BF6A-A423DD50630E}"/>
              </a:ext>
            </a:extLst>
          </p:cNvPr>
          <p:cNvSpPr>
            <a:spLocks xmlns:a="http://schemas.openxmlformats.org/drawingml/2006/main" noGrp="1"/>
          </p:cNvSpPr>
          <p:nvPr/>
        </p:nvSpPr>
        <p:spPr>
          <a:xfrm xmlns:a="http://schemas.openxmlformats.org/drawingml/2006/main">
            <a:off x="110299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i="0">
                <a:solidFill>
                  <a:srgbClr val="C5BDAF"/>
                </a:solidFill>
              </a:defRPr>
            </a:pPr>
            <a:r>
              <a:rPr sz="975" b="1" i="0">
                <a:solidFill>
                  <a:srgbClr val="C5BDAF"/>
                </a:solidFill>
              </a:rPr>
              <a:t>31</a:t>
            </a:r>
          </a:p>
        </p:txBody>
      </p:sp>
      <p:sp>
        <p:nvSpPr>
          <p:cNvPr id="21" name="">
            <a:extLst xmlns:a="http://schemas.openxmlformats.org/drawingml/2006/main">
              <a:ext uri="{FF2B5EF4-FFF2-40B4-BE49-F238E27FC236}">
                <a16:creationId xmlns:a16="http://schemas.microsoft.com/office/drawing/2014/main" id="{6A1ED97B-A694-4A96-B774-57131D98CBEF}"/>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7504EE3-1476-468E-B42E-A1B50B555E2C}"/>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5DF5EBC-7734-43C7-B048-77AFE03F04A9}"/>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24</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0963fcf197d94181">
            <a:extLst>
              <a:ext uri="{96DAC541-7B7A-43D3-8B79-37D633B846F1}">
                <asvg:svgBlip xmlns:asvg="http://schemas.microsoft.com/office/drawing/2016/SVG/main" r:embed="R9316059243054b04"/>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c5a27a6976e54ae9">
            <a:extLst>
              <a:ext uri="{96DAC541-7B7A-43D3-8B79-37D633B846F1}">
                <asvg:svgBlip xmlns:asvg="http://schemas.microsoft.com/office/drawing/2016/SVG/main" r:embed="Ra9574e5f87934fd4"/>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94195226"/>
      </p:ext>
    </p:extLst>
  </p:cSld>
</p:sld>
</file>

<file path=ppt/slides/slide3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ff309464c47142d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094B0AA-6670-4363-A645-A3C0B81016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alpha val="93000"/>
            </a:srgb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068CCC40-CC3B-4655-8DE4-A2313C24883C}"/>
              </a:ext>
            </a:extLst>
          </p:cNvPr>
          <p:cNvSpPr>
            <a:spLocks xmlns:a="http://schemas.openxmlformats.org/drawingml/2006/main" noGrp="1"/>
          </p:cNvSpPr>
          <p:nvPr/>
        </p:nvSpPr>
        <p:spPr>
          <a:xfrm xmlns:a="http://schemas.openxmlformats.org/drawingml/2006/main">
            <a:off x="6096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2B84B"/>
                </a:solidFill>
              </a:defRPr>
            </a:pPr>
            <a:r>
              <a:rPr sz="1125" b="1" i="0">
                <a:solidFill>
                  <a:srgbClr val="F2B84B"/>
                </a:solidFill>
              </a:rPr>
              <a:t>HONEST ROADMAP</a:t>
            </a:r>
          </a:p>
        </p:txBody>
      </p:sp>
      <p:sp>
        <p:nvSpPr>
          <p:cNvPr id="4" name="">
            <a:extLst xmlns:a="http://schemas.openxmlformats.org/drawingml/2006/main">
              <a:ext uri="{FF2B5EF4-FFF2-40B4-BE49-F238E27FC236}">
                <a16:creationId xmlns:a16="http://schemas.microsoft.com/office/drawing/2014/main" id="{201BA057-3AF9-4AB8-91B5-386C9F5E6978}"/>
              </a:ext>
            </a:extLst>
          </p:cNvPr>
          <p:cNvSpPr>
            <a:spLocks xmlns:a="http://schemas.openxmlformats.org/drawingml/2006/main" noGrp="1"/>
          </p:cNvSpPr>
          <p:nvPr/>
        </p:nvSpPr>
        <p:spPr>
          <a:xfrm xmlns:a="http://schemas.openxmlformats.org/drawingml/2006/main">
            <a:off x="609600" y="8001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i="0">
                <a:solidFill>
                  <a:srgbClr val="F8F4EC"/>
                </a:solidFill>
              </a:defRPr>
            </a:pPr>
            <a:r>
              <a:rPr sz="2850" b="1" i="0">
                <a:solidFill>
                  <a:srgbClr val="F8F4EC"/>
                </a:solidFill>
              </a:rPr>
              <a:t>Live evidence is the next value inflection</a:t>
            </a:r>
          </a:p>
        </p:txBody>
      </p:sp>
      <p:sp>
        <p:nvSpPr>
          <p:cNvPr id="5" name="">
            <a:extLst xmlns:a="http://schemas.openxmlformats.org/drawingml/2006/main">
              <a:ext uri="{FF2B5EF4-FFF2-40B4-BE49-F238E27FC236}">
                <a16:creationId xmlns:a16="http://schemas.microsoft.com/office/drawing/2014/main" id="{2634457D-E434-4A6D-898D-22511CBF207A}"/>
              </a:ext>
            </a:extLst>
          </p:cNvPr>
          <p:cNvSpPr>
            <a:spLocks xmlns:a="http://schemas.openxmlformats.org/drawingml/2006/main" noGrp="1"/>
          </p:cNvSpPr>
          <p:nvPr/>
        </p:nvSpPr>
        <p:spPr>
          <a:xfrm xmlns:a="http://schemas.openxmlformats.org/drawingml/2006/main">
            <a:off x="609600" y="1409700"/>
            <a:ext cx="8953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
            <a:extLst xmlns:a="http://schemas.openxmlformats.org/drawingml/2006/main">
              <a:ext uri="{FF2B5EF4-FFF2-40B4-BE49-F238E27FC236}">
                <a16:creationId xmlns:a16="http://schemas.microsoft.com/office/drawing/2014/main" id="{E237EED1-D223-470F-A8FB-CAB859FF59BF}"/>
              </a:ext>
            </a:extLst>
          </p:cNvPr>
          <p:cNvSpPr>
            <a:spLocks xmlns:a="http://schemas.openxmlformats.org/drawingml/2006/main" noGrp="1"/>
          </p:cNvSpPr>
          <p:nvPr/>
        </p:nvSpPr>
        <p:spPr>
          <a:xfrm xmlns:a="http://schemas.openxmlformats.org/drawingml/2006/main">
            <a:off x="876300" y="190500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F2B84B"/>
                </a:solidFill>
              </a:defRPr>
            </a:pPr>
            <a:r>
              <a:rPr sz="1350" b="1" i="0">
                <a:solidFill>
                  <a:srgbClr val="F2B84B"/>
                </a:solidFill>
              </a:rPr>
              <a:t>BUILT</a:t>
            </a:r>
          </a:p>
        </p:txBody>
      </p:sp>
      <p:sp>
        <p:nvSpPr>
          <p:cNvPr id="7" name="">
            <a:extLst xmlns:a="http://schemas.openxmlformats.org/drawingml/2006/main">
              <a:ext uri="{FF2B5EF4-FFF2-40B4-BE49-F238E27FC236}">
                <a16:creationId xmlns:a16="http://schemas.microsoft.com/office/drawing/2014/main" id="{A5A4F659-6684-45E7-844F-9A41255D9302}"/>
              </a:ext>
            </a:extLst>
          </p:cNvPr>
          <p:cNvSpPr>
            <a:spLocks xmlns:a="http://schemas.openxmlformats.org/drawingml/2006/main" noGrp="1"/>
          </p:cNvSpPr>
          <p:nvPr/>
        </p:nvSpPr>
        <p:spPr>
          <a:xfrm xmlns:a="http://schemas.openxmlformats.org/drawingml/2006/main">
            <a:off x="876300" y="2362200"/>
            <a:ext cx="3905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i="0">
                <a:solidFill>
                  <a:srgbClr val="F8F4EC"/>
                </a:solidFill>
              </a:defRPr>
            </a:pPr>
            <a:r>
              <a:rPr sz="1800" b="0" i="0">
                <a:solidFill>
                  <a:srgbClr val="F8F4EC"/>
                </a:solidFill>
              </a:rPr>
              <a:t>Trusted extensions</a:t>
            </a:r>
          </a:p>
          <a:p xmlns:a="http://schemas.openxmlformats.org/drawingml/2006/main">
            <a:pPr algn="l">
              <a:buNone/>
              <a:defRPr sz="1800" b="0" i="0">
                <a:solidFill>
                  <a:srgbClr val="F8F4EC"/>
                </a:solidFill>
              </a:defRPr>
            </a:pPr>
            <a:r>
              <a:rPr sz="1800" b="0" i="0">
                <a:solidFill>
                  <a:srgbClr val="F8F4EC"/>
                </a:solidFill>
              </a:rPr>
              <a:t>Mixed-language proof</a:t>
            </a:r>
          </a:p>
          <a:p xmlns:a="http://schemas.openxmlformats.org/drawingml/2006/main">
            <a:pPr algn="l">
              <a:buNone/>
              <a:defRPr sz="1800" b="0" i="0">
                <a:solidFill>
                  <a:srgbClr val="F8F4EC"/>
                </a:solidFill>
              </a:defRPr>
            </a:pPr>
            <a:r>
              <a:rPr sz="1800" b="0" i="0">
                <a:solidFill>
                  <a:srgbClr val="F8F4EC"/>
                </a:solidFill>
              </a:rPr>
              <a:t>Reproducible builds</a:t>
            </a:r>
          </a:p>
          <a:p xmlns:a="http://schemas.openxmlformats.org/drawingml/2006/main">
            <a:pPr algn="l">
              <a:buNone/>
              <a:defRPr sz="1800" b="0" i="0">
                <a:solidFill>
                  <a:srgbClr val="F8F4EC"/>
                </a:solidFill>
              </a:defRPr>
            </a:pPr>
            <a:r>
              <a:rPr sz="1800" b="0" i="0">
                <a:solidFill>
                  <a:srgbClr val="F8F4EC"/>
                </a:solidFill>
              </a:rPr>
              <a:t>Model qualification plane</a:t>
            </a:r>
          </a:p>
          <a:p xmlns:a="http://schemas.openxmlformats.org/drawingml/2006/main">
            <a:pPr algn="l">
              <a:buNone/>
              <a:defRPr sz="1800" b="0" i="0">
                <a:solidFill>
                  <a:srgbClr val="F8F4EC"/>
                </a:solidFill>
              </a:defRPr>
            </a:pPr>
            <a:r>
              <a:rPr sz="1800" b="0" i="0">
                <a:solidFill>
                  <a:srgbClr val="F8F4EC"/>
                </a:solidFill>
              </a:rPr>
              <a:t>Migration rehearsal</a:t>
            </a:r>
          </a:p>
          <a:p xmlns:a="http://schemas.openxmlformats.org/drawingml/2006/main">
            <a:pPr algn="l">
              <a:buNone/>
              <a:defRPr sz="1800" b="0" i="0">
                <a:solidFill>
                  <a:srgbClr val="F8F4EC"/>
                </a:solidFill>
              </a:defRPr>
            </a:pPr>
            <a:r>
              <a:rPr sz="1800" b="0" i="0">
                <a:solidFill>
                  <a:srgbClr val="F8F4EC"/>
                </a:solidFill>
              </a:rPr>
              <a:t>Resilient collection appliance</a:t>
            </a:r>
          </a:p>
        </p:txBody>
      </p:sp>
      <p:sp>
        <p:nvSpPr>
          <p:cNvPr id="8" name="">
            <a:extLst xmlns:a="http://schemas.openxmlformats.org/drawingml/2006/main">
              <a:ext uri="{FF2B5EF4-FFF2-40B4-BE49-F238E27FC236}">
                <a16:creationId xmlns:a16="http://schemas.microsoft.com/office/drawing/2014/main" id="{52129481-C93E-4D80-B069-A7C54A2EB7D9}"/>
              </a:ext>
            </a:extLst>
          </p:cNvPr>
          <p:cNvSpPr>
            <a:spLocks xmlns:a="http://schemas.openxmlformats.org/drawingml/2006/main" noGrp="1"/>
          </p:cNvSpPr>
          <p:nvPr/>
        </p:nvSpPr>
        <p:spPr>
          <a:xfrm xmlns:a="http://schemas.openxmlformats.org/drawingml/2006/main">
            <a:off x="5810250" y="1809750"/>
            <a:ext cx="19050" cy="19050"/>
          </a:xfrm>
          <a:prstGeom xmlns:a="http://schemas.openxmlformats.org/drawingml/2006/main" prst="rect">
            <a:avLst/>
          </a:prstGeom>
          <a:solidFill xmlns:a="http://schemas.openxmlformats.org/drawingml/2006/main">
            <a:srgbClr val="B9863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6AFEDC7A-59E1-460B-BEC9-7B1E69BE5084}"/>
              </a:ext>
            </a:extLst>
          </p:cNvPr>
          <p:cNvSpPr>
            <a:spLocks xmlns:a="http://schemas.openxmlformats.org/drawingml/2006/main" noGrp="1"/>
          </p:cNvSpPr>
          <p:nvPr/>
        </p:nvSpPr>
        <p:spPr>
          <a:xfrm xmlns:a="http://schemas.openxmlformats.org/drawingml/2006/main">
            <a:off x="6553200" y="19050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F2B84B"/>
                </a:solidFill>
              </a:defRPr>
            </a:pPr>
            <a:r>
              <a:rPr sz="1350" b="1" i="0">
                <a:solidFill>
                  <a:srgbClr val="F2B84B"/>
                </a:solidFill>
              </a:rPr>
              <a:t>NEXT PROOF</a:t>
            </a:r>
          </a:p>
        </p:txBody>
      </p:sp>
      <p:sp>
        <p:nvSpPr>
          <p:cNvPr id="10" name="">
            <a:extLst xmlns:a="http://schemas.openxmlformats.org/drawingml/2006/main">
              <a:ext uri="{FF2B5EF4-FFF2-40B4-BE49-F238E27FC236}">
                <a16:creationId xmlns:a16="http://schemas.microsoft.com/office/drawing/2014/main" id="{6FAFA035-5DDE-4EF7-BA05-D1A3AF5EF103}"/>
              </a:ext>
            </a:extLst>
          </p:cNvPr>
          <p:cNvSpPr>
            <a:spLocks xmlns:a="http://schemas.openxmlformats.org/drawingml/2006/main" noGrp="1"/>
          </p:cNvSpPr>
          <p:nvPr/>
        </p:nvSpPr>
        <p:spPr>
          <a:xfrm xmlns:a="http://schemas.openxmlformats.org/drawingml/2006/main">
            <a:off x="6553200" y="2362200"/>
            <a:ext cx="4381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i="0">
                <a:solidFill>
                  <a:srgbClr val="F8F4EC"/>
                </a:solidFill>
              </a:defRPr>
            </a:pPr>
            <a:r>
              <a:rPr sz="1800" b="0" i="0">
                <a:solidFill>
                  <a:srgbClr val="F8F4EC"/>
                </a:solidFill>
              </a:rPr>
              <a:t>Authorized z/OS baselines</a:t>
            </a:r>
          </a:p>
          <a:p xmlns:a="http://schemas.openxmlformats.org/drawingml/2006/main">
            <a:pPr algn="l">
              <a:buNone/>
              <a:defRPr sz="1800" b="0" i="0">
                <a:solidFill>
                  <a:srgbClr val="F8F4EC"/>
                </a:solidFill>
              </a:defRPr>
            </a:pPr>
            <a:r>
              <a:rPr sz="1800" b="0" i="0">
                <a:solidFill>
                  <a:srgbClr val="F8F4EC"/>
                </a:solidFill>
              </a:rPr>
              <a:t>Native compiler and binder provenance</a:t>
            </a:r>
          </a:p>
          <a:p xmlns:a="http://schemas.openxmlformats.org/drawingml/2006/main">
            <a:pPr algn="l">
              <a:buNone/>
              <a:defRPr sz="1800" b="0" i="0">
                <a:solidFill>
                  <a:srgbClr val="F8F4EC"/>
                </a:solidFill>
              </a:defRPr>
            </a:pPr>
            <a:r>
              <a:rPr sz="1800" b="0" i="0">
                <a:solidFill>
                  <a:srgbClr val="F8F4EC"/>
                </a:solidFill>
              </a:rPr>
              <a:t>Live Db2 data and log capture</a:t>
            </a:r>
          </a:p>
          <a:p xmlns:a="http://schemas.openxmlformats.org/drawingml/2006/main">
            <a:pPr algn="l">
              <a:buNone/>
              <a:defRPr sz="1800" b="0" i="0">
                <a:solidFill>
                  <a:srgbClr val="F8F4EC"/>
                </a:solidFill>
              </a:defRPr>
            </a:pPr>
            <a:r>
              <a:rPr sz="1800" b="0" i="0">
                <a:solidFill>
                  <a:srgbClr val="F8F4EC"/>
                </a:solidFill>
              </a:rPr>
              <a:t>Production-scale operations</a:t>
            </a:r>
          </a:p>
          <a:p xmlns:a="http://schemas.openxmlformats.org/drawingml/2006/main">
            <a:pPr algn="l">
              <a:buNone/>
              <a:defRPr sz="1800" b="0" i="0">
                <a:solidFill>
                  <a:srgbClr val="F8F4EC"/>
                </a:solidFill>
              </a:defRPr>
            </a:pPr>
            <a:r>
              <a:rPr sz="1800" b="0" i="0">
                <a:solidFill>
                  <a:srgbClr val="F8F4EC"/>
                </a:solidFill>
              </a:rPr>
              <a:t>Enterprise PKI and key governance</a:t>
            </a:r>
          </a:p>
          <a:p xmlns:a="http://schemas.openxmlformats.org/drawingml/2006/main">
            <a:pPr algn="l">
              <a:buNone/>
              <a:defRPr sz="1800" b="0" i="0">
                <a:solidFill>
                  <a:srgbClr val="F8F4EC"/>
                </a:solidFill>
              </a:defRPr>
            </a:pPr>
            <a:r>
              <a:rPr sz="1800" b="0" i="0">
                <a:solidFill>
                  <a:srgbClr val="F8F4EC"/>
                </a:solidFill>
              </a:rPr>
              <a:t>Multiple customer estates</a:t>
            </a:r>
          </a:p>
        </p:txBody>
      </p:sp>
      <p:sp>
        <p:nvSpPr>
          <p:cNvPr id="11" name="">
            <a:extLst xmlns:a="http://schemas.openxmlformats.org/drawingml/2006/main">
              <a:ext uri="{FF2B5EF4-FFF2-40B4-BE49-F238E27FC236}">
                <a16:creationId xmlns:a16="http://schemas.microsoft.com/office/drawing/2014/main" id="{F5CFBF93-CC98-4314-85BA-4D0DD3FA9744}"/>
              </a:ext>
            </a:extLst>
          </p:cNvPr>
          <p:cNvSpPr>
            <a:spLocks xmlns:a="http://schemas.openxmlformats.org/drawingml/2006/main" noGrp="1"/>
          </p:cNvSpPr>
          <p:nvPr/>
        </p:nvSpPr>
        <p:spPr>
          <a:xfrm xmlns:a="http://schemas.openxmlformats.org/drawingml/2006/main">
            <a:off x="819150" y="5334000"/>
            <a:ext cx="10191750" cy="514350"/>
          </a:xfrm>
          <a:prstGeom xmlns:a="http://schemas.openxmlformats.org/drawingml/2006/main" prst="roundRect">
            <a:avLst>
              <a:gd name="adj" fmla="val 22222"/>
            </a:avLst>
          </a:prstGeom>
          <a:solidFill xmlns:a="http://schemas.openxmlformats.org/drawingml/2006/main">
            <a:srgbClr val="F2B84B">
              <a:alpha val="14000"/>
            </a:srgb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2" name="">
            <a:extLst xmlns:a="http://schemas.openxmlformats.org/drawingml/2006/main">
              <a:ext uri="{FF2B5EF4-FFF2-40B4-BE49-F238E27FC236}">
                <a16:creationId xmlns:a16="http://schemas.microsoft.com/office/drawing/2014/main" id="{9C2BC289-E36F-439E-87F2-29F43DAFC914}"/>
              </a:ext>
            </a:extLst>
          </p:cNvPr>
          <p:cNvSpPr>
            <a:spLocks xmlns:a="http://schemas.openxmlformats.org/drawingml/2006/main" noGrp="1"/>
          </p:cNvSpPr>
          <p:nvPr/>
        </p:nvSpPr>
        <p:spPr>
          <a:xfrm xmlns:a="http://schemas.openxmlformats.org/drawingml/2006/main">
            <a:off x="1066800" y="546735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i="0">
                <a:solidFill>
                  <a:srgbClr val="F2B84B"/>
                </a:solidFill>
              </a:defRPr>
            </a:pPr>
            <a:r>
              <a:rPr sz="1500" b="1" i="0">
                <a:solidFill>
                  <a:srgbClr val="F2B84B"/>
                </a:solidFill>
              </a:rPr>
              <a:t>Risk discipline is an asset: the product exposes these gaps instead of marketing through them.</a:t>
            </a:r>
          </a:p>
        </p:txBody>
      </p:sp>
      <p:sp>
        <p:nvSpPr>
          <p:cNvPr id="13" name="">
            <a:extLst xmlns:a="http://schemas.openxmlformats.org/drawingml/2006/main">
              <a:ext uri="{FF2B5EF4-FFF2-40B4-BE49-F238E27FC236}">
                <a16:creationId xmlns:a16="http://schemas.microsoft.com/office/drawing/2014/main" id="{B0E97DFB-61D0-438E-BDC4-C4FC4D995490}"/>
              </a:ext>
            </a:extLst>
          </p:cNvPr>
          <p:cNvSpPr>
            <a:spLocks xmlns:a="http://schemas.openxmlformats.org/drawingml/2006/main" noGrp="1"/>
          </p:cNvSpPr>
          <p:nvPr/>
        </p:nvSpPr>
        <p:spPr>
          <a:xfrm xmlns:a="http://schemas.openxmlformats.org/drawingml/2006/main">
            <a:off x="533400" y="651510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C5BDAF"/>
                </a:solidFill>
              </a:defRPr>
            </a:pPr>
            <a:r>
              <a:rPr sz="975" b="1" i="0">
                <a:solidFill>
                  <a:srgbClr val="C5BDAF"/>
                </a:solidFill>
              </a:rPr>
              <a:t>ROADMAP AND RISK</a:t>
            </a:r>
          </a:p>
        </p:txBody>
      </p:sp>
      <p:sp>
        <p:nvSpPr>
          <p:cNvPr id="14" name="">
            <a:extLst xmlns:a="http://schemas.openxmlformats.org/drawingml/2006/main">
              <a:ext uri="{FF2B5EF4-FFF2-40B4-BE49-F238E27FC236}">
                <a16:creationId xmlns:a16="http://schemas.microsoft.com/office/drawing/2014/main" id="{EF6CB6B5-8E10-41E1-A81A-30A7A3AD4334}"/>
              </a:ext>
            </a:extLst>
          </p:cNvPr>
          <p:cNvSpPr>
            <a:spLocks xmlns:a="http://schemas.openxmlformats.org/drawingml/2006/main" noGrp="1"/>
          </p:cNvSpPr>
          <p:nvPr/>
        </p:nvSpPr>
        <p:spPr>
          <a:xfrm xmlns:a="http://schemas.openxmlformats.org/drawingml/2006/main">
            <a:off x="110299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i="0">
                <a:solidFill>
                  <a:srgbClr val="C5BDAF"/>
                </a:solidFill>
              </a:defRPr>
            </a:pPr>
            <a:r>
              <a:rPr sz="975" b="1" i="0">
                <a:solidFill>
                  <a:srgbClr val="C5BDAF"/>
                </a:solidFill>
              </a:rPr>
              <a:t>32</a:t>
            </a:r>
          </a:p>
        </p:txBody>
      </p:sp>
      <p:sp>
        <p:nvSpPr>
          <p:cNvPr id="16" name="">
            <a:extLst xmlns:a="http://schemas.openxmlformats.org/drawingml/2006/main">
              <a:ext uri="{FF2B5EF4-FFF2-40B4-BE49-F238E27FC236}">
                <a16:creationId xmlns:a16="http://schemas.microsoft.com/office/drawing/2014/main" id="{96D0B9B7-97C4-4477-9A39-0816B546855C}"/>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69928BE-C6DB-420D-95A5-AD78FAC375AB}"/>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9982316-0161-4688-8417-115E24D65CA3}"/>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25</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2e25b4f098374873">
            <a:extLst>
              <a:ext uri="{96DAC541-7B7A-43D3-8B79-37D633B846F1}">
                <asvg:svgBlip xmlns:asvg="http://schemas.microsoft.com/office/drawing/2016/SVG/main" r:embed="R7bd3062745ce4842"/>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a75f21e0f297452c">
            <a:extLst>
              <a:ext uri="{96DAC541-7B7A-43D3-8B79-37D633B846F1}">
                <asvg:svgBlip xmlns:asvg="http://schemas.microsoft.com/office/drawing/2016/SVG/main" r:embed="Re0af752c1f824a93"/>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217268658"/>
      </p:ext>
    </p:extLst>
  </p:cSld>
</p:sld>
</file>

<file path=ppt/slides/slide3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0e264858fb7457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06FF585-826D-4D14-8B41-53B0F9DD6E2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20202">
              <a:alpha val="34000"/>
            </a:srgb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091F027B-BEE0-4D93-BAA9-F9097D74ABF8}"/>
              </a:ext>
            </a:extLst>
          </p:cNvPr>
          <p:cNvSpPr>
            <a:spLocks xmlns:a="http://schemas.openxmlformats.org/drawingml/2006/main" noGrp="1"/>
          </p:cNvSpPr>
          <p:nvPr/>
        </p:nvSpPr>
        <p:spPr>
          <a:xfrm xmlns:a="http://schemas.openxmlformats.org/drawingml/2006/main">
            <a:off x="0" y="0"/>
            <a:ext cx="7334250" cy="6858000"/>
          </a:xfrm>
          <a:prstGeom xmlns:a="http://schemas.openxmlformats.org/drawingml/2006/main" prst="rect">
            <a:avLst/>
          </a:prstGeom>
          <a:gradFill xmlns:a="http://schemas.openxmlformats.org/drawingml/2006/main">
            <a:gsLst>
              <a:gs pos="0">
                <a:srgbClr val="030303">
                  <a:alpha val="98000"/>
                </a:srgbClr>
              </a:gs>
              <a:gs pos="74000">
                <a:srgbClr val="030303">
                  <a:alpha val="82000"/>
                </a:srgbClr>
              </a:gs>
              <a:gs pos="100000">
                <a:srgbClr val="030303">
                  <a:alpha val="0"/>
                </a:srgbClr>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DD89C26F-63C1-449B-B533-55D232203026}"/>
              </a:ext>
            </a:extLst>
          </p:cNvPr>
          <p:cNvSpPr>
            <a:spLocks xmlns:a="http://schemas.openxmlformats.org/drawingml/2006/main" noGrp="1"/>
          </p:cNvSpPr>
          <p:nvPr/>
        </p:nvSpPr>
        <p:spPr>
          <a:xfrm xmlns:a="http://schemas.openxmlformats.org/drawingml/2006/main">
            <a:off x="685800" y="7429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F2B84B"/>
                </a:solidFill>
              </a:defRPr>
            </a:pPr>
            <a:r>
              <a:rPr sz="1125" b="1" i="0">
                <a:solidFill>
                  <a:srgbClr val="F2B84B"/>
                </a:solidFill>
              </a:rPr>
              <a:t>THE OPPORTUNITY</a:t>
            </a:r>
          </a:p>
        </p:txBody>
      </p:sp>
      <p:sp>
        <p:nvSpPr>
          <p:cNvPr id="5" name="">
            <a:extLst xmlns:a="http://schemas.openxmlformats.org/drawingml/2006/main">
              <a:ext uri="{FF2B5EF4-FFF2-40B4-BE49-F238E27FC236}">
                <a16:creationId xmlns:a16="http://schemas.microsoft.com/office/drawing/2014/main" id="{4C441B90-FAC0-427C-85C8-D4EF9D5314C8}"/>
              </a:ext>
            </a:extLst>
          </p:cNvPr>
          <p:cNvSpPr>
            <a:spLocks xmlns:a="http://schemas.openxmlformats.org/drawingml/2006/main" noGrp="1"/>
          </p:cNvSpPr>
          <p:nvPr/>
        </p:nvSpPr>
        <p:spPr>
          <a:xfrm xmlns:a="http://schemas.openxmlformats.org/drawingml/2006/main">
            <a:off x="685800" y="1619250"/>
            <a:ext cx="638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200" b="1" i="0">
                <a:solidFill>
                  <a:srgbClr val="F8F4EC"/>
                </a:solidFill>
              </a:defRPr>
            </a:pPr>
            <a:r>
              <a:rPr sz="4200" b="1" i="0">
                <a:solidFill>
                  <a:srgbClr val="F8F4EC"/>
                </a:solidFill>
              </a:rPr>
              <a:t>Build the system</a:t>
            </a:r>
          </a:p>
          <a:p xmlns:a="http://schemas.openxmlformats.org/drawingml/2006/main">
            <a:pPr algn="l">
              <a:buNone/>
              <a:defRPr sz="4200" b="1" i="0">
                <a:solidFill>
                  <a:srgbClr val="F8F4EC"/>
                </a:solidFill>
              </a:defRPr>
            </a:pPr>
            <a:r>
              <a:rPr sz="4200" b="1" i="0">
                <a:solidFill>
                  <a:srgbClr val="F8F4EC"/>
                </a:solidFill>
              </a:rPr>
              <a:t>enterprises can approve</a:t>
            </a:r>
          </a:p>
        </p:txBody>
      </p:sp>
      <p:sp>
        <p:nvSpPr>
          <p:cNvPr id="6" name="">
            <a:extLst xmlns:a="http://schemas.openxmlformats.org/drawingml/2006/main">
              <a:ext uri="{FF2B5EF4-FFF2-40B4-BE49-F238E27FC236}">
                <a16:creationId xmlns:a16="http://schemas.microsoft.com/office/drawing/2014/main" id="{5C301030-8939-467B-9D11-CCFC7710E007}"/>
              </a:ext>
            </a:extLst>
          </p:cNvPr>
          <p:cNvSpPr>
            <a:spLocks xmlns:a="http://schemas.openxmlformats.org/drawingml/2006/main" noGrp="1"/>
          </p:cNvSpPr>
          <p:nvPr/>
        </p:nvSpPr>
        <p:spPr>
          <a:xfrm xmlns:a="http://schemas.openxmlformats.org/drawingml/2006/main">
            <a:off x="704850" y="3429000"/>
            <a:ext cx="571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0" i="0">
                <a:solidFill>
                  <a:srgbClr val="C5BDAF"/>
                </a:solidFill>
              </a:defRPr>
            </a:pPr>
            <a:r>
              <a:rPr sz="1950" b="0" i="0">
                <a:solidFill>
                  <a:srgbClr val="C5BDAF"/>
                </a:solidFill>
              </a:rPr>
              <a:t>LIGHTYEAR can become the operational trust plane for an AI-native modernization market.</a:t>
            </a:r>
          </a:p>
        </p:txBody>
      </p:sp>
      <p:sp>
        <p:nvSpPr>
          <p:cNvPr id="7" name="">
            <a:extLst xmlns:a="http://schemas.openxmlformats.org/drawingml/2006/main">
              <a:ext uri="{FF2B5EF4-FFF2-40B4-BE49-F238E27FC236}">
                <a16:creationId xmlns:a16="http://schemas.microsoft.com/office/drawing/2014/main" id="{9BF7FEF2-3FA1-4C4A-B833-6A7141EDF31B}"/>
              </a:ext>
            </a:extLst>
          </p:cNvPr>
          <p:cNvSpPr>
            <a:spLocks xmlns:a="http://schemas.openxmlformats.org/drawingml/2006/main" noGrp="1"/>
          </p:cNvSpPr>
          <p:nvPr/>
        </p:nvSpPr>
        <p:spPr>
          <a:xfrm xmlns:a="http://schemas.openxmlformats.org/drawingml/2006/main">
            <a:off x="723900" y="48577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F2B84B"/>
                </a:solidFill>
              </a:defRPr>
            </a:pPr>
            <a:r>
              <a:rPr sz="1350" b="1" i="0">
                <a:solidFill>
                  <a:srgbClr val="F2B84B"/>
                </a:solidFill>
              </a:rPr>
              <a:t>Design partners</a:t>
            </a:r>
          </a:p>
        </p:txBody>
      </p:sp>
      <p:sp>
        <p:nvSpPr>
          <p:cNvPr id="8" name="">
            <a:extLst xmlns:a="http://schemas.openxmlformats.org/drawingml/2006/main">
              <a:ext uri="{FF2B5EF4-FFF2-40B4-BE49-F238E27FC236}">
                <a16:creationId xmlns:a16="http://schemas.microsoft.com/office/drawing/2014/main" id="{15007D49-5F6E-4BB2-9876-9A01EC4203D5}"/>
              </a:ext>
            </a:extLst>
          </p:cNvPr>
          <p:cNvSpPr>
            <a:spLocks xmlns:a="http://schemas.openxmlformats.org/drawingml/2006/main" noGrp="1"/>
          </p:cNvSpPr>
          <p:nvPr/>
        </p:nvSpPr>
        <p:spPr>
          <a:xfrm xmlns:a="http://schemas.openxmlformats.org/drawingml/2006/main">
            <a:off x="2952750" y="48577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F2B84B"/>
                </a:solidFill>
              </a:defRPr>
            </a:pPr>
            <a:r>
              <a:rPr sz="1350" b="1" i="0">
                <a:solidFill>
                  <a:srgbClr val="F2B84B"/>
                </a:solidFill>
              </a:rPr>
              <a:t>Model + platform partners</a:t>
            </a:r>
          </a:p>
        </p:txBody>
      </p:sp>
      <p:sp>
        <p:nvSpPr>
          <p:cNvPr id="9" name="">
            <a:extLst xmlns:a="http://schemas.openxmlformats.org/drawingml/2006/main">
              <a:ext uri="{FF2B5EF4-FFF2-40B4-BE49-F238E27FC236}">
                <a16:creationId xmlns:a16="http://schemas.microsoft.com/office/drawing/2014/main" id="{6452C41C-76CF-4241-8EDA-36E6FA15BF0A}"/>
              </a:ext>
            </a:extLst>
          </p:cNvPr>
          <p:cNvSpPr>
            <a:spLocks xmlns:a="http://schemas.openxmlformats.org/drawingml/2006/main" noGrp="1"/>
          </p:cNvSpPr>
          <p:nvPr/>
        </p:nvSpPr>
        <p:spPr>
          <a:xfrm xmlns:a="http://schemas.openxmlformats.org/drawingml/2006/main">
            <a:off x="5810250" y="4857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F2B84B"/>
                </a:solidFill>
              </a:defRPr>
            </a:pPr>
            <a:r>
              <a:rPr sz="1350" b="1" i="0">
                <a:solidFill>
                  <a:srgbClr val="F2B84B"/>
                </a:solidFill>
              </a:rPr>
              <a:t>Capital to scale</a:t>
            </a:r>
          </a:p>
        </p:txBody>
      </p:sp>
      <p:sp>
        <p:nvSpPr>
          <p:cNvPr id="11" name="">
            <a:extLst xmlns:a="http://schemas.openxmlformats.org/drawingml/2006/main">
              <a:ext uri="{FF2B5EF4-FFF2-40B4-BE49-F238E27FC236}">
                <a16:creationId xmlns:a16="http://schemas.microsoft.com/office/drawing/2014/main" id="{0EF08F7A-0716-4B30-8FE4-A5BB71FB5E21}"/>
              </a:ext>
            </a:extLst>
          </p:cNvPr>
          <p:cNvSpPr>
            <a:spLocks xmlns:a="http://schemas.openxmlformats.org/drawingml/2006/main" noGrp="1"/>
          </p:cNvSpPr>
          <p:nvPr/>
        </p:nvSpPr>
        <p:spPr>
          <a:xfrm xmlns:a="http://schemas.openxmlformats.org/drawingml/2006/main">
            <a:off x="0" y="6381750"/>
            <a:ext cx="7239000" cy="4762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3" name="">
            <a:extLst xmlns:a="http://schemas.openxmlformats.org/drawingml/2006/main">
              <a:ext uri="{FF2B5EF4-FFF2-40B4-BE49-F238E27FC236}">
                <a16:creationId xmlns:a16="http://schemas.microsoft.com/office/drawing/2014/main" id="{01018900-5DF8-4488-8591-3421C84DB7B4}"/>
              </a:ext>
            </a:extLst>
          </p:cNvPr>
          <p:cNvSpPr>
            <a:spLocks xmlns:a="http://schemas.openxmlformats.org/drawingml/2006/main" noGrp="1"/>
          </p:cNvSpPr>
          <p:nvPr/>
        </p:nvSpPr>
        <p:spPr>
          <a:xfrm xmlns:a="http://schemas.openxmlformats.org/drawingml/2006/main">
            <a:off x="10839450" y="6438900"/>
            <a:ext cx="876300" cy="28575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E86B20F1-0A7D-4BCC-9623-2641F59FAF99}"/>
              </a:ext>
            </a:extLst>
          </p:cNvPr>
          <p:cNvSpPr>
            <a:spLocks xmlns:a="http://schemas.openxmlformats.org/drawingml/2006/main" noGrp="1"/>
          </p:cNvSpPr>
          <p:nvPr/>
        </p:nvSpPr>
        <p:spPr>
          <a:xfrm xmlns:a="http://schemas.openxmlformats.org/drawingml/2006/main">
            <a:off x="11001375" y="64960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C5BDAF"/>
                </a:solidFill>
              </a:defRPr>
            </a:pPr>
            <a:r>
              <a:rPr sz="825" b="1" i="0">
                <a:solidFill>
                  <a:srgbClr val="C5BDAF"/>
                </a:solidFill>
              </a:rPr>
              <a:t>33</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2a159215bda64726">
            <a:extLst>
              <a:ext uri="{96DAC541-7B7A-43D3-8B79-37D633B846F1}">
                <asvg:svgBlip xmlns:asvg="http://schemas.microsoft.com/office/drawing/2016/SVG/main" r:embed="R851bfc9bdde541c6"/>
              </a:ext>
            </a:extLst>
          </a:blip>
          <a:stretch xmlns:a="http://schemas.openxmlformats.org/drawingml/2006/main"/>
        </p:blipFill>
        <p:spPr>
          <a:xfrm xmlns:a="http://schemas.openxmlformats.org/drawingml/2006/main">
            <a:off x="552450" y="6400800"/>
            <a:ext cx="1714500" cy="457200"/>
          </a:xfrm>
          <a:prstGeom xmlns:a="http://schemas.openxmlformats.org/drawingml/2006/main" prst="rect">
            <a:avLst/>
          </a:prstGeom>
        </p:spPr>
      </p:pic>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101768c842cf4ad5">
            <a:extLst>
              <a:ext uri="{96DAC541-7B7A-43D3-8B79-37D633B846F1}">
                <asvg:svgBlip xmlns:asvg="http://schemas.microsoft.com/office/drawing/2016/SVG/main" r:embed="R67183f6721cc4d59"/>
              </a:ext>
            </a:extLst>
          </a:blip>
          <a:stretch xmlns:a="http://schemas.openxmlformats.org/drawingml/2006/main"/>
        </p:blipFill>
        <p:spPr>
          <a:xfrm xmlns:a="http://schemas.openxmlformats.org/drawingml/2006/main">
            <a:off x="552450" y="6248400"/>
            <a:ext cx="2286000" cy="609600"/>
          </a:xfrm>
          <a:prstGeom xmlns:a="http://schemas.openxmlformats.org/drawingml/2006/main" prst="rect">
            <a:avLst/>
          </a:prstGeom>
        </p:spPr>
      </p:pic>
    </p:spTree>
    <p:extLst>
      <p:ext uri="{BB962C8B-B14F-4D97-AF65-F5344CB8AC3E}">
        <p14:creationId xmlns:p14="http://schemas.microsoft.com/office/powerpoint/2010/main" val="17525728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2026-09-01T12:44:05.1430000Z</dcterms:created>
  <dcterms:modified xsi:type="dcterms:W3CDTF">2026-09-01T12:44:05.1440000Z</dcterms:modified>
</coreProperties>
</file>